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360" r:id="rId2"/>
    <p:sldId id="362" r:id="rId3"/>
    <p:sldId id="363" r:id="rId4"/>
    <p:sldId id="358" r:id="rId5"/>
    <p:sldId id="359" r:id="rId6"/>
    <p:sldId id="299" r:id="rId7"/>
    <p:sldId id="300" r:id="rId8"/>
    <p:sldId id="352" r:id="rId9"/>
    <p:sldId id="353" r:id="rId10"/>
    <p:sldId id="354" r:id="rId11"/>
    <p:sldId id="355" r:id="rId12"/>
    <p:sldId id="356" r:id="rId13"/>
    <p:sldId id="357" r:id="rId14"/>
    <p:sldId id="301" r:id="rId15"/>
    <p:sldId id="326" r:id="rId16"/>
    <p:sldId id="309" r:id="rId17"/>
    <p:sldId id="311" r:id="rId18"/>
    <p:sldId id="302" r:id="rId19"/>
    <p:sldId id="312" r:id="rId20"/>
    <p:sldId id="313" r:id="rId21"/>
    <p:sldId id="327" r:id="rId22"/>
    <p:sldId id="328" r:id="rId23"/>
    <p:sldId id="318" r:id="rId24"/>
    <p:sldId id="317" r:id="rId25"/>
    <p:sldId id="316" r:id="rId26"/>
    <p:sldId id="320" r:id="rId27"/>
    <p:sldId id="345" r:id="rId28"/>
    <p:sldId id="319" r:id="rId29"/>
    <p:sldId id="322" r:id="rId30"/>
    <p:sldId id="347" r:id="rId31"/>
    <p:sldId id="323" r:id="rId32"/>
    <p:sldId id="329" r:id="rId33"/>
    <p:sldId id="348" r:id="rId34"/>
    <p:sldId id="330" r:id="rId35"/>
    <p:sldId id="332" r:id="rId36"/>
    <p:sldId id="349" r:id="rId37"/>
    <p:sldId id="333" r:id="rId38"/>
    <p:sldId id="335" r:id="rId39"/>
    <p:sldId id="350" r:id="rId40"/>
    <p:sldId id="336" r:id="rId41"/>
    <p:sldId id="338" r:id="rId42"/>
    <p:sldId id="306" r:id="rId43"/>
    <p:sldId id="346" r:id="rId44"/>
    <p:sldId id="351" r:id="rId45"/>
    <p:sldId id="339" r:id="rId46"/>
    <p:sldId id="340" r:id="rId47"/>
    <p:sldId id="341" r:id="rId48"/>
    <p:sldId id="342" r:id="rId49"/>
    <p:sldId id="343" r:id="rId50"/>
    <p:sldId id="364" r:id="rId51"/>
    <p:sldId id="365" r:id="rId52"/>
    <p:sldId id="366" r:id="rId53"/>
    <p:sldId id="367" r:id="rId54"/>
    <p:sldId id="344"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6404"/>
    <a:srgbClr val="F5B08D"/>
    <a:srgbClr val="740000"/>
    <a:srgbClr val="004376"/>
    <a:srgbClr val="0D0D0D"/>
    <a:srgbClr val="00589A"/>
    <a:srgbClr val="090909"/>
    <a:srgbClr val="171717"/>
    <a:srgbClr val="713309"/>
    <a:srgbClr val="FBE0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1F262B-1EE7-46CC-AE58-1511070299E1}" v="146" dt="2026-02-15T16:26:11.2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37" autoAdjust="0"/>
    <p:restoredTop sz="93653"/>
  </p:normalViewPr>
  <p:slideViewPr>
    <p:cSldViewPr snapToGrid="0">
      <p:cViewPr>
        <p:scale>
          <a:sx n="100" d="100"/>
          <a:sy n="100" d="100"/>
        </p:scale>
        <p:origin x="1152" y="13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NJAL SARKAR" userId="ea73abfa8153600f" providerId="LiveId" clId="{D2C1B423-1BAE-40F8-B6C7-D31BD148B802}"/>
    <pc:docChg chg="undo redo custSel addSld delSld modSld">
      <pc:chgData name="PRANJAL SARKAR" userId="ea73abfa8153600f" providerId="LiveId" clId="{D2C1B423-1BAE-40F8-B6C7-D31BD148B802}" dt="2026-02-15T16:26:15.904" v="4224" actId="14100"/>
      <pc:docMkLst>
        <pc:docMk/>
      </pc:docMkLst>
      <pc:sldChg chg="addSp modSp mod">
        <pc:chgData name="PRANJAL SARKAR" userId="ea73abfa8153600f" providerId="LiveId" clId="{D2C1B423-1BAE-40F8-B6C7-D31BD148B802}" dt="2026-02-15T15:44:38.985" v="2641" actId="20577"/>
        <pc:sldMkLst>
          <pc:docMk/>
          <pc:sldMk cId="2310636758" sldId="306"/>
        </pc:sldMkLst>
        <pc:spChg chg="add mod">
          <ac:chgData name="PRANJAL SARKAR" userId="ea73abfa8153600f" providerId="LiveId" clId="{D2C1B423-1BAE-40F8-B6C7-D31BD148B802}" dt="2026-02-15T15:44:38.985" v="2641" actId="20577"/>
          <ac:spMkLst>
            <pc:docMk/>
            <pc:sldMk cId="2310636758" sldId="306"/>
            <ac:spMk id="9" creationId="{4D4D0318-131D-DEE5-FE92-CFBEA77EAB6E}"/>
          </ac:spMkLst>
        </pc:spChg>
        <pc:cxnChg chg="add mod">
          <ac:chgData name="PRANJAL SARKAR" userId="ea73abfa8153600f" providerId="LiveId" clId="{D2C1B423-1BAE-40F8-B6C7-D31BD148B802}" dt="2026-02-15T15:44:28.439" v="2607" actId="20577"/>
          <ac:cxnSpMkLst>
            <pc:docMk/>
            <pc:sldMk cId="2310636758" sldId="306"/>
            <ac:cxnSpMk id="10" creationId="{6A7AAB54-5BBA-60EA-F22B-878B4F8761B9}"/>
          </ac:cxnSpMkLst>
        </pc:cxnChg>
      </pc:sldChg>
      <pc:sldChg chg="addSp delSp modSp mod">
        <pc:chgData name="PRANJAL SARKAR" userId="ea73abfa8153600f" providerId="LiveId" clId="{D2C1B423-1BAE-40F8-B6C7-D31BD148B802}" dt="2026-02-15T14:27:58.751" v="1147" actId="20577"/>
        <pc:sldMkLst>
          <pc:docMk/>
          <pc:sldMk cId="919943803" sldId="316"/>
        </pc:sldMkLst>
        <pc:spChg chg="add mod">
          <ac:chgData name="PRANJAL SARKAR" userId="ea73abfa8153600f" providerId="LiveId" clId="{D2C1B423-1BAE-40F8-B6C7-D31BD148B802}" dt="2026-02-15T14:24:15.929" v="931" actId="20577"/>
          <ac:spMkLst>
            <pc:docMk/>
            <pc:sldMk cId="919943803" sldId="316"/>
            <ac:spMk id="2" creationId="{322D5A72-A25B-BE3F-DF8C-2D8A3C242858}"/>
          </ac:spMkLst>
        </pc:spChg>
        <pc:spChg chg="add del mod">
          <ac:chgData name="PRANJAL SARKAR" userId="ea73abfa8153600f" providerId="LiveId" clId="{D2C1B423-1BAE-40F8-B6C7-D31BD148B802}" dt="2026-02-15T14:27:21.829" v="1051" actId="478"/>
          <ac:spMkLst>
            <pc:docMk/>
            <pc:sldMk cId="919943803" sldId="316"/>
            <ac:spMk id="8" creationId="{C3EB11BD-FAA6-3E9D-D994-F60F13A17D23}"/>
          </ac:spMkLst>
        </pc:spChg>
        <pc:spChg chg="add mod">
          <ac:chgData name="PRANJAL SARKAR" userId="ea73abfa8153600f" providerId="LiveId" clId="{D2C1B423-1BAE-40F8-B6C7-D31BD148B802}" dt="2026-02-15T14:27:58.751" v="1147" actId="20577"/>
          <ac:spMkLst>
            <pc:docMk/>
            <pc:sldMk cId="919943803" sldId="316"/>
            <ac:spMk id="10" creationId="{450F29FA-F2E1-786C-8DF7-45BC7BABE822}"/>
          </ac:spMkLst>
        </pc:spChg>
        <pc:cxnChg chg="add mod">
          <ac:chgData name="PRANJAL SARKAR" userId="ea73abfa8153600f" providerId="LiveId" clId="{D2C1B423-1BAE-40F8-B6C7-D31BD148B802}" dt="2026-02-15T14:24:00.331" v="893" actId="20577"/>
          <ac:cxnSpMkLst>
            <pc:docMk/>
            <pc:sldMk cId="919943803" sldId="316"/>
            <ac:cxnSpMk id="7" creationId="{DFACEF87-39DD-FB8C-382C-47C43725E0BA}"/>
          </ac:cxnSpMkLst>
        </pc:cxnChg>
        <pc:cxnChg chg="add del mod">
          <ac:chgData name="PRANJAL SARKAR" userId="ea73abfa8153600f" providerId="LiveId" clId="{D2C1B423-1BAE-40F8-B6C7-D31BD148B802}" dt="2026-02-15T14:27:21.829" v="1051" actId="478"/>
          <ac:cxnSpMkLst>
            <pc:docMk/>
            <pc:sldMk cId="919943803" sldId="316"/>
            <ac:cxnSpMk id="9" creationId="{03CD8715-181D-5880-39ED-B044AEB4E32C}"/>
          </ac:cxnSpMkLst>
        </pc:cxnChg>
        <pc:cxnChg chg="add mod">
          <ac:chgData name="PRANJAL SARKAR" userId="ea73abfa8153600f" providerId="LiveId" clId="{D2C1B423-1BAE-40F8-B6C7-D31BD148B802}" dt="2026-02-15T14:27:55.912" v="1131" actId="20577"/>
          <ac:cxnSpMkLst>
            <pc:docMk/>
            <pc:sldMk cId="919943803" sldId="316"/>
            <ac:cxnSpMk id="11" creationId="{460B8FA7-EACA-C1CE-7567-0133103056B1}"/>
          </ac:cxnSpMkLst>
        </pc:cxnChg>
      </pc:sldChg>
      <pc:sldChg chg="addSp delSp modSp mod">
        <pc:chgData name="PRANJAL SARKAR" userId="ea73abfa8153600f" providerId="LiveId" clId="{D2C1B423-1BAE-40F8-B6C7-D31BD148B802}" dt="2026-02-15T14:23:21.678" v="796" actId="14100"/>
        <pc:sldMkLst>
          <pc:docMk/>
          <pc:sldMk cId="1566555047" sldId="317"/>
        </pc:sldMkLst>
        <pc:spChg chg="add mod">
          <ac:chgData name="PRANJAL SARKAR" userId="ea73abfa8153600f" providerId="LiveId" clId="{D2C1B423-1BAE-40F8-B6C7-D31BD148B802}" dt="2026-02-15T14:20:57.208" v="504" actId="20577"/>
          <ac:spMkLst>
            <pc:docMk/>
            <pc:sldMk cId="1566555047" sldId="317"/>
            <ac:spMk id="2" creationId="{2C2EF6B3-C936-9594-750B-389DFEEB0007}"/>
          </ac:spMkLst>
        </pc:spChg>
        <pc:spChg chg="add mod">
          <ac:chgData name="PRANJAL SARKAR" userId="ea73abfa8153600f" providerId="LiveId" clId="{D2C1B423-1BAE-40F8-B6C7-D31BD148B802}" dt="2026-02-15T14:23:11.400" v="793" actId="20577"/>
          <ac:spMkLst>
            <pc:docMk/>
            <pc:sldMk cId="1566555047" sldId="317"/>
            <ac:spMk id="7" creationId="{36E17DBB-C94C-4347-2906-294B8389D2C0}"/>
          </ac:spMkLst>
        </pc:spChg>
        <pc:spChg chg="add del mod">
          <ac:chgData name="PRANJAL SARKAR" userId="ea73abfa8153600f" providerId="LiveId" clId="{D2C1B423-1BAE-40F8-B6C7-D31BD148B802}" dt="2026-02-15T14:21:34.808" v="539" actId="478"/>
          <ac:spMkLst>
            <pc:docMk/>
            <pc:sldMk cId="1566555047" sldId="317"/>
            <ac:spMk id="9" creationId="{96E42466-1A16-DC8D-A419-4F250C0CE04D}"/>
          </ac:spMkLst>
        </pc:spChg>
        <pc:cxnChg chg="add mod">
          <ac:chgData name="PRANJAL SARKAR" userId="ea73abfa8153600f" providerId="LiveId" clId="{D2C1B423-1BAE-40F8-B6C7-D31BD148B802}" dt="2026-02-15T14:20:43.181" v="464" actId="20577"/>
          <ac:cxnSpMkLst>
            <pc:docMk/>
            <pc:sldMk cId="1566555047" sldId="317"/>
            <ac:cxnSpMk id="6" creationId="{CE98ACA9-ADD2-9072-327A-BA733B262D9C}"/>
          </ac:cxnSpMkLst>
        </pc:cxnChg>
        <pc:cxnChg chg="add mod">
          <ac:chgData name="PRANJAL SARKAR" userId="ea73abfa8153600f" providerId="LiveId" clId="{D2C1B423-1BAE-40F8-B6C7-D31BD148B802}" dt="2026-02-15T14:23:21.678" v="796" actId="14100"/>
          <ac:cxnSpMkLst>
            <pc:docMk/>
            <pc:sldMk cId="1566555047" sldId="317"/>
            <ac:cxnSpMk id="8" creationId="{E6D9AAC9-EA45-FC29-A628-450AEA6C8350}"/>
          </ac:cxnSpMkLst>
        </pc:cxnChg>
      </pc:sldChg>
      <pc:sldChg chg="addSp modSp mod">
        <pc:chgData name="PRANJAL SARKAR" userId="ea73abfa8153600f" providerId="LiveId" clId="{D2C1B423-1BAE-40F8-B6C7-D31BD148B802}" dt="2026-02-15T15:19:31.924" v="1689" actId="20577"/>
        <pc:sldMkLst>
          <pc:docMk/>
          <pc:sldMk cId="2336538678" sldId="319"/>
        </pc:sldMkLst>
        <pc:spChg chg="add mod">
          <ac:chgData name="PRANJAL SARKAR" userId="ea73abfa8153600f" providerId="LiveId" clId="{D2C1B423-1BAE-40F8-B6C7-D31BD148B802}" dt="2026-02-15T15:19:31.924" v="1689" actId="20577"/>
          <ac:spMkLst>
            <pc:docMk/>
            <pc:sldMk cId="2336538678" sldId="319"/>
            <ac:spMk id="2" creationId="{EC625FCA-89F7-D966-5E12-216457D696CD}"/>
          </ac:spMkLst>
        </pc:spChg>
        <pc:cxnChg chg="add mod">
          <ac:chgData name="PRANJAL SARKAR" userId="ea73abfa8153600f" providerId="LiveId" clId="{D2C1B423-1BAE-40F8-B6C7-D31BD148B802}" dt="2026-02-15T15:19:16.238" v="1647"/>
          <ac:cxnSpMkLst>
            <pc:docMk/>
            <pc:sldMk cId="2336538678" sldId="319"/>
            <ac:cxnSpMk id="6" creationId="{C34669BF-B783-90F8-E318-BDFAC5B49428}"/>
          </ac:cxnSpMkLst>
        </pc:cxnChg>
      </pc:sldChg>
      <pc:sldChg chg="addSp delSp modSp mod">
        <pc:chgData name="PRANJAL SARKAR" userId="ea73abfa8153600f" providerId="LiveId" clId="{D2C1B423-1BAE-40F8-B6C7-D31BD148B802}" dt="2026-02-15T14:26:52.599" v="1049" actId="20577"/>
        <pc:sldMkLst>
          <pc:docMk/>
          <pc:sldMk cId="1165251402" sldId="320"/>
        </pc:sldMkLst>
        <pc:spChg chg="add mod">
          <ac:chgData name="PRANJAL SARKAR" userId="ea73abfa8153600f" providerId="LiveId" clId="{D2C1B423-1BAE-40F8-B6C7-D31BD148B802}" dt="2026-02-15T14:26:23.135" v="1008" actId="20577"/>
          <ac:spMkLst>
            <pc:docMk/>
            <pc:sldMk cId="1165251402" sldId="320"/>
            <ac:spMk id="2" creationId="{C382C5D0-4485-8059-4B41-F934A1B7D1CA}"/>
          </ac:spMkLst>
        </pc:spChg>
        <pc:spChg chg="mod">
          <ac:chgData name="PRANJAL SARKAR" userId="ea73abfa8153600f" providerId="LiveId" clId="{D2C1B423-1BAE-40F8-B6C7-D31BD148B802}" dt="2026-02-15T14:26:01.208" v="935"/>
          <ac:spMkLst>
            <pc:docMk/>
            <pc:sldMk cId="1165251402" sldId="320"/>
            <ac:spMk id="6" creationId="{5FF621EB-E1B4-3190-E256-3FFE32E166A2}"/>
          </ac:spMkLst>
        </pc:spChg>
        <pc:spChg chg="mod">
          <ac:chgData name="PRANJAL SARKAR" userId="ea73abfa8153600f" providerId="LiveId" clId="{D2C1B423-1BAE-40F8-B6C7-D31BD148B802}" dt="2026-02-15T14:26:01.208" v="935"/>
          <ac:spMkLst>
            <pc:docMk/>
            <pc:sldMk cId="1165251402" sldId="320"/>
            <ac:spMk id="7" creationId="{7C405C5E-FCAC-D24E-86C2-99FD7778D1A9}"/>
          </ac:spMkLst>
        </pc:spChg>
        <pc:spChg chg="mod">
          <ac:chgData name="PRANJAL SARKAR" userId="ea73abfa8153600f" providerId="LiveId" clId="{D2C1B423-1BAE-40F8-B6C7-D31BD148B802}" dt="2026-02-15T14:26:01.208" v="935"/>
          <ac:spMkLst>
            <pc:docMk/>
            <pc:sldMk cId="1165251402" sldId="320"/>
            <ac:spMk id="8" creationId="{D5BC7543-0D2A-AF5B-BD4E-5A2033A5B686}"/>
          </ac:spMkLst>
        </pc:spChg>
        <pc:spChg chg="mod">
          <ac:chgData name="PRANJAL SARKAR" userId="ea73abfa8153600f" providerId="LiveId" clId="{D2C1B423-1BAE-40F8-B6C7-D31BD148B802}" dt="2026-02-15T14:26:01.208" v="935"/>
          <ac:spMkLst>
            <pc:docMk/>
            <pc:sldMk cId="1165251402" sldId="320"/>
            <ac:spMk id="10" creationId="{B51D3368-D42F-FA17-44E6-6BF097CBC832}"/>
          </ac:spMkLst>
        </pc:spChg>
        <pc:spChg chg="mod">
          <ac:chgData name="PRANJAL SARKAR" userId="ea73abfa8153600f" providerId="LiveId" clId="{D2C1B423-1BAE-40F8-B6C7-D31BD148B802}" dt="2026-02-15T14:26:01.208" v="935"/>
          <ac:spMkLst>
            <pc:docMk/>
            <pc:sldMk cId="1165251402" sldId="320"/>
            <ac:spMk id="11" creationId="{966FABA0-44E8-AE0D-257F-598CA265D3EF}"/>
          </ac:spMkLst>
        </pc:spChg>
        <pc:spChg chg="mod">
          <ac:chgData name="PRANJAL SARKAR" userId="ea73abfa8153600f" providerId="LiveId" clId="{D2C1B423-1BAE-40F8-B6C7-D31BD148B802}" dt="2026-02-15T14:26:01.208" v="935"/>
          <ac:spMkLst>
            <pc:docMk/>
            <pc:sldMk cId="1165251402" sldId="320"/>
            <ac:spMk id="23" creationId="{216D1B86-D49B-A922-238A-8C3CA0ECF727}"/>
          </ac:spMkLst>
        </pc:spChg>
        <pc:spChg chg="mod">
          <ac:chgData name="PRANJAL SARKAR" userId="ea73abfa8153600f" providerId="LiveId" clId="{D2C1B423-1BAE-40F8-B6C7-D31BD148B802}" dt="2026-02-15T14:26:01.208" v="935"/>
          <ac:spMkLst>
            <pc:docMk/>
            <pc:sldMk cId="1165251402" sldId="320"/>
            <ac:spMk id="24" creationId="{CB89A11B-AFDC-2111-A78E-889F0983B8C4}"/>
          </ac:spMkLst>
        </pc:spChg>
        <pc:spChg chg="mod">
          <ac:chgData name="PRANJAL SARKAR" userId="ea73abfa8153600f" providerId="LiveId" clId="{D2C1B423-1BAE-40F8-B6C7-D31BD148B802}" dt="2026-02-15T14:26:01.208" v="935"/>
          <ac:spMkLst>
            <pc:docMk/>
            <pc:sldMk cId="1165251402" sldId="320"/>
            <ac:spMk id="25" creationId="{573C80B5-76F0-3C8F-9966-49A0D5DF0FE7}"/>
          </ac:spMkLst>
        </pc:spChg>
        <pc:spChg chg="mod">
          <ac:chgData name="PRANJAL SARKAR" userId="ea73abfa8153600f" providerId="LiveId" clId="{D2C1B423-1BAE-40F8-B6C7-D31BD148B802}" dt="2026-02-15T14:26:01.208" v="935"/>
          <ac:spMkLst>
            <pc:docMk/>
            <pc:sldMk cId="1165251402" sldId="320"/>
            <ac:spMk id="26" creationId="{03A0C4FA-7B61-210E-1B9B-267B78C44CED}"/>
          </ac:spMkLst>
        </pc:spChg>
        <pc:spChg chg="mod">
          <ac:chgData name="PRANJAL SARKAR" userId="ea73abfa8153600f" providerId="LiveId" clId="{D2C1B423-1BAE-40F8-B6C7-D31BD148B802}" dt="2026-02-15T14:26:01.208" v="935"/>
          <ac:spMkLst>
            <pc:docMk/>
            <pc:sldMk cId="1165251402" sldId="320"/>
            <ac:spMk id="27" creationId="{F4E6828D-2280-636A-2C39-E1639770C016}"/>
          </ac:spMkLst>
        </pc:spChg>
        <pc:spChg chg="add mod">
          <ac:chgData name="PRANJAL SARKAR" userId="ea73abfa8153600f" providerId="LiveId" clId="{D2C1B423-1BAE-40F8-B6C7-D31BD148B802}" dt="2026-02-15T14:26:52.599" v="1049" actId="20577"/>
          <ac:spMkLst>
            <pc:docMk/>
            <pc:sldMk cId="1165251402" sldId="320"/>
            <ac:spMk id="29" creationId="{8888D3E1-2FA8-B89C-8622-4FF3CD4919A7}"/>
          </ac:spMkLst>
        </pc:spChg>
        <pc:grpChg chg="del">
          <ac:chgData name="PRANJAL SARKAR" userId="ea73abfa8153600f" providerId="LiveId" clId="{D2C1B423-1BAE-40F8-B6C7-D31BD148B802}" dt="2026-02-15T14:26:00.795" v="934" actId="478"/>
          <ac:grpSpMkLst>
            <pc:docMk/>
            <pc:sldMk cId="1165251402" sldId="320"/>
            <ac:grpSpMk id="51" creationId="{36A557A0-6460-36FA-EADC-3178EBAB63F0}"/>
          </ac:grpSpMkLst>
        </pc:grpChg>
        <pc:cxnChg chg="add mod">
          <ac:chgData name="PRANJAL SARKAR" userId="ea73abfa8153600f" providerId="LiveId" clId="{D2C1B423-1BAE-40F8-B6C7-D31BD148B802}" dt="2026-02-15T14:26:15.505" v="982" actId="20577"/>
          <ac:cxnSpMkLst>
            <pc:docMk/>
            <pc:sldMk cId="1165251402" sldId="320"/>
            <ac:cxnSpMk id="3" creationId="{7C5AAE88-3E84-FC13-FE3D-24F55B5B8ECC}"/>
          </ac:cxnSpMkLst>
        </pc:cxnChg>
        <pc:cxnChg chg="add mod">
          <ac:chgData name="PRANJAL SARKAR" userId="ea73abfa8153600f" providerId="LiveId" clId="{D2C1B423-1BAE-40F8-B6C7-D31BD148B802}" dt="2026-02-15T14:26:40.689" v="1011" actId="20577"/>
          <ac:cxnSpMkLst>
            <pc:docMk/>
            <pc:sldMk cId="1165251402" sldId="320"/>
            <ac:cxnSpMk id="34" creationId="{D7443B82-9475-6711-3E72-BA8AD0312832}"/>
          </ac:cxnSpMkLst>
        </pc:cxnChg>
      </pc:sldChg>
      <pc:sldChg chg="del">
        <pc:chgData name="PRANJAL SARKAR" userId="ea73abfa8153600f" providerId="LiveId" clId="{D2C1B423-1BAE-40F8-B6C7-D31BD148B802}" dt="2026-02-15T04:13:00.104" v="0" actId="47"/>
        <pc:sldMkLst>
          <pc:docMk/>
          <pc:sldMk cId="1298104351" sldId="321"/>
        </pc:sldMkLst>
      </pc:sldChg>
      <pc:sldChg chg="addSp modSp">
        <pc:chgData name="PRANJAL SARKAR" userId="ea73abfa8153600f" providerId="LiveId" clId="{D2C1B423-1BAE-40F8-B6C7-D31BD148B802}" dt="2026-02-15T14:25:05.067" v="932"/>
        <pc:sldMkLst>
          <pc:docMk/>
          <pc:sldMk cId="2058118856" sldId="322"/>
        </pc:sldMkLst>
        <pc:spChg chg="add mod">
          <ac:chgData name="PRANJAL SARKAR" userId="ea73abfa8153600f" providerId="LiveId" clId="{D2C1B423-1BAE-40F8-B6C7-D31BD148B802}" dt="2026-02-15T14:25:05.067" v="932"/>
          <ac:spMkLst>
            <pc:docMk/>
            <pc:sldMk cId="2058118856" sldId="322"/>
            <ac:spMk id="2" creationId="{1E148286-F9BF-89C1-0C42-5A5BAD0DAD19}"/>
          </ac:spMkLst>
        </pc:spChg>
        <pc:cxnChg chg="add mod">
          <ac:chgData name="PRANJAL SARKAR" userId="ea73abfa8153600f" providerId="LiveId" clId="{D2C1B423-1BAE-40F8-B6C7-D31BD148B802}" dt="2026-02-15T14:25:05.067" v="932"/>
          <ac:cxnSpMkLst>
            <pc:docMk/>
            <pc:sldMk cId="2058118856" sldId="322"/>
            <ac:cxnSpMk id="7" creationId="{CB3CFB07-E7AD-A1B8-BC8D-3E3414FA2AFD}"/>
          </ac:cxnSpMkLst>
        </pc:cxnChg>
      </pc:sldChg>
      <pc:sldChg chg="addSp modSp mod">
        <pc:chgData name="PRANJAL SARKAR" userId="ea73abfa8153600f" providerId="LiveId" clId="{D2C1B423-1BAE-40F8-B6C7-D31BD148B802}" dt="2026-02-15T15:21:47.471" v="1726" actId="20577"/>
        <pc:sldMkLst>
          <pc:docMk/>
          <pc:sldMk cId="4148288782" sldId="323"/>
        </pc:sldMkLst>
        <pc:spChg chg="add mod">
          <ac:chgData name="PRANJAL SARKAR" userId="ea73abfa8153600f" providerId="LiveId" clId="{D2C1B423-1BAE-40F8-B6C7-D31BD148B802}" dt="2026-02-15T15:21:47.471" v="1726" actId="20577"/>
          <ac:spMkLst>
            <pc:docMk/>
            <pc:sldMk cId="4148288782" sldId="323"/>
            <ac:spMk id="2" creationId="{E906EF68-D99F-9235-9C0C-04499D5541D3}"/>
          </ac:spMkLst>
        </pc:spChg>
        <pc:cxnChg chg="add mod">
          <ac:chgData name="PRANJAL SARKAR" userId="ea73abfa8153600f" providerId="LiveId" clId="{D2C1B423-1BAE-40F8-B6C7-D31BD148B802}" dt="2026-02-15T15:21:35.237" v="1701"/>
          <ac:cxnSpMkLst>
            <pc:docMk/>
            <pc:sldMk cId="4148288782" sldId="323"/>
            <ac:cxnSpMk id="6" creationId="{A30B9123-8C02-0D98-BE9D-EB8E9506FDD6}"/>
          </ac:cxnSpMkLst>
        </pc:cxnChg>
      </pc:sldChg>
      <pc:sldChg chg="del">
        <pc:chgData name="PRANJAL SARKAR" userId="ea73abfa8153600f" providerId="LiveId" clId="{D2C1B423-1BAE-40F8-B6C7-D31BD148B802}" dt="2026-02-15T04:13:06.500" v="1" actId="47"/>
        <pc:sldMkLst>
          <pc:docMk/>
          <pc:sldMk cId="1946327557" sldId="324"/>
        </pc:sldMkLst>
      </pc:sldChg>
      <pc:sldChg chg="addSp modSp mod">
        <pc:chgData name="PRANJAL SARKAR" userId="ea73abfa8153600f" providerId="LiveId" clId="{D2C1B423-1BAE-40F8-B6C7-D31BD148B802}" dt="2026-02-15T15:20:20.159" v="1694" actId="1035"/>
        <pc:sldMkLst>
          <pc:docMk/>
          <pc:sldMk cId="2603237651" sldId="329"/>
        </pc:sldMkLst>
        <pc:spChg chg="add mod">
          <ac:chgData name="PRANJAL SARKAR" userId="ea73abfa8153600f" providerId="LiveId" clId="{D2C1B423-1BAE-40F8-B6C7-D31BD148B802}" dt="2026-02-15T15:20:20.159" v="1694" actId="1035"/>
          <ac:spMkLst>
            <pc:docMk/>
            <pc:sldMk cId="2603237651" sldId="329"/>
            <ac:spMk id="2" creationId="{14A0BE97-357B-E1BE-A20C-A34BD0156077}"/>
          </ac:spMkLst>
        </pc:spChg>
        <pc:cxnChg chg="add mod">
          <ac:chgData name="PRANJAL SARKAR" userId="ea73abfa8153600f" providerId="LiveId" clId="{D2C1B423-1BAE-40F8-B6C7-D31BD148B802}" dt="2026-02-15T15:20:20.159" v="1694" actId="1035"/>
          <ac:cxnSpMkLst>
            <pc:docMk/>
            <pc:sldMk cId="2603237651" sldId="329"/>
            <ac:cxnSpMk id="7" creationId="{7295563C-C1F0-8936-6AB5-70A8F48B4D6C}"/>
          </ac:cxnSpMkLst>
        </pc:cxnChg>
      </pc:sldChg>
      <pc:sldChg chg="addSp modSp mod">
        <pc:chgData name="PRANJAL SARKAR" userId="ea73abfa8153600f" providerId="LiveId" clId="{D2C1B423-1BAE-40F8-B6C7-D31BD148B802}" dt="2026-02-15T15:22:00.735" v="1739" actId="20577"/>
        <pc:sldMkLst>
          <pc:docMk/>
          <pc:sldMk cId="3310283860" sldId="330"/>
        </pc:sldMkLst>
        <pc:spChg chg="add mod">
          <ac:chgData name="PRANJAL SARKAR" userId="ea73abfa8153600f" providerId="LiveId" clId="{D2C1B423-1BAE-40F8-B6C7-D31BD148B802}" dt="2026-02-15T15:22:00.735" v="1739" actId="20577"/>
          <ac:spMkLst>
            <pc:docMk/>
            <pc:sldMk cId="3310283860" sldId="330"/>
            <ac:spMk id="2" creationId="{F9EC7FD0-1912-F288-1DDF-5CF070B88F84}"/>
          </ac:spMkLst>
        </pc:spChg>
        <pc:cxnChg chg="add mod">
          <ac:chgData name="PRANJAL SARKAR" userId="ea73abfa8153600f" providerId="LiveId" clId="{D2C1B423-1BAE-40F8-B6C7-D31BD148B802}" dt="2026-02-15T15:21:53.480" v="1727"/>
          <ac:cxnSpMkLst>
            <pc:docMk/>
            <pc:sldMk cId="3310283860" sldId="330"/>
            <ac:cxnSpMk id="6" creationId="{3ABC9B2A-984A-3862-AF11-77A321608FBB}"/>
          </ac:cxnSpMkLst>
        </pc:cxnChg>
      </pc:sldChg>
      <pc:sldChg chg="del">
        <pc:chgData name="PRANJAL SARKAR" userId="ea73abfa8153600f" providerId="LiveId" clId="{D2C1B423-1BAE-40F8-B6C7-D31BD148B802}" dt="2026-02-15T04:13:11.965" v="2" actId="47"/>
        <pc:sldMkLst>
          <pc:docMk/>
          <pc:sldMk cId="3648768080" sldId="331"/>
        </pc:sldMkLst>
      </pc:sldChg>
      <pc:sldChg chg="addSp modSp">
        <pc:chgData name="PRANJAL SARKAR" userId="ea73abfa8153600f" providerId="LiveId" clId="{D2C1B423-1BAE-40F8-B6C7-D31BD148B802}" dt="2026-02-15T15:20:23.528" v="1695"/>
        <pc:sldMkLst>
          <pc:docMk/>
          <pc:sldMk cId="1306821937" sldId="332"/>
        </pc:sldMkLst>
        <pc:spChg chg="add mod">
          <ac:chgData name="PRANJAL SARKAR" userId="ea73abfa8153600f" providerId="LiveId" clId="{D2C1B423-1BAE-40F8-B6C7-D31BD148B802}" dt="2026-02-15T15:20:23.528" v="1695"/>
          <ac:spMkLst>
            <pc:docMk/>
            <pc:sldMk cId="1306821937" sldId="332"/>
            <ac:spMk id="2" creationId="{100B7524-C5E3-D437-6B94-0E01EE0D3178}"/>
          </ac:spMkLst>
        </pc:spChg>
        <pc:cxnChg chg="add mod">
          <ac:chgData name="PRANJAL SARKAR" userId="ea73abfa8153600f" providerId="LiveId" clId="{D2C1B423-1BAE-40F8-B6C7-D31BD148B802}" dt="2026-02-15T15:20:23.528" v="1695"/>
          <ac:cxnSpMkLst>
            <pc:docMk/>
            <pc:sldMk cId="1306821937" sldId="332"/>
            <ac:cxnSpMk id="7" creationId="{5AEC02E5-33BE-AB08-2D08-072C8D49D25D}"/>
          </ac:cxnSpMkLst>
        </pc:cxnChg>
      </pc:sldChg>
      <pc:sldChg chg="addSp modSp">
        <pc:chgData name="PRANJAL SARKAR" userId="ea73abfa8153600f" providerId="LiveId" clId="{D2C1B423-1BAE-40F8-B6C7-D31BD148B802}" dt="2026-02-15T15:22:10.377" v="1740"/>
        <pc:sldMkLst>
          <pc:docMk/>
          <pc:sldMk cId="1414408109" sldId="333"/>
        </pc:sldMkLst>
        <pc:spChg chg="add mod">
          <ac:chgData name="PRANJAL SARKAR" userId="ea73abfa8153600f" providerId="LiveId" clId="{D2C1B423-1BAE-40F8-B6C7-D31BD148B802}" dt="2026-02-15T15:22:10.377" v="1740"/>
          <ac:spMkLst>
            <pc:docMk/>
            <pc:sldMk cId="1414408109" sldId="333"/>
            <ac:spMk id="2" creationId="{F43CCB2A-D5F0-68E9-B958-9C5BCD21E890}"/>
          </ac:spMkLst>
        </pc:spChg>
        <pc:cxnChg chg="add mod">
          <ac:chgData name="PRANJAL SARKAR" userId="ea73abfa8153600f" providerId="LiveId" clId="{D2C1B423-1BAE-40F8-B6C7-D31BD148B802}" dt="2026-02-15T15:22:10.377" v="1740"/>
          <ac:cxnSpMkLst>
            <pc:docMk/>
            <pc:sldMk cId="1414408109" sldId="333"/>
            <ac:cxnSpMk id="6" creationId="{7FB5DD22-5C64-6EE8-D632-46544E5A1F13}"/>
          </ac:cxnSpMkLst>
        </pc:cxnChg>
      </pc:sldChg>
      <pc:sldChg chg="del">
        <pc:chgData name="PRANJAL SARKAR" userId="ea73abfa8153600f" providerId="LiveId" clId="{D2C1B423-1BAE-40F8-B6C7-D31BD148B802}" dt="2026-02-15T04:14:11" v="25" actId="47"/>
        <pc:sldMkLst>
          <pc:docMk/>
          <pc:sldMk cId="1449863619" sldId="334"/>
        </pc:sldMkLst>
      </pc:sldChg>
      <pc:sldChg chg="addSp modSp">
        <pc:chgData name="PRANJAL SARKAR" userId="ea73abfa8153600f" providerId="LiveId" clId="{D2C1B423-1BAE-40F8-B6C7-D31BD148B802}" dt="2026-02-15T15:20:27.120" v="1696"/>
        <pc:sldMkLst>
          <pc:docMk/>
          <pc:sldMk cId="2082816172" sldId="335"/>
        </pc:sldMkLst>
        <pc:spChg chg="add mod">
          <ac:chgData name="PRANJAL SARKAR" userId="ea73abfa8153600f" providerId="LiveId" clId="{D2C1B423-1BAE-40F8-B6C7-D31BD148B802}" dt="2026-02-15T15:20:27.120" v="1696"/>
          <ac:spMkLst>
            <pc:docMk/>
            <pc:sldMk cId="2082816172" sldId="335"/>
            <ac:spMk id="2" creationId="{8285782B-BE37-F1A2-F746-8CB1E1C00796}"/>
          </ac:spMkLst>
        </pc:spChg>
        <pc:cxnChg chg="add mod">
          <ac:chgData name="PRANJAL SARKAR" userId="ea73abfa8153600f" providerId="LiveId" clId="{D2C1B423-1BAE-40F8-B6C7-D31BD148B802}" dt="2026-02-15T15:20:27.120" v="1696"/>
          <ac:cxnSpMkLst>
            <pc:docMk/>
            <pc:sldMk cId="2082816172" sldId="335"/>
            <ac:cxnSpMk id="7" creationId="{1FDA093F-824E-6A3A-7EE3-03DC6BFA744D}"/>
          </ac:cxnSpMkLst>
        </pc:cxnChg>
      </pc:sldChg>
      <pc:sldChg chg="addSp modSp">
        <pc:chgData name="PRANJAL SARKAR" userId="ea73abfa8153600f" providerId="LiveId" clId="{D2C1B423-1BAE-40F8-B6C7-D31BD148B802}" dt="2026-02-15T15:22:13.403" v="1741"/>
        <pc:sldMkLst>
          <pc:docMk/>
          <pc:sldMk cId="2693285110" sldId="336"/>
        </pc:sldMkLst>
        <pc:spChg chg="add mod">
          <ac:chgData name="PRANJAL SARKAR" userId="ea73abfa8153600f" providerId="LiveId" clId="{D2C1B423-1BAE-40F8-B6C7-D31BD148B802}" dt="2026-02-15T15:22:13.403" v="1741"/>
          <ac:spMkLst>
            <pc:docMk/>
            <pc:sldMk cId="2693285110" sldId="336"/>
            <ac:spMk id="2" creationId="{491F8250-9F6F-F508-9BD2-59446B58D45A}"/>
          </ac:spMkLst>
        </pc:spChg>
        <pc:cxnChg chg="add mod">
          <ac:chgData name="PRANJAL SARKAR" userId="ea73abfa8153600f" providerId="LiveId" clId="{D2C1B423-1BAE-40F8-B6C7-D31BD148B802}" dt="2026-02-15T15:22:13.403" v="1741"/>
          <ac:cxnSpMkLst>
            <pc:docMk/>
            <pc:sldMk cId="2693285110" sldId="336"/>
            <ac:cxnSpMk id="6" creationId="{BCA7D8FC-23E7-15E0-7A85-813CF4FD636F}"/>
          </ac:cxnSpMkLst>
        </pc:cxnChg>
      </pc:sldChg>
      <pc:sldChg chg="del">
        <pc:chgData name="PRANJAL SARKAR" userId="ea73abfa8153600f" providerId="LiveId" clId="{D2C1B423-1BAE-40F8-B6C7-D31BD148B802}" dt="2026-02-15T04:14:24.266" v="28" actId="47"/>
        <pc:sldMkLst>
          <pc:docMk/>
          <pc:sldMk cId="1073273195" sldId="337"/>
        </pc:sldMkLst>
      </pc:sldChg>
      <pc:sldChg chg="addSp modSp mod">
        <pc:chgData name="PRANJAL SARKAR" userId="ea73abfa8153600f" providerId="LiveId" clId="{D2C1B423-1BAE-40F8-B6C7-D31BD148B802}" dt="2026-02-15T15:42:43.020" v="2519" actId="20577"/>
        <pc:sldMkLst>
          <pc:docMk/>
          <pc:sldMk cId="102955543" sldId="338"/>
        </pc:sldMkLst>
        <pc:spChg chg="mod">
          <ac:chgData name="PRANJAL SARKAR" userId="ea73abfa8153600f" providerId="LiveId" clId="{D2C1B423-1BAE-40F8-B6C7-D31BD148B802}" dt="2026-02-15T15:31:23.068" v="2257"/>
          <ac:spMkLst>
            <pc:docMk/>
            <pc:sldMk cId="102955543" sldId="338"/>
            <ac:spMk id="4" creationId="{1980545F-FBA5-11F9-277F-AA2302B46520}"/>
          </ac:spMkLst>
        </pc:spChg>
        <pc:spChg chg="add mod">
          <ac:chgData name="PRANJAL SARKAR" userId="ea73abfa8153600f" providerId="LiveId" clId="{D2C1B423-1BAE-40F8-B6C7-D31BD148B802}" dt="2026-02-15T15:22:47.863" v="1847" actId="20577"/>
          <ac:spMkLst>
            <pc:docMk/>
            <pc:sldMk cId="102955543" sldId="338"/>
            <ac:spMk id="6" creationId="{62CDB807-265F-55D0-DA55-5C8BC698BAB7}"/>
          </ac:spMkLst>
        </pc:spChg>
        <pc:spChg chg="add mod">
          <ac:chgData name="PRANJAL SARKAR" userId="ea73abfa8153600f" providerId="LiveId" clId="{D2C1B423-1BAE-40F8-B6C7-D31BD148B802}" dt="2026-02-15T15:33:48.110" v="2290" actId="207"/>
          <ac:spMkLst>
            <pc:docMk/>
            <pc:sldMk cId="102955543" sldId="338"/>
            <ac:spMk id="10" creationId="{6185A7DE-3D8D-1657-9A8D-CE10A4E1AAE4}"/>
          </ac:spMkLst>
        </pc:spChg>
        <pc:spChg chg="add mod">
          <ac:chgData name="PRANJAL SARKAR" userId="ea73abfa8153600f" providerId="LiveId" clId="{D2C1B423-1BAE-40F8-B6C7-D31BD148B802}" dt="2026-02-15T15:24:01.797" v="1888" actId="13822"/>
          <ac:spMkLst>
            <pc:docMk/>
            <pc:sldMk cId="102955543" sldId="338"/>
            <ac:spMk id="11" creationId="{E7E8692F-348C-3407-CE62-00A7E6445F9D}"/>
          </ac:spMkLst>
        </pc:spChg>
        <pc:spChg chg="add mod">
          <ac:chgData name="PRANJAL SARKAR" userId="ea73abfa8153600f" providerId="LiveId" clId="{D2C1B423-1BAE-40F8-B6C7-D31BD148B802}" dt="2026-02-15T15:36:04.814" v="2350" actId="123"/>
          <ac:spMkLst>
            <pc:docMk/>
            <pc:sldMk cId="102955543" sldId="338"/>
            <ac:spMk id="14" creationId="{3B11D2B9-07AA-B164-4D85-23C380E4232E}"/>
          </ac:spMkLst>
        </pc:spChg>
        <pc:spChg chg="add mod">
          <ac:chgData name="PRANJAL SARKAR" userId="ea73abfa8153600f" providerId="LiveId" clId="{D2C1B423-1BAE-40F8-B6C7-D31BD148B802}" dt="2026-02-15T15:35:57.408" v="2349" actId="120"/>
          <ac:spMkLst>
            <pc:docMk/>
            <pc:sldMk cId="102955543" sldId="338"/>
            <ac:spMk id="15" creationId="{7310328E-747E-3042-E62A-FBF4AC6E67DC}"/>
          </ac:spMkLst>
        </pc:spChg>
        <pc:spChg chg="add mod">
          <ac:chgData name="PRANJAL SARKAR" userId="ea73abfa8153600f" providerId="LiveId" clId="{D2C1B423-1BAE-40F8-B6C7-D31BD148B802}" dt="2026-02-15T15:35:32.845" v="2347"/>
          <ac:spMkLst>
            <pc:docMk/>
            <pc:sldMk cId="102955543" sldId="338"/>
            <ac:spMk id="16" creationId="{B00B6E1D-B344-7D58-03F0-AD95E4779B1D}"/>
          </ac:spMkLst>
        </pc:spChg>
        <pc:spChg chg="add mod">
          <ac:chgData name="PRANJAL SARKAR" userId="ea73abfa8153600f" providerId="LiveId" clId="{D2C1B423-1BAE-40F8-B6C7-D31BD148B802}" dt="2026-02-15T15:41:46.175" v="2397" actId="20577"/>
          <ac:spMkLst>
            <pc:docMk/>
            <pc:sldMk cId="102955543" sldId="338"/>
            <ac:spMk id="17" creationId="{1F968DBD-D69D-9221-A3AD-0DDA5CC46947}"/>
          </ac:spMkLst>
        </pc:spChg>
        <pc:spChg chg="add mod">
          <ac:chgData name="PRANJAL SARKAR" userId="ea73abfa8153600f" providerId="LiveId" clId="{D2C1B423-1BAE-40F8-B6C7-D31BD148B802}" dt="2026-02-15T15:42:21.313" v="2468" actId="20577"/>
          <ac:spMkLst>
            <pc:docMk/>
            <pc:sldMk cId="102955543" sldId="338"/>
            <ac:spMk id="22" creationId="{4D755BD6-F487-CD0C-5F88-48212C8E616D}"/>
          </ac:spMkLst>
        </pc:spChg>
        <pc:spChg chg="add mod">
          <ac:chgData name="PRANJAL SARKAR" userId="ea73abfa8153600f" providerId="LiveId" clId="{D2C1B423-1BAE-40F8-B6C7-D31BD148B802}" dt="2026-02-15T15:42:43.020" v="2519" actId="20577"/>
          <ac:spMkLst>
            <pc:docMk/>
            <pc:sldMk cId="102955543" sldId="338"/>
            <ac:spMk id="24" creationId="{B6F2FE02-29CD-43A8-7365-3FD8912778C3}"/>
          </ac:spMkLst>
        </pc:spChg>
        <pc:grpChg chg="add mod">
          <ac:chgData name="PRANJAL SARKAR" userId="ea73abfa8153600f" providerId="LiveId" clId="{D2C1B423-1BAE-40F8-B6C7-D31BD148B802}" dt="2026-02-15T15:34:34.517" v="2337" actId="1036"/>
          <ac:grpSpMkLst>
            <pc:docMk/>
            <pc:sldMk cId="102955543" sldId="338"/>
            <ac:grpSpMk id="12" creationId="{3206EBE1-DB2B-D546-99AF-49DDB1090754}"/>
          </ac:grpSpMkLst>
        </pc:grpChg>
        <pc:picChg chg="add mod">
          <ac:chgData name="PRANJAL SARKAR" userId="ea73abfa8153600f" providerId="LiveId" clId="{D2C1B423-1BAE-40F8-B6C7-D31BD148B802}" dt="2026-02-15T15:23:39.486" v="1879" actId="1037"/>
          <ac:picMkLst>
            <pc:docMk/>
            <pc:sldMk cId="102955543" sldId="338"/>
            <ac:picMk id="9" creationId="{0C31EA56-E8B3-C577-E1DD-EB750DEF4559}"/>
          </ac:picMkLst>
        </pc:picChg>
        <pc:cxnChg chg="add mod">
          <ac:chgData name="PRANJAL SARKAR" userId="ea73abfa8153600f" providerId="LiveId" clId="{D2C1B423-1BAE-40F8-B6C7-D31BD148B802}" dt="2026-02-15T15:22:42.908" v="1829" actId="20577"/>
          <ac:cxnSpMkLst>
            <pc:docMk/>
            <pc:sldMk cId="102955543" sldId="338"/>
            <ac:cxnSpMk id="7" creationId="{D14B346D-B14E-1366-1AF3-6D802ABE8E34}"/>
          </ac:cxnSpMkLst>
        </pc:cxnChg>
        <pc:cxnChg chg="add mod">
          <ac:chgData name="PRANJAL SARKAR" userId="ea73abfa8153600f" providerId="LiveId" clId="{D2C1B423-1BAE-40F8-B6C7-D31BD148B802}" dt="2026-02-15T15:23:49.674" v="1881" actId="1076"/>
          <ac:cxnSpMkLst>
            <pc:docMk/>
            <pc:sldMk cId="102955543" sldId="338"/>
            <ac:cxnSpMk id="13" creationId="{EEDD87C5-D01C-25EE-0042-AA9063774E80}"/>
          </ac:cxnSpMkLst>
        </pc:cxnChg>
        <pc:cxnChg chg="add mod">
          <ac:chgData name="PRANJAL SARKAR" userId="ea73abfa8153600f" providerId="LiveId" clId="{D2C1B423-1BAE-40F8-B6C7-D31BD148B802}" dt="2026-02-15T15:41:44.032" v="2394" actId="20577"/>
          <ac:cxnSpMkLst>
            <pc:docMk/>
            <pc:sldMk cId="102955543" sldId="338"/>
            <ac:cxnSpMk id="21" creationId="{A20EC733-0C58-6DA1-8669-59253E084630}"/>
          </ac:cxnSpMkLst>
        </pc:cxnChg>
        <pc:cxnChg chg="add mod">
          <ac:chgData name="PRANJAL SARKAR" userId="ea73abfa8153600f" providerId="LiveId" clId="{D2C1B423-1BAE-40F8-B6C7-D31BD148B802}" dt="2026-02-15T15:42:13.283" v="2450" actId="20577"/>
          <ac:cxnSpMkLst>
            <pc:docMk/>
            <pc:sldMk cId="102955543" sldId="338"/>
            <ac:cxnSpMk id="23" creationId="{1220B748-62D9-2A0F-804E-0A457AE3E000}"/>
          </ac:cxnSpMkLst>
        </pc:cxnChg>
        <pc:cxnChg chg="add mod">
          <ac:chgData name="PRANJAL SARKAR" userId="ea73abfa8153600f" providerId="LiveId" clId="{D2C1B423-1BAE-40F8-B6C7-D31BD148B802}" dt="2026-02-15T15:42:40.558" v="2513" actId="20577"/>
          <ac:cxnSpMkLst>
            <pc:docMk/>
            <pc:sldMk cId="102955543" sldId="338"/>
            <ac:cxnSpMk id="25" creationId="{1F1E5CCC-8234-BF0E-2739-827DD4503E5F}"/>
          </ac:cxnSpMkLst>
        </pc:cxnChg>
      </pc:sldChg>
      <pc:sldChg chg="addSp delSp modSp mod">
        <pc:chgData name="PRANJAL SARKAR" userId="ea73abfa8153600f" providerId="LiveId" clId="{D2C1B423-1BAE-40F8-B6C7-D31BD148B802}" dt="2026-02-15T15:45:13.510" v="2686" actId="20577"/>
        <pc:sldMkLst>
          <pc:docMk/>
          <pc:sldMk cId="3498333521" sldId="339"/>
        </pc:sldMkLst>
        <pc:spChg chg="add mod">
          <ac:chgData name="PRANJAL SARKAR" userId="ea73abfa8153600f" providerId="LiveId" clId="{D2C1B423-1BAE-40F8-B6C7-D31BD148B802}" dt="2026-02-15T15:07:40.573" v="1355" actId="20577"/>
          <ac:spMkLst>
            <pc:docMk/>
            <pc:sldMk cId="3498333521" sldId="339"/>
            <ac:spMk id="10" creationId="{A9230B05-85B8-2D5F-043C-2A98CA4491CD}"/>
          </ac:spMkLst>
        </pc:spChg>
        <pc:spChg chg="add mod">
          <ac:chgData name="PRANJAL SARKAR" userId="ea73abfa8153600f" providerId="LiveId" clId="{D2C1B423-1BAE-40F8-B6C7-D31BD148B802}" dt="2026-02-15T14:55:58.954" v="1331" actId="207"/>
          <ac:spMkLst>
            <pc:docMk/>
            <pc:sldMk cId="3498333521" sldId="339"/>
            <ac:spMk id="11" creationId="{D575ED56-1A64-3AC2-435B-7341DF9DA2F9}"/>
          </ac:spMkLst>
        </pc:spChg>
        <pc:spChg chg="add mod">
          <ac:chgData name="PRANJAL SARKAR" userId="ea73abfa8153600f" providerId="LiveId" clId="{D2C1B423-1BAE-40F8-B6C7-D31BD148B802}" dt="2026-02-15T15:45:13.510" v="2686" actId="20577"/>
          <ac:spMkLst>
            <pc:docMk/>
            <pc:sldMk cId="3498333521" sldId="339"/>
            <ac:spMk id="14" creationId="{6FBB9F8C-69EC-B66D-8518-FC464C25A8E7}"/>
          </ac:spMkLst>
        </pc:spChg>
        <pc:grpChg chg="mod">
          <ac:chgData name="PRANJAL SARKAR" userId="ea73abfa8153600f" providerId="LiveId" clId="{D2C1B423-1BAE-40F8-B6C7-D31BD148B802}" dt="2026-02-15T14:55:03.033" v="1318" actId="164"/>
          <ac:grpSpMkLst>
            <pc:docMk/>
            <pc:sldMk cId="3498333521" sldId="339"/>
            <ac:grpSpMk id="9" creationId="{B5E47248-C482-343C-6F07-6097339C2AC2}"/>
          </ac:grpSpMkLst>
        </pc:grpChg>
        <pc:grpChg chg="add mod">
          <ac:chgData name="PRANJAL SARKAR" userId="ea73abfa8153600f" providerId="LiveId" clId="{D2C1B423-1BAE-40F8-B6C7-D31BD148B802}" dt="2026-02-15T14:55:03.033" v="1318" actId="164"/>
          <ac:grpSpMkLst>
            <pc:docMk/>
            <pc:sldMk cId="3498333521" sldId="339"/>
            <ac:grpSpMk id="12" creationId="{61953818-0723-30FD-A1DF-8CE70389819B}"/>
          </ac:grpSpMkLst>
        </pc:grpChg>
        <pc:grpChg chg="add mod">
          <ac:chgData name="PRANJAL SARKAR" userId="ea73abfa8153600f" providerId="LiveId" clId="{D2C1B423-1BAE-40F8-B6C7-D31BD148B802}" dt="2026-02-15T14:55:03.033" v="1318" actId="164"/>
          <ac:grpSpMkLst>
            <pc:docMk/>
            <pc:sldMk cId="3498333521" sldId="339"/>
            <ac:grpSpMk id="13" creationId="{3F950E64-2811-AFD7-BDE5-44956C91E926}"/>
          </ac:grpSpMkLst>
        </pc:grpChg>
        <pc:picChg chg="add del mod modCrop">
          <ac:chgData name="PRANJAL SARKAR" userId="ea73abfa8153600f" providerId="LiveId" clId="{D2C1B423-1BAE-40F8-B6C7-D31BD148B802}" dt="2026-02-15T14:38:38.330" v="1161" actId="478"/>
          <ac:picMkLst>
            <pc:docMk/>
            <pc:sldMk cId="3498333521" sldId="339"/>
            <ac:picMk id="2" creationId="{65CAFF13-5EEF-4CCD-EB38-F99C08572806}"/>
          </ac:picMkLst>
        </pc:picChg>
        <pc:picChg chg="add mod">
          <ac:chgData name="PRANJAL SARKAR" userId="ea73abfa8153600f" providerId="LiveId" clId="{D2C1B423-1BAE-40F8-B6C7-D31BD148B802}" dt="2026-02-15T14:54:57.579" v="1317" actId="164"/>
          <ac:picMkLst>
            <pc:docMk/>
            <pc:sldMk cId="3498333521" sldId="339"/>
            <ac:picMk id="8" creationId="{E5E55B18-9571-227A-D19A-B1B1879620EA}"/>
          </ac:picMkLst>
        </pc:picChg>
        <pc:picChg chg="mod">
          <ac:chgData name="PRANJAL SARKAR" userId="ea73abfa8153600f" providerId="LiveId" clId="{D2C1B423-1BAE-40F8-B6C7-D31BD148B802}" dt="2026-02-15T14:55:34.982" v="1327" actId="1038"/>
          <ac:picMkLst>
            <pc:docMk/>
            <pc:sldMk cId="3498333521" sldId="339"/>
            <ac:picMk id="25" creationId="{8B2D2E3D-1C8E-2B31-6F9B-314DD07B46AF}"/>
          </ac:picMkLst>
        </pc:picChg>
        <pc:cxnChg chg="add mod">
          <ac:chgData name="PRANJAL SARKAR" userId="ea73abfa8153600f" providerId="LiveId" clId="{D2C1B423-1BAE-40F8-B6C7-D31BD148B802}" dt="2026-02-15T15:45:00.563" v="2644" actId="20577"/>
          <ac:cxnSpMkLst>
            <pc:docMk/>
            <pc:sldMk cId="3498333521" sldId="339"/>
            <ac:cxnSpMk id="15" creationId="{5BBFA37E-D1E0-A994-4A8C-F7704BBCA4A6}"/>
          </ac:cxnSpMkLst>
        </pc:cxnChg>
      </pc:sldChg>
      <pc:sldChg chg="addSp delSp modSp mod">
        <pc:chgData name="PRANJAL SARKAR" userId="ea73abfa8153600f" providerId="LiveId" clId="{D2C1B423-1BAE-40F8-B6C7-D31BD148B802}" dt="2026-02-15T16:08:21.946" v="3999" actId="21"/>
        <pc:sldMkLst>
          <pc:docMk/>
          <pc:sldMk cId="3129981230" sldId="340"/>
        </pc:sldMkLst>
        <pc:spChg chg="mod">
          <ac:chgData name="PRANJAL SARKAR" userId="ea73abfa8153600f" providerId="LiveId" clId="{D2C1B423-1BAE-40F8-B6C7-D31BD148B802}" dt="2026-02-15T14:55:22.579" v="1320"/>
          <ac:spMkLst>
            <pc:docMk/>
            <pc:sldMk cId="3129981230" sldId="340"/>
            <ac:spMk id="15" creationId="{6DF211EA-837C-3451-FA4B-2FE735D7D6FD}"/>
          </ac:spMkLst>
        </pc:spChg>
        <pc:spChg chg="mod">
          <ac:chgData name="PRANJAL SARKAR" userId="ea73abfa8153600f" providerId="LiveId" clId="{D2C1B423-1BAE-40F8-B6C7-D31BD148B802}" dt="2026-02-15T14:55:22.579" v="1320"/>
          <ac:spMkLst>
            <pc:docMk/>
            <pc:sldMk cId="3129981230" sldId="340"/>
            <ac:spMk id="16" creationId="{713306FE-1D60-D841-8404-38D525E6F23B}"/>
          </ac:spMkLst>
        </pc:spChg>
        <pc:spChg chg="mod">
          <ac:chgData name="PRANJAL SARKAR" userId="ea73abfa8153600f" providerId="LiveId" clId="{D2C1B423-1BAE-40F8-B6C7-D31BD148B802}" dt="2026-02-15T14:55:22.579" v="1320"/>
          <ac:spMkLst>
            <pc:docMk/>
            <pc:sldMk cId="3129981230" sldId="340"/>
            <ac:spMk id="18" creationId="{E26A457B-8A94-CF7B-9AD2-A2CF3EB8251C}"/>
          </ac:spMkLst>
        </pc:spChg>
        <pc:spChg chg="mod">
          <ac:chgData name="PRANJAL SARKAR" userId="ea73abfa8153600f" providerId="LiveId" clId="{D2C1B423-1BAE-40F8-B6C7-D31BD148B802}" dt="2026-02-15T14:55:22.579" v="1320"/>
          <ac:spMkLst>
            <pc:docMk/>
            <pc:sldMk cId="3129981230" sldId="340"/>
            <ac:spMk id="19" creationId="{ED022472-68A5-3E4C-C3F6-8746B045150D}"/>
          </ac:spMkLst>
        </pc:spChg>
        <pc:spChg chg="mod">
          <ac:chgData name="PRANJAL SARKAR" userId="ea73abfa8153600f" providerId="LiveId" clId="{D2C1B423-1BAE-40F8-B6C7-D31BD148B802}" dt="2026-02-15T14:55:22.579" v="1320"/>
          <ac:spMkLst>
            <pc:docMk/>
            <pc:sldMk cId="3129981230" sldId="340"/>
            <ac:spMk id="20" creationId="{A96EFB6A-33D9-BCC1-B528-07799EED9FEC}"/>
          </ac:spMkLst>
        </pc:spChg>
        <pc:spChg chg="mod">
          <ac:chgData name="PRANJAL SARKAR" userId="ea73abfa8153600f" providerId="LiveId" clId="{D2C1B423-1BAE-40F8-B6C7-D31BD148B802}" dt="2026-02-15T15:07:47.767" v="1357" actId="20577"/>
          <ac:spMkLst>
            <pc:docMk/>
            <pc:sldMk cId="3129981230" sldId="340"/>
            <ac:spMk id="39" creationId="{FFCEC9FA-0A6C-D11F-28F2-86A48B78804A}"/>
          </ac:spMkLst>
        </pc:spChg>
        <pc:spChg chg="mod">
          <ac:chgData name="PRANJAL SARKAR" userId="ea73abfa8153600f" providerId="LiveId" clId="{D2C1B423-1BAE-40F8-B6C7-D31BD148B802}" dt="2026-02-15T15:07:46.673" v="1356"/>
          <ac:spMkLst>
            <pc:docMk/>
            <pc:sldMk cId="3129981230" sldId="340"/>
            <ac:spMk id="40" creationId="{16DD010C-70E0-F8D9-3E30-C5575E656BAF}"/>
          </ac:spMkLst>
        </pc:spChg>
        <pc:spChg chg="mod">
          <ac:chgData name="PRANJAL SARKAR" userId="ea73abfa8153600f" providerId="LiveId" clId="{D2C1B423-1BAE-40F8-B6C7-D31BD148B802}" dt="2026-02-15T15:07:46.673" v="1356"/>
          <ac:spMkLst>
            <pc:docMk/>
            <pc:sldMk cId="3129981230" sldId="340"/>
            <ac:spMk id="42" creationId="{EF3CC43B-36A0-16ED-650C-E7914E4777AD}"/>
          </ac:spMkLst>
        </pc:spChg>
        <pc:spChg chg="mod">
          <ac:chgData name="PRANJAL SARKAR" userId="ea73abfa8153600f" providerId="LiveId" clId="{D2C1B423-1BAE-40F8-B6C7-D31BD148B802}" dt="2026-02-15T15:07:46.673" v="1356"/>
          <ac:spMkLst>
            <pc:docMk/>
            <pc:sldMk cId="3129981230" sldId="340"/>
            <ac:spMk id="43" creationId="{6D5A2120-7439-9D85-55BD-33FD1919A908}"/>
          </ac:spMkLst>
        </pc:spChg>
        <pc:spChg chg="mod">
          <ac:chgData name="PRANJAL SARKAR" userId="ea73abfa8153600f" providerId="LiveId" clId="{D2C1B423-1BAE-40F8-B6C7-D31BD148B802}" dt="2026-02-15T15:07:46.673" v="1356"/>
          <ac:spMkLst>
            <pc:docMk/>
            <pc:sldMk cId="3129981230" sldId="340"/>
            <ac:spMk id="44" creationId="{ABF49A26-337E-9521-F35F-3365E0F18E8F}"/>
          </ac:spMkLst>
        </pc:spChg>
        <pc:spChg chg="add mod">
          <ac:chgData name="PRANJAL SARKAR" userId="ea73abfa8153600f" providerId="LiveId" clId="{D2C1B423-1BAE-40F8-B6C7-D31BD148B802}" dt="2026-02-15T15:46:54.438" v="2769" actId="20577"/>
          <ac:spMkLst>
            <pc:docMk/>
            <pc:sldMk cId="3129981230" sldId="340"/>
            <ac:spMk id="45" creationId="{83F8B45A-4614-712D-79FC-76CC890C5F19}"/>
          </ac:spMkLst>
        </pc:spChg>
        <pc:spChg chg="mod">
          <ac:chgData name="PRANJAL SARKAR" userId="ea73abfa8153600f" providerId="LiveId" clId="{D2C1B423-1BAE-40F8-B6C7-D31BD148B802}" dt="2026-02-15T16:08:10.774" v="3998"/>
          <ac:spMkLst>
            <pc:docMk/>
            <pc:sldMk cId="3129981230" sldId="340"/>
            <ac:spMk id="48" creationId="{E3B18FF7-C52E-6516-69B9-9CFED7D65247}"/>
          </ac:spMkLst>
        </pc:spChg>
        <pc:grpChg chg="del">
          <ac:chgData name="PRANJAL SARKAR" userId="ea73abfa8153600f" providerId="LiveId" clId="{D2C1B423-1BAE-40F8-B6C7-D31BD148B802}" dt="2026-02-15T14:55:21.908" v="1319" actId="478"/>
          <ac:grpSpMkLst>
            <pc:docMk/>
            <pc:sldMk cId="3129981230" sldId="340"/>
            <ac:grpSpMk id="9" creationId="{A99BF3C5-CF52-B035-10B3-5823557BA6A2}"/>
          </ac:grpSpMkLst>
        </pc:grpChg>
        <pc:grpChg chg="add del mod">
          <ac:chgData name="PRANJAL SARKAR" userId="ea73abfa8153600f" providerId="LiveId" clId="{D2C1B423-1BAE-40F8-B6C7-D31BD148B802}" dt="2026-02-15T14:55:42.689" v="1328" actId="478"/>
          <ac:grpSpMkLst>
            <pc:docMk/>
            <pc:sldMk cId="3129981230" sldId="340"/>
            <ac:grpSpMk id="11" creationId="{C65C6322-F16B-B142-8152-09C55FD0F714}"/>
          </ac:grpSpMkLst>
        </pc:grpChg>
        <pc:grpChg chg="mod">
          <ac:chgData name="PRANJAL SARKAR" userId="ea73abfa8153600f" providerId="LiveId" clId="{D2C1B423-1BAE-40F8-B6C7-D31BD148B802}" dt="2026-02-15T14:55:22.579" v="1320"/>
          <ac:grpSpMkLst>
            <pc:docMk/>
            <pc:sldMk cId="3129981230" sldId="340"/>
            <ac:grpSpMk id="12" creationId="{42510FF3-CFF9-981C-0D46-2322AF8C7438}"/>
          </ac:grpSpMkLst>
        </pc:grpChg>
        <pc:grpChg chg="mod">
          <ac:chgData name="PRANJAL SARKAR" userId="ea73abfa8153600f" providerId="LiveId" clId="{D2C1B423-1BAE-40F8-B6C7-D31BD148B802}" dt="2026-02-15T14:55:22.579" v="1320"/>
          <ac:grpSpMkLst>
            <pc:docMk/>
            <pc:sldMk cId="3129981230" sldId="340"/>
            <ac:grpSpMk id="13" creationId="{9FBCC983-9755-DD2F-CF69-DB96BA5D817E}"/>
          </ac:grpSpMkLst>
        </pc:grpChg>
        <pc:grpChg chg="add mod">
          <ac:chgData name="PRANJAL SARKAR" userId="ea73abfa8153600f" providerId="LiveId" clId="{D2C1B423-1BAE-40F8-B6C7-D31BD148B802}" dt="2026-02-15T15:07:46.673" v="1356"/>
          <ac:grpSpMkLst>
            <pc:docMk/>
            <pc:sldMk cId="3129981230" sldId="340"/>
            <ac:grpSpMk id="21" creationId="{D4F6F281-1C38-43C0-3011-66FE145A8FB4}"/>
          </ac:grpSpMkLst>
        </pc:grpChg>
        <pc:grpChg chg="mod">
          <ac:chgData name="PRANJAL SARKAR" userId="ea73abfa8153600f" providerId="LiveId" clId="{D2C1B423-1BAE-40F8-B6C7-D31BD148B802}" dt="2026-02-15T15:07:46.673" v="1356"/>
          <ac:grpSpMkLst>
            <pc:docMk/>
            <pc:sldMk cId="3129981230" sldId="340"/>
            <ac:grpSpMk id="22" creationId="{73149D0C-134A-A404-97CF-F5AF2C3A2957}"/>
          </ac:grpSpMkLst>
        </pc:grpChg>
        <pc:grpChg chg="mod">
          <ac:chgData name="PRANJAL SARKAR" userId="ea73abfa8153600f" providerId="LiveId" clId="{D2C1B423-1BAE-40F8-B6C7-D31BD148B802}" dt="2026-02-15T15:07:46.673" v="1356"/>
          <ac:grpSpMkLst>
            <pc:docMk/>
            <pc:sldMk cId="3129981230" sldId="340"/>
            <ac:grpSpMk id="23" creationId="{71E8900F-9D64-7330-9877-43F4E6A94D40}"/>
          </ac:grpSpMkLst>
        </pc:grpChg>
        <pc:grpChg chg="add del mod">
          <ac:chgData name="PRANJAL SARKAR" userId="ea73abfa8153600f" providerId="LiveId" clId="{D2C1B423-1BAE-40F8-B6C7-D31BD148B802}" dt="2026-02-15T16:08:21.946" v="3999" actId="21"/>
          <ac:grpSpMkLst>
            <pc:docMk/>
            <pc:sldMk cId="3129981230" sldId="340"/>
            <ac:grpSpMk id="47" creationId="{6AF2A8CB-015E-0580-EF27-BF90F69DDBB0}"/>
          </ac:grpSpMkLst>
        </pc:grpChg>
        <pc:picChg chg="mod">
          <ac:chgData name="PRANJAL SARKAR" userId="ea73abfa8153600f" providerId="LiveId" clId="{D2C1B423-1BAE-40F8-B6C7-D31BD148B802}" dt="2026-02-15T14:55:22.579" v="1320"/>
          <ac:picMkLst>
            <pc:docMk/>
            <pc:sldMk cId="3129981230" sldId="340"/>
            <ac:picMk id="14" creationId="{0842C412-3CE0-807A-1B09-00B14AB2AC9A}"/>
          </ac:picMkLst>
        </pc:picChg>
        <pc:picChg chg="mod">
          <ac:chgData name="PRANJAL SARKAR" userId="ea73abfa8153600f" providerId="LiveId" clId="{D2C1B423-1BAE-40F8-B6C7-D31BD148B802}" dt="2026-02-15T14:55:22.579" v="1320"/>
          <ac:picMkLst>
            <pc:docMk/>
            <pc:sldMk cId="3129981230" sldId="340"/>
            <ac:picMk id="17" creationId="{99FB21F4-EB1F-2537-D875-B17227FA665E}"/>
          </ac:picMkLst>
        </pc:picChg>
        <pc:picChg chg="mod">
          <ac:chgData name="PRANJAL SARKAR" userId="ea73abfa8153600f" providerId="LiveId" clId="{D2C1B423-1BAE-40F8-B6C7-D31BD148B802}" dt="2026-02-15T15:07:46.673" v="1356"/>
          <ac:picMkLst>
            <pc:docMk/>
            <pc:sldMk cId="3129981230" sldId="340"/>
            <ac:picMk id="38" creationId="{7BCD0989-EF8D-BB79-5F28-2D4066FD5E96}"/>
          </ac:picMkLst>
        </pc:picChg>
        <pc:picChg chg="mod">
          <ac:chgData name="PRANJAL SARKAR" userId="ea73abfa8153600f" providerId="LiveId" clId="{D2C1B423-1BAE-40F8-B6C7-D31BD148B802}" dt="2026-02-15T15:07:46.673" v="1356"/>
          <ac:picMkLst>
            <pc:docMk/>
            <pc:sldMk cId="3129981230" sldId="340"/>
            <ac:picMk id="41" creationId="{C0AE68CF-A3CC-CF8E-AC94-F9A1E827EA87}"/>
          </ac:picMkLst>
        </pc:picChg>
        <pc:picChg chg="mod">
          <ac:chgData name="PRANJAL SARKAR" userId="ea73abfa8153600f" providerId="LiveId" clId="{D2C1B423-1BAE-40F8-B6C7-D31BD148B802}" dt="2026-02-15T16:08:10.774" v="3998"/>
          <ac:picMkLst>
            <pc:docMk/>
            <pc:sldMk cId="3129981230" sldId="340"/>
            <ac:picMk id="49" creationId="{2895C2DA-F63F-3673-0CAB-DA6E0D6C4CB0}"/>
          </ac:picMkLst>
        </pc:picChg>
        <pc:cxnChg chg="add mod">
          <ac:chgData name="PRANJAL SARKAR" userId="ea73abfa8153600f" providerId="LiveId" clId="{D2C1B423-1BAE-40F8-B6C7-D31BD148B802}" dt="2026-02-15T15:45:23.532" v="2699" actId="20577"/>
          <ac:cxnSpMkLst>
            <pc:docMk/>
            <pc:sldMk cId="3129981230" sldId="340"/>
            <ac:cxnSpMk id="46" creationId="{147E9BE5-3E8F-A9D9-5F30-4249A53CF533}"/>
          </ac:cxnSpMkLst>
        </pc:cxnChg>
      </pc:sldChg>
      <pc:sldChg chg="addSp delSp modSp mod">
        <pc:chgData name="PRANJAL SARKAR" userId="ea73abfa8153600f" providerId="LiveId" clId="{D2C1B423-1BAE-40F8-B6C7-D31BD148B802}" dt="2026-02-15T15:46:08.204" v="2746" actId="14100"/>
        <pc:sldMkLst>
          <pc:docMk/>
          <pc:sldMk cId="1851415327" sldId="341"/>
        </pc:sldMkLst>
        <pc:spChg chg="mod">
          <ac:chgData name="PRANJAL SARKAR" userId="ea73abfa8153600f" providerId="LiveId" clId="{D2C1B423-1BAE-40F8-B6C7-D31BD148B802}" dt="2026-02-15T15:07:51.532" v="1359" actId="6549"/>
          <ac:spMkLst>
            <pc:docMk/>
            <pc:sldMk cId="1851415327" sldId="341"/>
            <ac:spMk id="14" creationId="{C6AD0E80-5AD3-C020-25DF-337FD862EB3F}"/>
          </ac:spMkLst>
        </pc:spChg>
        <pc:spChg chg="mod">
          <ac:chgData name="PRANJAL SARKAR" userId="ea73abfa8153600f" providerId="LiveId" clId="{D2C1B423-1BAE-40F8-B6C7-D31BD148B802}" dt="2026-02-15T15:07:51.189" v="1358"/>
          <ac:spMkLst>
            <pc:docMk/>
            <pc:sldMk cId="1851415327" sldId="341"/>
            <ac:spMk id="15" creationId="{8A9E89DC-B3BA-4E7C-7332-6D18E48F2216}"/>
          </ac:spMkLst>
        </pc:spChg>
        <pc:spChg chg="mod">
          <ac:chgData name="PRANJAL SARKAR" userId="ea73abfa8153600f" providerId="LiveId" clId="{D2C1B423-1BAE-40F8-B6C7-D31BD148B802}" dt="2026-02-15T15:07:51.189" v="1358"/>
          <ac:spMkLst>
            <pc:docMk/>
            <pc:sldMk cId="1851415327" sldId="341"/>
            <ac:spMk id="17" creationId="{F80BC6FE-49DD-252A-9211-42BC7EE2A9D8}"/>
          </ac:spMkLst>
        </pc:spChg>
        <pc:spChg chg="mod">
          <ac:chgData name="PRANJAL SARKAR" userId="ea73abfa8153600f" providerId="LiveId" clId="{D2C1B423-1BAE-40F8-B6C7-D31BD148B802}" dt="2026-02-15T15:07:51.189" v="1358"/>
          <ac:spMkLst>
            <pc:docMk/>
            <pc:sldMk cId="1851415327" sldId="341"/>
            <ac:spMk id="18" creationId="{6E6F5F7B-C9A9-5A42-26D6-1B2C482F764E}"/>
          </ac:spMkLst>
        </pc:spChg>
        <pc:spChg chg="mod">
          <ac:chgData name="PRANJAL SARKAR" userId="ea73abfa8153600f" providerId="LiveId" clId="{D2C1B423-1BAE-40F8-B6C7-D31BD148B802}" dt="2026-02-15T15:07:51.189" v="1358"/>
          <ac:spMkLst>
            <pc:docMk/>
            <pc:sldMk cId="1851415327" sldId="341"/>
            <ac:spMk id="19" creationId="{A62A2DA1-59C8-6556-E238-7163ACBD9F6D}"/>
          </ac:spMkLst>
        </pc:spChg>
        <pc:spChg chg="add mod">
          <ac:chgData name="PRANJAL SARKAR" userId="ea73abfa8153600f" providerId="LiveId" clId="{D2C1B423-1BAE-40F8-B6C7-D31BD148B802}" dt="2026-02-15T15:46:08.204" v="2746" actId="14100"/>
          <ac:spMkLst>
            <pc:docMk/>
            <pc:sldMk cId="1851415327" sldId="341"/>
            <ac:spMk id="20" creationId="{D9065567-689C-77BD-1916-A7F4D3747A21}"/>
          </ac:spMkLst>
        </pc:spChg>
        <pc:grpChg chg="del">
          <ac:chgData name="PRANJAL SARKAR" userId="ea73abfa8153600f" providerId="LiveId" clId="{D2C1B423-1BAE-40F8-B6C7-D31BD148B802}" dt="2026-02-15T14:56:19.017" v="1333" actId="478"/>
          <ac:grpSpMkLst>
            <pc:docMk/>
            <pc:sldMk cId="1851415327" sldId="341"/>
            <ac:grpSpMk id="9" creationId="{8371CE7D-6AD1-C4A8-05B3-C855D0123D5D}"/>
          </ac:grpSpMkLst>
        </pc:grpChg>
        <pc:grpChg chg="add mod">
          <ac:chgData name="PRANJAL SARKAR" userId="ea73abfa8153600f" providerId="LiveId" clId="{D2C1B423-1BAE-40F8-B6C7-D31BD148B802}" dt="2026-02-15T15:07:51.189" v="1358"/>
          <ac:grpSpMkLst>
            <pc:docMk/>
            <pc:sldMk cId="1851415327" sldId="341"/>
            <ac:grpSpMk id="10" creationId="{C0BB0561-423B-798E-9B34-2E7DCC723155}"/>
          </ac:grpSpMkLst>
        </pc:grpChg>
        <pc:grpChg chg="mod">
          <ac:chgData name="PRANJAL SARKAR" userId="ea73abfa8153600f" providerId="LiveId" clId="{D2C1B423-1BAE-40F8-B6C7-D31BD148B802}" dt="2026-02-15T15:07:51.189" v="1358"/>
          <ac:grpSpMkLst>
            <pc:docMk/>
            <pc:sldMk cId="1851415327" sldId="341"/>
            <ac:grpSpMk id="11" creationId="{4F29C6A3-D717-23F1-16CA-FE81A5873702}"/>
          </ac:grpSpMkLst>
        </pc:grpChg>
        <pc:grpChg chg="mod">
          <ac:chgData name="PRANJAL SARKAR" userId="ea73abfa8153600f" providerId="LiveId" clId="{D2C1B423-1BAE-40F8-B6C7-D31BD148B802}" dt="2026-02-15T15:07:51.189" v="1358"/>
          <ac:grpSpMkLst>
            <pc:docMk/>
            <pc:sldMk cId="1851415327" sldId="341"/>
            <ac:grpSpMk id="12" creationId="{C01B71D3-97A2-4D17-042F-CD3BF04B3238}"/>
          </ac:grpSpMkLst>
        </pc:grpChg>
        <pc:picChg chg="mod">
          <ac:chgData name="PRANJAL SARKAR" userId="ea73abfa8153600f" providerId="LiveId" clId="{D2C1B423-1BAE-40F8-B6C7-D31BD148B802}" dt="2026-02-15T15:07:51.189" v="1358"/>
          <ac:picMkLst>
            <pc:docMk/>
            <pc:sldMk cId="1851415327" sldId="341"/>
            <ac:picMk id="13" creationId="{B09ADE10-CD9E-D128-527C-112C0178CBD3}"/>
          </ac:picMkLst>
        </pc:picChg>
        <pc:picChg chg="mod">
          <ac:chgData name="PRANJAL SARKAR" userId="ea73abfa8153600f" providerId="LiveId" clId="{D2C1B423-1BAE-40F8-B6C7-D31BD148B802}" dt="2026-02-15T15:07:51.189" v="1358"/>
          <ac:picMkLst>
            <pc:docMk/>
            <pc:sldMk cId="1851415327" sldId="341"/>
            <ac:picMk id="16" creationId="{B8AE1274-53E4-C0A9-DCA6-F5B3B8C0E473}"/>
          </ac:picMkLst>
        </pc:picChg>
        <pc:cxnChg chg="add mod">
          <ac:chgData name="PRANJAL SARKAR" userId="ea73abfa8153600f" providerId="LiveId" clId="{D2C1B423-1BAE-40F8-B6C7-D31BD148B802}" dt="2026-02-15T15:46:08.204" v="2746" actId="14100"/>
          <ac:cxnSpMkLst>
            <pc:docMk/>
            <pc:sldMk cId="1851415327" sldId="341"/>
            <ac:cxnSpMk id="21" creationId="{79775ECE-AC92-7DEA-E51D-A3F977C4217C}"/>
          </ac:cxnSpMkLst>
        </pc:cxnChg>
      </pc:sldChg>
      <pc:sldChg chg="addSp delSp modSp mod">
        <pc:chgData name="PRANJAL SARKAR" userId="ea73abfa8153600f" providerId="LiveId" clId="{D2C1B423-1BAE-40F8-B6C7-D31BD148B802}" dt="2026-02-15T15:47:16.032" v="2789" actId="14100"/>
        <pc:sldMkLst>
          <pc:docMk/>
          <pc:sldMk cId="475991728" sldId="342"/>
        </pc:sldMkLst>
        <pc:spChg chg="mod">
          <ac:chgData name="PRANJAL SARKAR" userId="ea73abfa8153600f" providerId="LiveId" clId="{D2C1B423-1BAE-40F8-B6C7-D31BD148B802}" dt="2026-02-15T15:07:55.825" v="1361" actId="6549"/>
          <ac:spMkLst>
            <pc:docMk/>
            <pc:sldMk cId="475991728" sldId="342"/>
            <ac:spMk id="20" creationId="{B7EAA4E0-4B2E-2B68-1346-461BF613939C}"/>
          </ac:spMkLst>
        </pc:spChg>
        <pc:spChg chg="mod">
          <ac:chgData name="PRANJAL SARKAR" userId="ea73abfa8153600f" providerId="LiveId" clId="{D2C1B423-1BAE-40F8-B6C7-D31BD148B802}" dt="2026-02-15T15:07:54.893" v="1360"/>
          <ac:spMkLst>
            <pc:docMk/>
            <pc:sldMk cId="475991728" sldId="342"/>
            <ac:spMk id="21" creationId="{D4F07977-E300-85E9-F6A8-05E8DA712E53}"/>
          </ac:spMkLst>
        </pc:spChg>
        <pc:spChg chg="mod">
          <ac:chgData name="PRANJAL SARKAR" userId="ea73abfa8153600f" providerId="LiveId" clId="{D2C1B423-1BAE-40F8-B6C7-D31BD148B802}" dt="2026-02-15T15:07:54.893" v="1360"/>
          <ac:spMkLst>
            <pc:docMk/>
            <pc:sldMk cId="475991728" sldId="342"/>
            <ac:spMk id="23" creationId="{46D8B9EA-4AF2-4FEB-D2EC-1FA9F233BEAB}"/>
          </ac:spMkLst>
        </pc:spChg>
        <pc:spChg chg="mod">
          <ac:chgData name="PRANJAL SARKAR" userId="ea73abfa8153600f" providerId="LiveId" clId="{D2C1B423-1BAE-40F8-B6C7-D31BD148B802}" dt="2026-02-15T15:07:54.893" v="1360"/>
          <ac:spMkLst>
            <pc:docMk/>
            <pc:sldMk cId="475991728" sldId="342"/>
            <ac:spMk id="38" creationId="{6AA14829-9D04-CDBC-9A41-E534D77536DD}"/>
          </ac:spMkLst>
        </pc:spChg>
        <pc:spChg chg="mod">
          <ac:chgData name="PRANJAL SARKAR" userId="ea73abfa8153600f" providerId="LiveId" clId="{D2C1B423-1BAE-40F8-B6C7-D31BD148B802}" dt="2026-02-15T15:07:54.893" v="1360"/>
          <ac:spMkLst>
            <pc:docMk/>
            <pc:sldMk cId="475991728" sldId="342"/>
            <ac:spMk id="39" creationId="{60334D03-D297-76A7-E6DC-9B613DC4CB4E}"/>
          </ac:spMkLst>
        </pc:spChg>
        <pc:spChg chg="add mod">
          <ac:chgData name="PRANJAL SARKAR" userId="ea73abfa8153600f" providerId="LiveId" clId="{D2C1B423-1BAE-40F8-B6C7-D31BD148B802}" dt="2026-02-15T15:47:16.032" v="2789" actId="14100"/>
          <ac:spMkLst>
            <pc:docMk/>
            <pc:sldMk cId="475991728" sldId="342"/>
            <ac:spMk id="40" creationId="{18D37B16-12C6-8839-0DF6-917B4162220A}"/>
          </ac:spMkLst>
        </pc:spChg>
        <pc:grpChg chg="del">
          <ac:chgData name="PRANJAL SARKAR" userId="ea73abfa8153600f" providerId="LiveId" clId="{D2C1B423-1BAE-40F8-B6C7-D31BD148B802}" dt="2026-02-15T14:56:24.079" v="1335" actId="478"/>
          <ac:grpSpMkLst>
            <pc:docMk/>
            <pc:sldMk cId="475991728" sldId="342"/>
            <ac:grpSpMk id="9" creationId="{A9682A5C-17A0-D922-8DBD-CEB78733A6D5}"/>
          </ac:grpSpMkLst>
        </pc:grpChg>
        <pc:grpChg chg="add mod">
          <ac:chgData name="PRANJAL SARKAR" userId="ea73abfa8153600f" providerId="LiveId" clId="{D2C1B423-1BAE-40F8-B6C7-D31BD148B802}" dt="2026-02-15T15:07:54.893" v="1360"/>
          <ac:grpSpMkLst>
            <pc:docMk/>
            <pc:sldMk cId="475991728" sldId="342"/>
            <ac:grpSpMk id="16" creationId="{8901CE0B-E715-7560-9F4E-652CB2FA1AAA}"/>
          </ac:grpSpMkLst>
        </pc:grpChg>
        <pc:grpChg chg="mod">
          <ac:chgData name="PRANJAL SARKAR" userId="ea73abfa8153600f" providerId="LiveId" clId="{D2C1B423-1BAE-40F8-B6C7-D31BD148B802}" dt="2026-02-15T15:07:54.893" v="1360"/>
          <ac:grpSpMkLst>
            <pc:docMk/>
            <pc:sldMk cId="475991728" sldId="342"/>
            <ac:grpSpMk id="17" creationId="{98603DAA-06A3-CBDE-7401-9B687AC9DBF1}"/>
          </ac:grpSpMkLst>
        </pc:grpChg>
        <pc:grpChg chg="mod">
          <ac:chgData name="PRANJAL SARKAR" userId="ea73abfa8153600f" providerId="LiveId" clId="{D2C1B423-1BAE-40F8-B6C7-D31BD148B802}" dt="2026-02-15T15:07:54.893" v="1360"/>
          <ac:grpSpMkLst>
            <pc:docMk/>
            <pc:sldMk cId="475991728" sldId="342"/>
            <ac:grpSpMk id="18" creationId="{F795B4C9-92E8-D35F-1312-52F6BE618442}"/>
          </ac:grpSpMkLst>
        </pc:grpChg>
        <pc:picChg chg="mod">
          <ac:chgData name="PRANJAL SARKAR" userId="ea73abfa8153600f" providerId="LiveId" clId="{D2C1B423-1BAE-40F8-B6C7-D31BD148B802}" dt="2026-02-15T15:07:54.893" v="1360"/>
          <ac:picMkLst>
            <pc:docMk/>
            <pc:sldMk cId="475991728" sldId="342"/>
            <ac:picMk id="19" creationId="{4408A154-799C-5D24-ED9F-08C7ACD2B912}"/>
          </ac:picMkLst>
        </pc:picChg>
        <pc:picChg chg="mod">
          <ac:chgData name="PRANJAL SARKAR" userId="ea73abfa8153600f" providerId="LiveId" clId="{D2C1B423-1BAE-40F8-B6C7-D31BD148B802}" dt="2026-02-15T15:07:54.893" v="1360"/>
          <ac:picMkLst>
            <pc:docMk/>
            <pc:sldMk cId="475991728" sldId="342"/>
            <ac:picMk id="22" creationId="{9B494175-4AF9-B1C9-88B5-DD6EE3B6E500}"/>
          </ac:picMkLst>
        </pc:picChg>
        <pc:cxnChg chg="add mod">
          <ac:chgData name="PRANJAL SARKAR" userId="ea73abfa8153600f" providerId="LiveId" clId="{D2C1B423-1BAE-40F8-B6C7-D31BD148B802}" dt="2026-02-15T15:47:16.032" v="2789" actId="14100"/>
          <ac:cxnSpMkLst>
            <pc:docMk/>
            <pc:sldMk cId="475991728" sldId="342"/>
            <ac:cxnSpMk id="41" creationId="{F1348519-D24F-2C64-314C-5D57EF18739A}"/>
          </ac:cxnSpMkLst>
        </pc:cxnChg>
      </pc:sldChg>
      <pc:sldChg chg="addSp delSp modSp mod">
        <pc:chgData name="PRANJAL SARKAR" userId="ea73abfa8153600f" providerId="LiveId" clId="{D2C1B423-1BAE-40F8-B6C7-D31BD148B802}" dt="2026-02-15T15:47:28.407" v="2802" actId="20577"/>
        <pc:sldMkLst>
          <pc:docMk/>
          <pc:sldMk cId="2496624327" sldId="343"/>
        </pc:sldMkLst>
        <pc:spChg chg="mod">
          <ac:chgData name="PRANJAL SARKAR" userId="ea73abfa8153600f" providerId="LiveId" clId="{D2C1B423-1BAE-40F8-B6C7-D31BD148B802}" dt="2026-02-15T15:08:00.283" v="1363" actId="6549"/>
          <ac:spMkLst>
            <pc:docMk/>
            <pc:sldMk cId="2496624327" sldId="343"/>
            <ac:spMk id="15" creationId="{64ADED26-FD0B-B949-1BFF-5C9AF3B96EA2}"/>
          </ac:spMkLst>
        </pc:spChg>
        <pc:spChg chg="mod">
          <ac:chgData name="PRANJAL SARKAR" userId="ea73abfa8153600f" providerId="LiveId" clId="{D2C1B423-1BAE-40F8-B6C7-D31BD148B802}" dt="2026-02-15T15:07:59.319" v="1362"/>
          <ac:spMkLst>
            <pc:docMk/>
            <pc:sldMk cId="2496624327" sldId="343"/>
            <ac:spMk id="16" creationId="{968E0715-4C8A-377F-4CC7-5DA20295CD32}"/>
          </ac:spMkLst>
        </pc:spChg>
        <pc:spChg chg="mod">
          <ac:chgData name="PRANJAL SARKAR" userId="ea73abfa8153600f" providerId="LiveId" clId="{D2C1B423-1BAE-40F8-B6C7-D31BD148B802}" dt="2026-02-15T15:07:59.319" v="1362"/>
          <ac:spMkLst>
            <pc:docMk/>
            <pc:sldMk cId="2496624327" sldId="343"/>
            <ac:spMk id="18" creationId="{7BEEA1D5-AE67-2A22-74A2-E134DC37962E}"/>
          </ac:spMkLst>
        </pc:spChg>
        <pc:spChg chg="mod">
          <ac:chgData name="PRANJAL SARKAR" userId="ea73abfa8153600f" providerId="LiveId" clId="{D2C1B423-1BAE-40F8-B6C7-D31BD148B802}" dt="2026-02-15T15:07:59.319" v="1362"/>
          <ac:spMkLst>
            <pc:docMk/>
            <pc:sldMk cId="2496624327" sldId="343"/>
            <ac:spMk id="19" creationId="{3ACDDECE-0A2B-62F9-2258-BA26A43146D7}"/>
          </ac:spMkLst>
        </pc:spChg>
        <pc:spChg chg="mod">
          <ac:chgData name="PRANJAL SARKAR" userId="ea73abfa8153600f" providerId="LiveId" clId="{D2C1B423-1BAE-40F8-B6C7-D31BD148B802}" dt="2026-02-15T15:07:59.319" v="1362"/>
          <ac:spMkLst>
            <pc:docMk/>
            <pc:sldMk cId="2496624327" sldId="343"/>
            <ac:spMk id="20" creationId="{6DC1ED7E-57CB-E0B5-FFB2-59E974472ED5}"/>
          </ac:spMkLst>
        </pc:spChg>
        <pc:spChg chg="add mod">
          <ac:chgData name="PRANJAL SARKAR" userId="ea73abfa8153600f" providerId="LiveId" clId="{D2C1B423-1BAE-40F8-B6C7-D31BD148B802}" dt="2026-02-15T15:47:28.407" v="2802" actId="20577"/>
          <ac:spMkLst>
            <pc:docMk/>
            <pc:sldMk cId="2496624327" sldId="343"/>
            <ac:spMk id="21" creationId="{20F94177-6A2B-8BE7-D0AE-0CD4013B47B8}"/>
          </ac:spMkLst>
        </pc:spChg>
        <pc:grpChg chg="add mod">
          <ac:chgData name="PRANJAL SARKAR" userId="ea73abfa8153600f" providerId="LiveId" clId="{D2C1B423-1BAE-40F8-B6C7-D31BD148B802}" dt="2026-02-15T15:07:59.319" v="1362"/>
          <ac:grpSpMkLst>
            <pc:docMk/>
            <pc:sldMk cId="2496624327" sldId="343"/>
            <ac:grpSpMk id="3" creationId="{08C59EAF-E5CF-FEA6-5D3A-88FF770A7F28}"/>
          </ac:grpSpMkLst>
        </pc:grpChg>
        <pc:grpChg chg="del">
          <ac:chgData name="PRANJAL SARKAR" userId="ea73abfa8153600f" providerId="LiveId" clId="{D2C1B423-1BAE-40F8-B6C7-D31BD148B802}" dt="2026-02-15T14:56:29.251" v="1337" actId="478"/>
          <ac:grpSpMkLst>
            <pc:docMk/>
            <pc:sldMk cId="2496624327" sldId="343"/>
            <ac:grpSpMk id="9" creationId="{A4F65FB0-5DB0-D78F-137C-DF39885B68CE}"/>
          </ac:grpSpMkLst>
        </pc:grpChg>
        <pc:grpChg chg="mod">
          <ac:chgData name="PRANJAL SARKAR" userId="ea73abfa8153600f" providerId="LiveId" clId="{D2C1B423-1BAE-40F8-B6C7-D31BD148B802}" dt="2026-02-15T15:07:59.319" v="1362"/>
          <ac:grpSpMkLst>
            <pc:docMk/>
            <pc:sldMk cId="2496624327" sldId="343"/>
            <ac:grpSpMk id="10" creationId="{D80274C6-95F7-0AA4-6DE5-56A762C28363}"/>
          </ac:grpSpMkLst>
        </pc:grpChg>
        <pc:grpChg chg="mod">
          <ac:chgData name="PRANJAL SARKAR" userId="ea73abfa8153600f" providerId="LiveId" clId="{D2C1B423-1BAE-40F8-B6C7-D31BD148B802}" dt="2026-02-15T15:07:59.319" v="1362"/>
          <ac:grpSpMkLst>
            <pc:docMk/>
            <pc:sldMk cId="2496624327" sldId="343"/>
            <ac:grpSpMk id="13" creationId="{12FB8EFF-7AE4-6566-C38B-5CFFF0CF25D1}"/>
          </ac:grpSpMkLst>
        </pc:grpChg>
        <pc:picChg chg="mod">
          <ac:chgData name="PRANJAL SARKAR" userId="ea73abfa8153600f" providerId="LiveId" clId="{D2C1B423-1BAE-40F8-B6C7-D31BD148B802}" dt="2026-02-15T15:07:59.319" v="1362"/>
          <ac:picMkLst>
            <pc:docMk/>
            <pc:sldMk cId="2496624327" sldId="343"/>
            <ac:picMk id="14" creationId="{95A7B96E-3947-1F01-83C8-123D6BEEE018}"/>
          </ac:picMkLst>
        </pc:picChg>
        <pc:picChg chg="mod">
          <ac:chgData name="PRANJAL SARKAR" userId="ea73abfa8153600f" providerId="LiveId" clId="{D2C1B423-1BAE-40F8-B6C7-D31BD148B802}" dt="2026-02-15T15:07:59.319" v="1362"/>
          <ac:picMkLst>
            <pc:docMk/>
            <pc:sldMk cId="2496624327" sldId="343"/>
            <ac:picMk id="17" creationId="{F3D7660F-CDAA-F146-D067-CC0261870B47}"/>
          </ac:picMkLst>
        </pc:picChg>
        <pc:cxnChg chg="add mod">
          <ac:chgData name="PRANJAL SARKAR" userId="ea73abfa8153600f" providerId="LiveId" clId="{D2C1B423-1BAE-40F8-B6C7-D31BD148B802}" dt="2026-02-15T15:47:25.282" v="2791" actId="20577"/>
          <ac:cxnSpMkLst>
            <pc:docMk/>
            <pc:sldMk cId="2496624327" sldId="343"/>
            <ac:cxnSpMk id="22" creationId="{2D629ECC-40A9-65F0-738C-5C1C367E6754}"/>
          </ac:cxnSpMkLst>
        </pc:cxnChg>
      </pc:sldChg>
      <pc:sldChg chg="addSp modSp mod">
        <pc:chgData name="PRANJAL SARKAR" userId="ea73abfa8153600f" providerId="LiveId" clId="{D2C1B423-1BAE-40F8-B6C7-D31BD148B802}" dt="2026-02-15T15:18:51.078" v="1646" actId="14100"/>
        <pc:sldMkLst>
          <pc:docMk/>
          <pc:sldMk cId="1777891914" sldId="345"/>
        </pc:sldMkLst>
        <pc:spChg chg="add mod">
          <ac:chgData name="PRANJAL SARKAR" userId="ea73abfa8153600f" providerId="LiveId" clId="{D2C1B423-1BAE-40F8-B6C7-D31BD148B802}" dt="2026-02-15T15:17:52.908" v="1541" actId="20577"/>
          <ac:spMkLst>
            <pc:docMk/>
            <pc:sldMk cId="1777891914" sldId="345"/>
            <ac:spMk id="2" creationId="{AAE58BB4-6751-1CA8-F733-FFAB56CC6B04}"/>
          </ac:spMkLst>
        </pc:spChg>
        <pc:spChg chg="add mod">
          <ac:chgData name="PRANJAL SARKAR" userId="ea73abfa8153600f" providerId="LiveId" clId="{D2C1B423-1BAE-40F8-B6C7-D31BD148B802}" dt="2026-02-15T15:18:51.078" v="1646" actId="14100"/>
          <ac:spMkLst>
            <pc:docMk/>
            <pc:sldMk cId="1777891914" sldId="345"/>
            <ac:spMk id="9" creationId="{9E9B67D1-A8DC-C4FF-95F2-1FAB5029494D}"/>
          </ac:spMkLst>
        </pc:spChg>
        <pc:cxnChg chg="add mod">
          <ac:chgData name="PRANJAL SARKAR" userId="ea73abfa8153600f" providerId="LiveId" clId="{D2C1B423-1BAE-40F8-B6C7-D31BD148B802}" dt="2026-02-15T15:17:47.248" v="1521" actId="20577"/>
          <ac:cxnSpMkLst>
            <pc:docMk/>
            <pc:sldMk cId="1777891914" sldId="345"/>
            <ac:cxnSpMk id="4" creationId="{A9737CC7-58A5-325A-9434-294D4777EF31}"/>
          </ac:cxnSpMkLst>
        </pc:cxnChg>
        <pc:cxnChg chg="add mod">
          <ac:chgData name="PRANJAL SARKAR" userId="ea73abfa8153600f" providerId="LiveId" clId="{D2C1B423-1BAE-40F8-B6C7-D31BD148B802}" dt="2026-02-15T15:18:51.078" v="1646" actId="14100"/>
          <ac:cxnSpMkLst>
            <pc:docMk/>
            <pc:sldMk cId="1777891914" sldId="345"/>
            <ac:cxnSpMk id="11" creationId="{F8DD6B4A-86CE-FDE5-73F9-2E5DBBF1A453}"/>
          </ac:cxnSpMkLst>
        </pc:cxnChg>
      </pc:sldChg>
      <pc:sldChg chg="addSp delSp modSp mod">
        <pc:chgData name="PRANJAL SARKAR" userId="ea73abfa8153600f" providerId="LiveId" clId="{D2C1B423-1BAE-40F8-B6C7-D31BD148B802}" dt="2026-02-15T15:21:00.628" v="1697"/>
        <pc:sldMkLst>
          <pc:docMk/>
          <pc:sldMk cId="829383598" sldId="347"/>
        </pc:sldMkLst>
        <pc:spChg chg="mod">
          <ac:chgData name="PRANJAL SARKAR" userId="ea73abfa8153600f" providerId="LiveId" clId="{D2C1B423-1BAE-40F8-B6C7-D31BD148B802}" dt="2026-02-15T15:20:04.068" v="1691"/>
          <ac:spMkLst>
            <pc:docMk/>
            <pc:sldMk cId="829383598" sldId="347"/>
            <ac:spMk id="3" creationId="{D6CC7A18-26A1-22E1-8449-90394765927D}"/>
          </ac:spMkLst>
        </pc:spChg>
        <pc:spChg chg="mod">
          <ac:chgData name="PRANJAL SARKAR" userId="ea73abfa8153600f" providerId="LiveId" clId="{D2C1B423-1BAE-40F8-B6C7-D31BD148B802}" dt="2026-02-15T15:20:04.068" v="1691"/>
          <ac:spMkLst>
            <pc:docMk/>
            <pc:sldMk cId="829383598" sldId="347"/>
            <ac:spMk id="4" creationId="{FBE56383-A179-BEA7-43BF-0E00AE00906F}"/>
          </ac:spMkLst>
        </pc:spChg>
        <pc:spChg chg="mod">
          <ac:chgData name="PRANJAL SARKAR" userId="ea73abfa8153600f" providerId="LiveId" clId="{D2C1B423-1BAE-40F8-B6C7-D31BD148B802}" dt="2026-02-15T15:20:04.068" v="1691"/>
          <ac:spMkLst>
            <pc:docMk/>
            <pc:sldMk cId="829383598" sldId="347"/>
            <ac:spMk id="6" creationId="{28375AA6-7A3B-4DF2-086B-714E8F74A602}"/>
          </ac:spMkLst>
        </pc:spChg>
        <pc:spChg chg="mod">
          <ac:chgData name="PRANJAL SARKAR" userId="ea73abfa8153600f" providerId="LiveId" clId="{D2C1B423-1BAE-40F8-B6C7-D31BD148B802}" dt="2026-02-15T15:20:04.068" v="1691"/>
          <ac:spMkLst>
            <pc:docMk/>
            <pc:sldMk cId="829383598" sldId="347"/>
            <ac:spMk id="8" creationId="{5E080E51-EB22-C0DC-F4DE-CDAC4CDB52BA}"/>
          </ac:spMkLst>
        </pc:spChg>
        <pc:spChg chg="mod">
          <ac:chgData name="PRANJAL SARKAR" userId="ea73abfa8153600f" providerId="LiveId" clId="{D2C1B423-1BAE-40F8-B6C7-D31BD148B802}" dt="2026-02-15T15:20:04.068" v="1691"/>
          <ac:spMkLst>
            <pc:docMk/>
            <pc:sldMk cId="829383598" sldId="347"/>
            <ac:spMk id="9" creationId="{B17439C9-6B2C-973C-D145-728E0EA4B617}"/>
          </ac:spMkLst>
        </pc:spChg>
        <pc:spChg chg="mod">
          <ac:chgData name="PRANJAL SARKAR" userId="ea73abfa8153600f" providerId="LiveId" clId="{D2C1B423-1BAE-40F8-B6C7-D31BD148B802}" dt="2026-02-15T15:20:04.068" v="1691"/>
          <ac:spMkLst>
            <pc:docMk/>
            <pc:sldMk cId="829383598" sldId="347"/>
            <ac:spMk id="12" creationId="{59A29DA4-4AE7-40CD-46E9-81CED08C5509}"/>
          </ac:spMkLst>
        </pc:spChg>
        <pc:spChg chg="mod">
          <ac:chgData name="PRANJAL SARKAR" userId="ea73abfa8153600f" providerId="LiveId" clId="{D2C1B423-1BAE-40F8-B6C7-D31BD148B802}" dt="2026-02-15T15:20:04.068" v="1691"/>
          <ac:spMkLst>
            <pc:docMk/>
            <pc:sldMk cId="829383598" sldId="347"/>
            <ac:spMk id="13" creationId="{D8EBB1A3-FD72-69A1-902B-10DE7B736012}"/>
          </ac:spMkLst>
        </pc:spChg>
        <pc:spChg chg="mod">
          <ac:chgData name="PRANJAL SARKAR" userId="ea73abfa8153600f" providerId="LiveId" clId="{D2C1B423-1BAE-40F8-B6C7-D31BD148B802}" dt="2026-02-15T15:20:04.068" v="1691"/>
          <ac:spMkLst>
            <pc:docMk/>
            <pc:sldMk cId="829383598" sldId="347"/>
            <ac:spMk id="14" creationId="{679A536A-A57E-1C60-9B0A-EA6BF7D1EBD1}"/>
          </ac:spMkLst>
        </pc:spChg>
        <pc:spChg chg="mod">
          <ac:chgData name="PRANJAL SARKAR" userId="ea73abfa8153600f" providerId="LiveId" clId="{D2C1B423-1BAE-40F8-B6C7-D31BD148B802}" dt="2026-02-15T15:20:04.068" v="1691"/>
          <ac:spMkLst>
            <pc:docMk/>
            <pc:sldMk cId="829383598" sldId="347"/>
            <ac:spMk id="24" creationId="{DD82FADC-236D-6A70-EAA6-387379E2D818}"/>
          </ac:spMkLst>
        </pc:spChg>
        <pc:spChg chg="mod">
          <ac:chgData name="PRANJAL SARKAR" userId="ea73abfa8153600f" providerId="LiveId" clId="{D2C1B423-1BAE-40F8-B6C7-D31BD148B802}" dt="2026-02-15T15:20:04.068" v="1691"/>
          <ac:spMkLst>
            <pc:docMk/>
            <pc:sldMk cId="829383598" sldId="347"/>
            <ac:spMk id="25" creationId="{E62A2A35-3797-BE45-27D5-CC2965653E45}"/>
          </ac:spMkLst>
        </pc:spChg>
        <pc:spChg chg="add mod">
          <ac:chgData name="PRANJAL SARKAR" userId="ea73abfa8153600f" providerId="LiveId" clId="{D2C1B423-1BAE-40F8-B6C7-D31BD148B802}" dt="2026-02-15T15:21:00.628" v="1697"/>
          <ac:spMkLst>
            <pc:docMk/>
            <pc:sldMk cId="829383598" sldId="347"/>
            <ac:spMk id="27" creationId="{83B54406-B38E-EAE2-C4F3-B21F8D1EC897}"/>
          </ac:spMkLst>
        </pc:spChg>
        <pc:grpChg chg="del">
          <ac:chgData name="PRANJAL SARKAR" userId="ea73abfa8153600f" providerId="LiveId" clId="{D2C1B423-1BAE-40F8-B6C7-D31BD148B802}" dt="2026-02-15T15:20:03.657" v="1690" actId="478"/>
          <ac:grpSpMkLst>
            <pc:docMk/>
            <pc:sldMk cId="829383598" sldId="347"/>
            <ac:grpSpMk id="37" creationId="{28E2E4B0-9475-D008-370E-148268319A77}"/>
          </ac:grpSpMkLst>
        </pc:grpChg>
        <pc:cxnChg chg="add mod">
          <ac:chgData name="PRANJAL SARKAR" userId="ea73abfa8153600f" providerId="LiveId" clId="{D2C1B423-1BAE-40F8-B6C7-D31BD148B802}" dt="2026-02-15T15:21:00.628" v="1697"/>
          <ac:cxnSpMkLst>
            <pc:docMk/>
            <pc:sldMk cId="829383598" sldId="347"/>
            <ac:cxnSpMk id="28" creationId="{22970000-1C93-AE18-782F-E60333427C9F}"/>
          </ac:cxnSpMkLst>
        </pc:cxnChg>
      </pc:sldChg>
      <pc:sldChg chg="addSp modSp mod">
        <pc:chgData name="PRANJAL SARKAR" userId="ea73abfa8153600f" providerId="LiveId" clId="{D2C1B423-1BAE-40F8-B6C7-D31BD148B802}" dt="2026-02-15T15:21:12.895" v="1698"/>
        <pc:sldMkLst>
          <pc:docMk/>
          <pc:sldMk cId="1666426410" sldId="348"/>
        </pc:sldMkLst>
        <pc:spChg chg="add mod">
          <ac:chgData name="PRANJAL SARKAR" userId="ea73abfa8153600f" providerId="LiveId" clId="{D2C1B423-1BAE-40F8-B6C7-D31BD148B802}" dt="2026-02-15T15:21:12.895" v="1698"/>
          <ac:spMkLst>
            <pc:docMk/>
            <pc:sldMk cId="1666426410" sldId="348"/>
            <ac:spMk id="2" creationId="{A3216A87-3A34-FA81-093F-7E2B1CE564EB}"/>
          </ac:spMkLst>
        </pc:spChg>
        <pc:spChg chg="mod">
          <ac:chgData name="PRANJAL SARKAR" userId="ea73abfa8153600f" providerId="LiveId" clId="{D2C1B423-1BAE-40F8-B6C7-D31BD148B802}" dt="2026-02-15T04:13:55.938" v="22" actId="20577"/>
          <ac:spMkLst>
            <pc:docMk/>
            <pc:sldMk cId="1666426410" sldId="348"/>
            <ac:spMk id="40" creationId="{47221732-1D02-1035-C8A4-11FBABD4E474}"/>
          </ac:spMkLst>
        </pc:spChg>
        <pc:spChg chg="mod">
          <ac:chgData name="PRANJAL SARKAR" userId="ea73abfa8153600f" providerId="LiveId" clId="{D2C1B423-1BAE-40F8-B6C7-D31BD148B802}" dt="2026-02-15T04:13:41.024" v="10" actId="6549"/>
          <ac:spMkLst>
            <pc:docMk/>
            <pc:sldMk cId="1666426410" sldId="348"/>
            <ac:spMk id="42" creationId="{FD21BE71-0B5C-0F61-42D9-3A6413D064A1}"/>
          </ac:spMkLst>
        </pc:spChg>
        <pc:spChg chg="mod">
          <ac:chgData name="PRANJAL SARKAR" userId="ea73abfa8153600f" providerId="LiveId" clId="{D2C1B423-1BAE-40F8-B6C7-D31BD148B802}" dt="2026-02-15T04:13:42.050" v="11" actId="6549"/>
          <ac:spMkLst>
            <pc:docMk/>
            <pc:sldMk cId="1666426410" sldId="348"/>
            <ac:spMk id="43" creationId="{2382BD32-9401-E3E3-C88E-E619F973720A}"/>
          </ac:spMkLst>
        </pc:spChg>
        <pc:spChg chg="mod">
          <ac:chgData name="PRANJAL SARKAR" userId="ea73abfa8153600f" providerId="LiveId" clId="{D2C1B423-1BAE-40F8-B6C7-D31BD148B802}" dt="2026-02-15T04:13:43.174" v="12" actId="6549"/>
          <ac:spMkLst>
            <pc:docMk/>
            <pc:sldMk cId="1666426410" sldId="348"/>
            <ac:spMk id="44" creationId="{CC0D754A-4546-2D1B-9B57-2753DF266368}"/>
          </ac:spMkLst>
        </pc:spChg>
        <pc:spChg chg="mod">
          <ac:chgData name="PRANJAL SARKAR" userId="ea73abfa8153600f" providerId="LiveId" clId="{D2C1B423-1BAE-40F8-B6C7-D31BD148B802}" dt="2026-02-15T04:13:44.250" v="13" actId="6549"/>
          <ac:spMkLst>
            <pc:docMk/>
            <pc:sldMk cId="1666426410" sldId="348"/>
            <ac:spMk id="45" creationId="{291D3EE3-89DB-D1FC-D050-DF721BBAD8E5}"/>
          </ac:spMkLst>
        </pc:spChg>
        <pc:spChg chg="mod">
          <ac:chgData name="PRANJAL SARKAR" userId="ea73abfa8153600f" providerId="LiveId" clId="{D2C1B423-1BAE-40F8-B6C7-D31BD148B802}" dt="2026-02-15T04:13:45.188" v="14" actId="6549"/>
          <ac:spMkLst>
            <pc:docMk/>
            <pc:sldMk cId="1666426410" sldId="348"/>
            <ac:spMk id="46" creationId="{26484529-ABC9-3B9E-F0CC-4AFCA50B9CF3}"/>
          </ac:spMkLst>
        </pc:spChg>
        <pc:spChg chg="mod">
          <ac:chgData name="PRANJAL SARKAR" userId="ea73abfa8153600f" providerId="LiveId" clId="{D2C1B423-1BAE-40F8-B6C7-D31BD148B802}" dt="2026-02-15T04:13:46.330" v="15" actId="6549"/>
          <ac:spMkLst>
            <pc:docMk/>
            <pc:sldMk cId="1666426410" sldId="348"/>
            <ac:spMk id="47" creationId="{3967A3F0-36FE-2F08-18DB-79A12D455CFD}"/>
          </ac:spMkLst>
        </pc:spChg>
        <pc:spChg chg="mod">
          <ac:chgData name="PRANJAL SARKAR" userId="ea73abfa8153600f" providerId="LiveId" clId="{D2C1B423-1BAE-40F8-B6C7-D31BD148B802}" dt="2026-02-15T04:13:47.380" v="16" actId="6549"/>
          <ac:spMkLst>
            <pc:docMk/>
            <pc:sldMk cId="1666426410" sldId="348"/>
            <ac:spMk id="48" creationId="{9BA9254D-DB6F-38DC-7DC9-858AB60819C6}"/>
          </ac:spMkLst>
        </pc:spChg>
        <pc:cxnChg chg="add mod">
          <ac:chgData name="PRANJAL SARKAR" userId="ea73abfa8153600f" providerId="LiveId" clId="{D2C1B423-1BAE-40F8-B6C7-D31BD148B802}" dt="2026-02-15T15:21:12.895" v="1698"/>
          <ac:cxnSpMkLst>
            <pc:docMk/>
            <pc:sldMk cId="1666426410" sldId="348"/>
            <ac:cxnSpMk id="3" creationId="{C8FA08B1-1F74-7A04-456F-764CEED2BA97}"/>
          </ac:cxnSpMkLst>
        </pc:cxnChg>
      </pc:sldChg>
      <pc:sldChg chg="addSp delSp modSp mod">
        <pc:chgData name="PRANJAL SARKAR" userId="ea73abfa8153600f" providerId="LiveId" clId="{D2C1B423-1BAE-40F8-B6C7-D31BD148B802}" dt="2026-02-15T15:21:15.372" v="1699"/>
        <pc:sldMkLst>
          <pc:docMk/>
          <pc:sldMk cId="3855411710" sldId="349"/>
        </pc:sldMkLst>
        <pc:spChg chg="mod">
          <ac:chgData name="PRANJAL SARKAR" userId="ea73abfa8153600f" providerId="LiveId" clId="{D2C1B423-1BAE-40F8-B6C7-D31BD148B802}" dt="2026-02-15T04:14:07.937" v="24"/>
          <ac:spMkLst>
            <pc:docMk/>
            <pc:sldMk cId="3855411710" sldId="349"/>
            <ac:spMk id="3" creationId="{62293AC1-C97E-AB22-43DF-80DEF2D79CF9}"/>
          </ac:spMkLst>
        </pc:spChg>
        <pc:spChg chg="mod">
          <ac:chgData name="PRANJAL SARKAR" userId="ea73abfa8153600f" providerId="LiveId" clId="{D2C1B423-1BAE-40F8-B6C7-D31BD148B802}" dt="2026-02-15T04:14:07.937" v="24"/>
          <ac:spMkLst>
            <pc:docMk/>
            <pc:sldMk cId="3855411710" sldId="349"/>
            <ac:spMk id="4" creationId="{502C07E4-85C2-D623-94CC-6C93AC80118C}"/>
          </ac:spMkLst>
        </pc:spChg>
        <pc:spChg chg="mod">
          <ac:chgData name="PRANJAL SARKAR" userId="ea73abfa8153600f" providerId="LiveId" clId="{D2C1B423-1BAE-40F8-B6C7-D31BD148B802}" dt="2026-02-15T04:14:07.937" v="24"/>
          <ac:spMkLst>
            <pc:docMk/>
            <pc:sldMk cId="3855411710" sldId="349"/>
            <ac:spMk id="8" creationId="{ED61C761-FC5F-93B9-A060-B75E78BDAC98}"/>
          </ac:spMkLst>
        </pc:spChg>
        <pc:spChg chg="mod">
          <ac:chgData name="PRANJAL SARKAR" userId="ea73abfa8153600f" providerId="LiveId" clId="{D2C1B423-1BAE-40F8-B6C7-D31BD148B802}" dt="2026-02-15T04:14:07.937" v="24"/>
          <ac:spMkLst>
            <pc:docMk/>
            <pc:sldMk cId="3855411710" sldId="349"/>
            <ac:spMk id="9" creationId="{EE7B949D-F28A-998B-1514-F7659D2A4177}"/>
          </ac:spMkLst>
        </pc:spChg>
        <pc:spChg chg="mod">
          <ac:chgData name="PRANJAL SARKAR" userId="ea73abfa8153600f" providerId="LiveId" clId="{D2C1B423-1BAE-40F8-B6C7-D31BD148B802}" dt="2026-02-15T04:14:07.937" v="24"/>
          <ac:spMkLst>
            <pc:docMk/>
            <pc:sldMk cId="3855411710" sldId="349"/>
            <ac:spMk id="11" creationId="{48A8568A-916F-6328-A514-880065EF26E6}"/>
          </ac:spMkLst>
        </pc:spChg>
        <pc:spChg chg="mod">
          <ac:chgData name="PRANJAL SARKAR" userId="ea73abfa8153600f" providerId="LiveId" clId="{D2C1B423-1BAE-40F8-B6C7-D31BD148B802}" dt="2026-02-15T04:14:07.937" v="24"/>
          <ac:spMkLst>
            <pc:docMk/>
            <pc:sldMk cId="3855411710" sldId="349"/>
            <ac:spMk id="12" creationId="{99E33B19-1957-40CC-D308-19732FDA2F9C}"/>
          </ac:spMkLst>
        </pc:spChg>
        <pc:spChg chg="mod">
          <ac:chgData name="PRANJAL SARKAR" userId="ea73abfa8153600f" providerId="LiveId" clId="{D2C1B423-1BAE-40F8-B6C7-D31BD148B802}" dt="2026-02-15T04:14:07.937" v="24"/>
          <ac:spMkLst>
            <pc:docMk/>
            <pc:sldMk cId="3855411710" sldId="349"/>
            <ac:spMk id="13" creationId="{F4C46F00-7979-A537-B3E7-C6B7510AF3C5}"/>
          </ac:spMkLst>
        </pc:spChg>
        <pc:spChg chg="mod">
          <ac:chgData name="PRANJAL SARKAR" userId="ea73abfa8153600f" providerId="LiveId" clId="{D2C1B423-1BAE-40F8-B6C7-D31BD148B802}" dt="2026-02-15T04:14:07.937" v="24"/>
          <ac:spMkLst>
            <pc:docMk/>
            <pc:sldMk cId="3855411710" sldId="349"/>
            <ac:spMk id="14" creationId="{60FB1253-E811-E5A7-0E8F-804C14150FEF}"/>
          </ac:spMkLst>
        </pc:spChg>
        <pc:spChg chg="mod">
          <ac:chgData name="PRANJAL SARKAR" userId="ea73abfa8153600f" providerId="LiveId" clId="{D2C1B423-1BAE-40F8-B6C7-D31BD148B802}" dt="2026-02-15T04:14:07.937" v="24"/>
          <ac:spMkLst>
            <pc:docMk/>
            <pc:sldMk cId="3855411710" sldId="349"/>
            <ac:spMk id="15" creationId="{E48497E3-0730-F7C4-128E-093259F35455}"/>
          </ac:spMkLst>
        </pc:spChg>
        <pc:spChg chg="mod">
          <ac:chgData name="PRANJAL SARKAR" userId="ea73abfa8153600f" providerId="LiveId" clId="{D2C1B423-1BAE-40F8-B6C7-D31BD148B802}" dt="2026-02-15T04:14:07.937" v="24"/>
          <ac:spMkLst>
            <pc:docMk/>
            <pc:sldMk cId="3855411710" sldId="349"/>
            <ac:spMk id="16" creationId="{FA55FC35-957C-7524-EC96-23A68F1DCC75}"/>
          </ac:spMkLst>
        </pc:spChg>
        <pc:spChg chg="add mod">
          <ac:chgData name="PRANJAL SARKAR" userId="ea73abfa8153600f" providerId="LiveId" clId="{D2C1B423-1BAE-40F8-B6C7-D31BD148B802}" dt="2026-02-15T15:21:15.372" v="1699"/>
          <ac:spMkLst>
            <pc:docMk/>
            <pc:sldMk cId="3855411710" sldId="349"/>
            <ac:spMk id="21" creationId="{E974DD30-D396-6F06-5539-9B6B0F36CDBF}"/>
          </ac:spMkLst>
        </pc:spChg>
        <pc:grpChg chg="del">
          <ac:chgData name="PRANJAL SARKAR" userId="ea73abfa8153600f" providerId="LiveId" clId="{D2C1B423-1BAE-40F8-B6C7-D31BD148B802}" dt="2026-02-15T04:14:07.286" v="23" actId="478"/>
          <ac:grpSpMkLst>
            <pc:docMk/>
            <pc:sldMk cId="3855411710" sldId="349"/>
            <ac:grpSpMk id="37" creationId="{987F85F3-776C-26C4-4AF0-5B0CB4478176}"/>
          </ac:grpSpMkLst>
        </pc:grpChg>
        <pc:cxnChg chg="add mod">
          <ac:chgData name="PRANJAL SARKAR" userId="ea73abfa8153600f" providerId="LiveId" clId="{D2C1B423-1BAE-40F8-B6C7-D31BD148B802}" dt="2026-02-15T15:21:15.372" v="1699"/>
          <ac:cxnSpMkLst>
            <pc:docMk/>
            <pc:sldMk cId="3855411710" sldId="349"/>
            <ac:cxnSpMk id="22" creationId="{08F64FCC-A585-807F-32C1-B6BFC8EB6E32}"/>
          </ac:cxnSpMkLst>
        </pc:cxnChg>
      </pc:sldChg>
      <pc:sldChg chg="addSp delSp modSp mod">
        <pc:chgData name="PRANJAL SARKAR" userId="ea73abfa8153600f" providerId="LiveId" clId="{D2C1B423-1BAE-40F8-B6C7-D31BD148B802}" dt="2026-02-15T15:21:17.520" v="1700"/>
        <pc:sldMkLst>
          <pc:docMk/>
          <pc:sldMk cId="2485092489" sldId="350"/>
        </pc:sldMkLst>
        <pc:spChg chg="mod">
          <ac:chgData name="PRANJAL SARKAR" userId="ea73abfa8153600f" providerId="LiveId" clId="{D2C1B423-1BAE-40F8-B6C7-D31BD148B802}" dt="2026-02-15T04:14:15.079" v="27"/>
          <ac:spMkLst>
            <pc:docMk/>
            <pc:sldMk cId="2485092489" sldId="350"/>
            <ac:spMk id="3" creationId="{A99847AF-8EC6-3D1B-C14E-1C4E40651F38}"/>
          </ac:spMkLst>
        </pc:spChg>
        <pc:spChg chg="mod">
          <ac:chgData name="PRANJAL SARKAR" userId="ea73abfa8153600f" providerId="LiveId" clId="{D2C1B423-1BAE-40F8-B6C7-D31BD148B802}" dt="2026-02-15T04:14:15.079" v="27"/>
          <ac:spMkLst>
            <pc:docMk/>
            <pc:sldMk cId="2485092489" sldId="350"/>
            <ac:spMk id="4" creationId="{3439E465-5D8C-875F-6F9E-9083BAF81758}"/>
          </ac:spMkLst>
        </pc:spChg>
        <pc:spChg chg="mod">
          <ac:chgData name="PRANJAL SARKAR" userId="ea73abfa8153600f" providerId="LiveId" clId="{D2C1B423-1BAE-40F8-B6C7-D31BD148B802}" dt="2026-02-15T04:14:15.079" v="27"/>
          <ac:spMkLst>
            <pc:docMk/>
            <pc:sldMk cId="2485092489" sldId="350"/>
            <ac:spMk id="6" creationId="{4EF279A6-B29F-0C0B-0C64-228AAB4B30C7}"/>
          </ac:spMkLst>
        </pc:spChg>
        <pc:spChg chg="mod">
          <ac:chgData name="PRANJAL SARKAR" userId="ea73abfa8153600f" providerId="LiveId" clId="{D2C1B423-1BAE-40F8-B6C7-D31BD148B802}" dt="2026-02-15T04:14:15.079" v="27"/>
          <ac:spMkLst>
            <pc:docMk/>
            <pc:sldMk cId="2485092489" sldId="350"/>
            <ac:spMk id="8" creationId="{F804267D-3680-7A16-0A53-CFA9BA4EC6D2}"/>
          </ac:spMkLst>
        </pc:spChg>
        <pc:spChg chg="mod">
          <ac:chgData name="PRANJAL SARKAR" userId="ea73abfa8153600f" providerId="LiveId" clId="{D2C1B423-1BAE-40F8-B6C7-D31BD148B802}" dt="2026-02-15T04:14:15.079" v="27"/>
          <ac:spMkLst>
            <pc:docMk/>
            <pc:sldMk cId="2485092489" sldId="350"/>
            <ac:spMk id="9" creationId="{6D4B11E3-0D68-6127-2496-2D366BB2CBD0}"/>
          </ac:spMkLst>
        </pc:spChg>
        <pc:spChg chg="mod">
          <ac:chgData name="PRANJAL SARKAR" userId="ea73abfa8153600f" providerId="LiveId" clId="{D2C1B423-1BAE-40F8-B6C7-D31BD148B802}" dt="2026-02-15T04:14:15.079" v="27"/>
          <ac:spMkLst>
            <pc:docMk/>
            <pc:sldMk cId="2485092489" sldId="350"/>
            <ac:spMk id="11" creationId="{B33D21A3-0236-223D-7488-F31045F8B467}"/>
          </ac:spMkLst>
        </pc:spChg>
        <pc:spChg chg="mod">
          <ac:chgData name="PRANJAL SARKAR" userId="ea73abfa8153600f" providerId="LiveId" clId="{D2C1B423-1BAE-40F8-B6C7-D31BD148B802}" dt="2026-02-15T04:14:15.079" v="27"/>
          <ac:spMkLst>
            <pc:docMk/>
            <pc:sldMk cId="2485092489" sldId="350"/>
            <ac:spMk id="12" creationId="{B41D2D5D-1A94-EB19-FCD9-EBDA8ED4E28C}"/>
          </ac:spMkLst>
        </pc:spChg>
        <pc:spChg chg="mod">
          <ac:chgData name="PRANJAL SARKAR" userId="ea73abfa8153600f" providerId="LiveId" clId="{D2C1B423-1BAE-40F8-B6C7-D31BD148B802}" dt="2026-02-15T04:14:15.079" v="27"/>
          <ac:spMkLst>
            <pc:docMk/>
            <pc:sldMk cId="2485092489" sldId="350"/>
            <ac:spMk id="13" creationId="{A666AEFB-C530-288E-4540-54EF5195B018}"/>
          </ac:spMkLst>
        </pc:spChg>
        <pc:spChg chg="mod">
          <ac:chgData name="PRANJAL SARKAR" userId="ea73abfa8153600f" providerId="LiveId" clId="{D2C1B423-1BAE-40F8-B6C7-D31BD148B802}" dt="2026-02-15T04:14:15.079" v="27"/>
          <ac:spMkLst>
            <pc:docMk/>
            <pc:sldMk cId="2485092489" sldId="350"/>
            <ac:spMk id="14" creationId="{256D9EFB-C4E7-6F87-E9D0-E98344F744DD}"/>
          </ac:spMkLst>
        </pc:spChg>
        <pc:spChg chg="mod">
          <ac:chgData name="PRANJAL SARKAR" userId="ea73abfa8153600f" providerId="LiveId" clId="{D2C1B423-1BAE-40F8-B6C7-D31BD148B802}" dt="2026-02-15T04:14:15.079" v="27"/>
          <ac:spMkLst>
            <pc:docMk/>
            <pc:sldMk cId="2485092489" sldId="350"/>
            <ac:spMk id="16" creationId="{4A67FF86-4ABF-E2E0-1AE1-ECF5412957F6}"/>
          </ac:spMkLst>
        </pc:spChg>
        <pc:spChg chg="add mod">
          <ac:chgData name="PRANJAL SARKAR" userId="ea73abfa8153600f" providerId="LiveId" clId="{D2C1B423-1BAE-40F8-B6C7-D31BD148B802}" dt="2026-02-15T15:21:17.520" v="1700"/>
          <ac:spMkLst>
            <pc:docMk/>
            <pc:sldMk cId="2485092489" sldId="350"/>
            <ac:spMk id="21" creationId="{97ED160B-5689-47AA-9572-071CBE3AA6F7}"/>
          </ac:spMkLst>
        </pc:spChg>
        <pc:grpChg chg="del">
          <ac:chgData name="PRANJAL SARKAR" userId="ea73abfa8153600f" providerId="LiveId" clId="{D2C1B423-1BAE-40F8-B6C7-D31BD148B802}" dt="2026-02-15T04:14:14.500" v="26" actId="478"/>
          <ac:grpSpMkLst>
            <pc:docMk/>
            <pc:sldMk cId="2485092489" sldId="350"/>
            <ac:grpSpMk id="37" creationId="{8D78D94E-AFA4-621E-EE50-5A91047BD3EE}"/>
          </ac:grpSpMkLst>
        </pc:grpChg>
        <pc:cxnChg chg="add mod">
          <ac:chgData name="PRANJAL SARKAR" userId="ea73abfa8153600f" providerId="LiveId" clId="{D2C1B423-1BAE-40F8-B6C7-D31BD148B802}" dt="2026-02-15T15:21:17.520" v="1700"/>
          <ac:cxnSpMkLst>
            <pc:docMk/>
            <pc:sldMk cId="2485092489" sldId="350"/>
            <ac:cxnSpMk id="22" creationId="{4DA807CF-16AD-E4FB-ECB5-FFC658A20D61}"/>
          </ac:cxnSpMkLst>
        </pc:cxnChg>
      </pc:sldChg>
      <pc:sldChg chg="addSp modSp mod modAnim">
        <pc:chgData name="PRANJAL SARKAR" userId="ea73abfa8153600f" providerId="LiveId" clId="{D2C1B423-1BAE-40F8-B6C7-D31BD148B802}" dt="2026-02-15T16:26:15.904" v="4224" actId="14100"/>
        <pc:sldMkLst>
          <pc:docMk/>
          <pc:sldMk cId="1480773453" sldId="358"/>
        </pc:sldMkLst>
        <pc:spChg chg="add mod">
          <ac:chgData name="PRANJAL SARKAR" userId="ea73abfa8153600f" providerId="LiveId" clId="{D2C1B423-1BAE-40F8-B6C7-D31BD148B802}" dt="2026-02-15T16:26:06.564" v="4220" actId="20577"/>
          <ac:spMkLst>
            <pc:docMk/>
            <pc:sldMk cId="1480773453" sldId="358"/>
            <ac:spMk id="4" creationId="{4E26BDC9-8517-52FE-9A82-6AAF1106C7D6}"/>
          </ac:spMkLst>
        </pc:spChg>
        <pc:spChg chg="mod">
          <ac:chgData name="PRANJAL SARKAR" userId="ea73abfa8153600f" providerId="LiveId" clId="{D2C1B423-1BAE-40F8-B6C7-D31BD148B802}" dt="2026-02-15T16:25:53.841" v="4198" actId="1076"/>
          <ac:spMkLst>
            <pc:docMk/>
            <pc:sldMk cId="1480773453" sldId="358"/>
            <ac:spMk id="135" creationId="{4FAC6338-0C8E-4755-B461-4758AA68DB13}"/>
          </ac:spMkLst>
        </pc:spChg>
        <pc:spChg chg="mod">
          <ac:chgData name="PRANJAL SARKAR" userId="ea73abfa8153600f" providerId="LiveId" clId="{D2C1B423-1BAE-40F8-B6C7-D31BD148B802}" dt="2026-02-15T04:15:17.651" v="29"/>
          <ac:spMkLst>
            <pc:docMk/>
            <pc:sldMk cId="1480773453" sldId="358"/>
            <ac:spMk id="155" creationId="{0F316934-31BA-8084-9506-43C32FA77519}"/>
          </ac:spMkLst>
        </pc:spChg>
        <pc:spChg chg="mod">
          <ac:chgData name="PRANJAL SARKAR" userId="ea73abfa8153600f" providerId="LiveId" clId="{D2C1B423-1BAE-40F8-B6C7-D31BD148B802}" dt="2026-02-15T04:15:17.651" v="29"/>
          <ac:spMkLst>
            <pc:docMk/>
            <pc:sldMk cId="1480773453" sldId="358"/>
            <ac:spMk id="156" creationId="{9D089868-736E-6F2F-B568-62AC37B5639B}"/>
          </ac:spMkLst>
        </pc:spChg>
        <pc:spChg chg="mod">
          <ac:chgData name="PRANJAL SARKAR" userId="ea73abfa8153600f" providerId="LiveId" clId="{D2C1B423-1BAE-40F8-B6C7-D31BD148B802}" dt="2026-02-15T04:15:17.651" v="29"/>
          <ac:spMkLst>
            <pc:docMk/>
            <pc:sldMk cId="1480773453" sldId="358"/>
            <ac:spMk id="157" creationId="{670FE0AC-693E-1ED2-CA48-5F700BFC48E1}"/>
          </ac:spMkLst>
        </pc:spChg>
        <pc:spChg chg="mod">
          <ac:chgData name="PRANJAL SARKAR" userId="ea73abfa8153600f" providerId="LiveId" clId="{D2C1B423-1BAE-40F8-B6C7-D31BD148B802}" dt="2026-02-15T04:15:17.651" v="29"/>
          <ac:spMkLst>
            <pc:docMk/>
            <pc:sldMk cId="1480773453" sldId="358"/>
            <ac:spMk id="159" creationId="{E0895E30-3971-C2F9-F435-0F1ECD08DDD4}"/>
          </ac:spMkLst>
        </pc:spChg>
        <pc:spChg chg="mod">
          <ac:chgData name="PRANJAL SARKAR" userId="ea73abfa8153600f" providerId="LiveId" clId="{D2C1B423-1BAE-40F8-B6C7-D31BD148B802}" dt="2026-02-15T04:15:17.651" v="29"/>
          <ac:spMkLst>
            <pc:docMk/>
            <pc:sldMk cId="1480773453" sldId="358"/>
            <ac:spMk id="160" creationId="{C70D7F95-8BCC-D362-190A-FCA1E28A9CBD}"/>
          </ac:spMkLst>
        </pc:spChg>
        <pc:spChg chg="mod">
          <ac:chgData name="PRANJAL SARKAR" userId="ea73abfa8153600f" providerId="LiveId" clId="{D2C1B423-1BAE-40F8-B6C7-D31BD148B802}" dt="2026-02-15T04:15:17.651" v="29"/>
          <ac:spMkLst>
            <pc:docMk/>
            <pc:sldMk cId="1480773453" sldId="358"/>
            <ac:spMk id="162" creationId="{A324E74A-F784-305D-C259-7DAC8E993D17}"/>
          </ac:spMkLst>
        </pc:spChg>
        <pc:spChg chg="mod">
          <ac:chgData name="PRANJAL SARKAR" userId="ea73abfa8153600f" providerId="LiveId" clId="{D2C1B423-1BAE-40F8-B6C7-D31BD148B802}" dt="2026-02-15T04:15:17.651" v="29"/>
          <ac:spMkLst>
            <pc:docMk/>
            <pc:sldMk cId="1480773453" sldId="358"/>
            <ac:spMk id="163" creationId="{8D7A405D-A52C-4D53-766E-DDB8382B1739}"/>
          </ac:spMkLst>
        </pc:spChg>
        <pc:spChg chg="mod">
          <ac:chgData name="PRANJAL SARKAR" userId="ea73abfa8153600f" providerId="LiveId" clId="{D2C1B423-1BAE-40F8-B6C7-D31BD148B802}" dt="2026-02-15T04:15:17.651" v="29"/>
          <ac:spMkLst>
            <pc:docMk/>
            <pc:sldMk cId="1480773453" sldId="358"/>
            <ac:spMk id="164" creationId="{983C9AEB-EF82-5E9C-1C07-16541A62799F}"/>
          </ac:spMkLst>
        </pc:spChg>
        <pc:spChg chg="mod">
          <ac:chgData name="PRANJAL SARKAR" userId="ea73abfa8153600f" providerId="LiveId" clId="{D2C1B423-1BAE-40F8-B6C7-D31BD148B802}" dt="2026-02-15T04:15:17.651" v="29"/>
          <ac:spMkLst>
            <pc:docMk/>
            <pc:sldMk cId="1480773453" sldId="358"/>
            <ac:spMk id="165" creationId="{5003B88A-FF08-82DC-6C0F-3B0EB3EE30A1}"/>
          </ac:spMkLst>
        </pc:spChg>
        <pc:spChg chg="mod">
          <ac:chgData name="PRANJAL SARKAR" userId="ea73abfa8153600f" providerId="LiveId" clId="{D2C1B423-1BAE-40F8-B6C7-D31BD148B802}" dt="2026-02-15T04:15:17.651" v="29"/>
          <ac:spMkLst>
            <pc:docMk/>
            <pc:sldMk cId="1480773453" sldId="358"/>
            <ac:spMk id="166" creationId="{9422C009-CC21-616D-E80F-81FBC2E05275}"/>
          </ac:spMkLst>
        </pc:spChg>
        <pc:cxnChg chg="add mod">
          <ac:chgData name="PRANJAL SARKAR" userId="ea73abfa8153600f" providerId="LiveId" clId="{D2C1B423-1BAE-40F8-B6C7-D31BD148B802}" dt="2026-02-15T16:26:15.904" v="4224" actId="14100"/>
          <ac:cxnSpMkLst>
            <pc:docMk/>
            <pc:sldMk cId="1480773453" sldId="358"/>
            <ac:cxnSpMk id="11" creationId="{2AB093B8-88B4-DEE6-37D5-35B8CD290EB4}"/>
          </ac:cxnSpMkLst>
        </pc:cxnChg>
        <pc:cxnChg chg="mod">
          <ac:chgData name="PRANJAL SARKAR" userId="ea73abfa8153600f" providerId="LiveId" clId="{D2C1B423-1BAE-40F8-B6C7-D31BD148B802}" dt="2026-02-15T16:25:53.841" v="4198" actId="1076"/>
          <ac:cxnSpMkLst>
            <pc:docMk/>
            <pc:sldMk cId="1480773453" sldId="358"/>
            <ac:cxnSpMk id="137" creationId="{43ABFB12-CBF1-1F37-D962-547719E390AB}"/>
          </ac:cxnSpMkLst>
        </pc:cxnChg>
      </pc:sldChg>
      <pc:sldChg chg="addSp delSp modSp new mod modClrScheme chgLayout">
        <pc:chgData name="PRANJAL SARKAR" userId="ea73abfa8153600f" providerId="LiveId" clId="{D2C1B423-1BAE-40F8-B6C7-D31BD148B802}" dt="2026-02-15T04:16:46" v="38" actId="1076"/>
        <pc:sldMkLst>
          <pc:docMk/>
          <pc:sldMk cId="4188272973" sldId="360"/>
        </pc:sldMkLst>
        <pc:spChg chg="del">
          <ac:chgData name="PRANJAL SARKAR" userId="ea73abfa8153600f" providerId="LiveId" clId="{D2C1B423-1BAE-40F8-B6C7-D31BD148B802}" dt="2026-02-15T04:15:24.586" v="31" actId="478"/>
          <ac:spMkLst>
            <pc:docMk/>
            <pc:sldMk cId="4188272973" sldId="360"/>
            <ac:spMk id="2" creationId="{FE86F1B0-C4B5-7AD5-5D5C-437A8BA61DDD}"/>
          </ac:spMkLst>
        </pc:spChg>
        <pc:picChg chg="add mod">
          <ac:chgData name="PRANJAL SARKAR" userId="ea73abfa8153600f" providerId="LiveId" clId="{D2C1B423-1BAE-40F8-B6C7-D31BD148B802}" dt="2026-02-15T04:16:46" v="38" actId="1076"/>
          <ac:picMkLst>
            <pc:docMk/>
            <pc:sldMk cId="4188272973" sldId="360"/>
            <ac:picMk id="3" creationId="{1DF0D1F3-43A7-B2AD-7365-B7CB6C5CB405}"/>
          </ac:picMkLst>
        </pc:picChg>
      </pc:sldChg>
      <pc:sldChg chg="addSp modSp add del mod">
        <pc:chgData name="PRANJAL SARKAR" userId="ea73abfa8153600f" providerId="LiveId" clId="{D2C1B423-1BAE-40F8-B6C7-D31BD148B802}" dt="2026-02-15T04:18:56.178" v="58" actId="47"/>
        <pc:sldMkLst>
          <pc:docMk/>
          <pc:sldMk cId="3149998799" sldId="361"/>
        </pc:sldMkLst>
        <pc:spChg chg="add mod">
          <ac:chgData name="PRANJAL SARKAR" userId="ea73abfa8153600f" providerId="LiveId" clId="{D2C1B423-1BAE-40F8-B6C7-D31BD148B802}" dt="2026-02-15T04:17:41.094" v="52" actId="14100"/>
          <ac:spMkLst>
            <pc:docMk/>
            <pc:sldMk cId="3149998799" sldId="361"/>
            <ac:spMk id="4" creationId="{A7D4CA0A-F264-4838-5404-C465C68B2A73}"/>
          </ac:spMkLst>
        </pc:spChg>
        <pc:picChg chg="mod">
          <ac:chgData name="PRANJAL SARKAR" userId="ea73abfa8153600f" providerId="LiveId" clId="{D2C1B423-1BAE-40F8-B6C7-D31BD148B802}" dt="2026-02-15T04:16:55.282" v="41" actId="1076"/>
          <ac:picMkLst>
            <pc:docMk/>
            <pc:sldMk cId="3149998799" sldId="361"/>
            <ac:picMk id="3" creationId="{637698E6-86FD-A375-949B-11C98A1383E3}"/>
          </ac:picMkLst>
        </pc:picChg>
      </pc:sldChg>
      <pc:sldChg chg="addSp modSp add mod modAnim">
        <pc:chgData name="PRANJAL SARKAR" userId="ea73abfa8153600f" providerId="LiveId" clId="{D2C1B423-1BAE-40F8-B6C7-D31BD148B802}" dt="2026-02-15T04:32:35.610" v="384"/>
        <pc:sldMkLst>
          <pc:docMk/>
          <pc:sldMk cId="1105159520" sldId="362"/>
        </pc:sldMkLst>
        <pc:spChg chg="add mod">
          <ac:chgData name="PRANJAL SARKAR" userId="ea73abfa8153600f" providerId="LiveId" clId="{D2C1B423-1BAE-40F8-B6C7-D31BD148B802}" dt="2026-02-15T04:18:43.495" v="57" actId="1076"/>
          <ac:spMkLst>
            <pc:docMk/>
            <pc:sldMk cId="1105159520" sldId="362"/>
            <ac:spMk id="2" creationId="{4F20FDE8-EA2E-4A96-B598-ED8B5DAC2F5F}"/>
          </ac:spMkLst>
        </pc:spChg>
      </pc:sldChg>
      <pc:sldChg chg="addSp modSp add mod modAnim">
        <pc:chgData name="PRANJAL SARKAR" userId="ea73abfa8153600f" providerId="LiveId" clId="{D2C1B423-1BAE-40F8-B6C7-D31BD148B802}" dt="2026-02-15T14:46:27.802" v="1274" actId="1076"/>
        <pc:sldMkLst>
          <pc:docMk/>
          <pc:sldMk cId="3747509055" sldId="363"/>
        </pc:sldMkLst>
        <pc:spChg chg="mod">
          <ac:chgData name="PRANJAL SARKAR" userId="ea73abfa8153600f" providerId="LiveId" clId="{D2C1B423-1BAE-40F8-B6C7-D31BD148B802}" dt="2026-02-15T05:34:25.452" v="418" actId="1036"/>
          <ac:spMkLst>
            <pc:docMk/>
            <pc:sldMk cId="3747509055" sldId="363"/>
            <ac:spMk id="2" creationId="{E6C2BAB3-A498-EE9C-3635-82D18F630404}"/>
          </ac:spMkLst>
        </pc:spChg>
        <pc:spChg chg="add mod">
          <ac:chgData name="PRANJAL SARKAR" userId="ea73abfa8153600f" providerId="LiveId" clId="{D2C1B423-1BAE-40F8-B6C7-D31BD148B802}" dt="2026-02-15T04:32:50.251" v="385" actId="164"/>
          <ac:spMkLst>
            <pc:docMk/>
            <pc:sldMk cId="3747509055" sldId="363"/>
            <ac:spMk id="4" creationId="{E797F1BD-EE80-F5D4-3C2B-86988983D9DE}"/>
          </ac:spMkLst>
        </pc:spChg>
        <pc:spChg chg="add mod">
          <ac:chgData name="PRANJAL SARKAR" userId="ea73abfa8153600f" providerId="LiveId" clId="{D2C1B423-1BAE-40F8-B6C7-D31BD148B802}" dt="2026-02-15T04:32:56.357" v="387" actId="164"/>
          <ac:spMkLst>
            <pc:docMk/>
            <pc:sldMk cId="3747509055" sldId="363"/>
            <ac:spMk id="5" creationId="{565A8DBA-6A36-B20F-A2BE-0A1D6B5D19C2}"/>
          </ac:spMkLst>
        </pc:spChg>
        <pc:spChg chg="add mod">
          <ac:chgData name="PRANJAL SARKAR" userId="ea73abfa8153600f" providerId="LiveId" clId="{D2C1B423-1BAE-40F8-B6C7-D31BD148B802}" dt="2026-02-15T04:33:14.714" v="391" actId="164"/>
          <ac:spMkLst>
            <pc:docMk/>
            <pc:sldMk cId="3747509055" sldId="363"/>
            <ac:spMk id="6" creationId="{AE2735DE-C8FF-B196-14F1-43B3A70F968E}"/>
          </ac:spMkLst>
        </pc:spChg>
        <pc:spChg chg="add mod">
          <ac:chgData name="PRANJAL SARKAR" userId="ea73abfa8153600f" providerId="LiveId" clId="{D2C1B423-1BAE-40F8-B6C7-D31BD148B802}" dt="2026-02-15T04:33:19.599" v="393" actId="164"/>
          <ac:spMkLst>
            <pc:docMk/>
            <pc:sldMk cId="3747509055" sldId="363"/>
            <ac:spMk id="7" creationId="{304D4270-206D-0E65-9349-5F2C95C34CAB}"/>
          </ac:spMkLst>
        </pc:spChg>
        <pc:spChg chg="add mod">
          <ac:chgData name="PRANJAL SARKAR" userId="ea73abfa8153600f" providerId="LiveId" clId="{D2C1B423-1BAE-40F8-B6C7-D31BD148B802}" dt="2026-02-15T04:33:52.781" v="398" actId="164"/>
          <ac:spMkLst>
            <pc:docMk/>
            <pc:sldMk cId="3747509055" sldId="363"/>
            <ac:spMk id="8" creationId="{3C2A9ECE-3A89-044C-CA21-43B2EC421BDF}"/>
          </ac:spMkLst>
        </pc:spChg>
        <pc:spChg chg="add mod">
          <ac:chgData name="PRANJAL SARKAR" userId="ea73abfa8153600f" providerId="LiveId" clId="{D2C1B423-1BAE-40F8-B6C7-D31BD148B802}" dt="2026-02-15T04:32:50.251" v="385" actId="164"/>
          <ac:spMkLst>
            <pc:docMk/>
            <pc:sldMk cId="3747509055" sldId="363"/>
            <ac:spMk id="14" creationId="{D428559E-A6C7-78C1-F950-E92E9539C851}"/>
          </ac:spMkLst>
        </pc:spChg>
        <pc:spChg chg="add mod">
          <ac:chgData name="PRANJAL SARKAR" userId="ea73abfa8153600f" providerId="LiveId" clId="{D2C1B423-1BAE-40F8-B6C7-D31BD148B802}" dt="2026-02-15T04:32:56.357" v="387" actId="164"/>
          <ac:spMkLst>
            <pc:docMk/>
            <pc:sldMk cId="3747509055" sldId="363"/>
            <ac:spMk id="15" creationId="{6A51680C-FF49-C89E-3435-DD7A60CD9B4C}"/>
          </ac:spMkLst>
        </pc:spChg>
        <pc:spChg chg="add mod">
          <ac:chgData name="PRANJAL SARKAR" userId="ea73abfa8153600f" providerId="LiveId" clId="{D2C1B423-1BAE-40F8-B6C7-D31BD148B802}" dt="2026-02-15T04:33:14.714" v="391" actId="164"/>
          <ac:spMkLst>
            <pc:docMk/>
            <pc:sldMk cId="3747509055" sldId="363"/>
            <ac:spMk id="16" creationId="{98498CB7-CA8A-0304-AF3E-C42F9B6038A4}"/>
          </ac:spMkLst>
        </pc:spChg>
        <pc:spChg chg="add mod">
          <ac:chgData name="PRANJAL SARKAR" userId="ea73abfa8153600f" providerId="LiveId" clId="{D2C1B423-1BAE-40F8-B6C7-D31BD148B802}" dt="2026-02-15T04:33:52.781" v="398" actId="164"/>
          <ac:spMkLst>
            <pc:docMk/>
            <pc:sldMk cId="3747509055" sldId="363"/>
            <ac:spMk id="17" creationId="{8B38C546-5E8A-A8DC-CE8E-11CB7D91B774}"/>
          </ac:spMkLst>
        </pc:spChg>
        <pc:spChg chg="add mod">
          <ac:chgData name="PRANJAL SARKAR" userId="ea73abfa8153600f" providerId="LiveId" clId="{D2C1B423-1BAE-40F8-B6C7-D31BD148B802}" dt="2026-02-15T04:33:19.599" v="393" actId="164"/>
          <ac:spMkLst>
            <pc:docMk/>
            <pc:sldMk cId="3747509055" sldId="363"/>
            <ac:spMk id="18" creationId="{8307BC05-A5C7-A8B1-D1DF-E746EE502B45}"/>
          </ac:spMkLst>
        </pc:spChg>
        <pc:spChg chg="add mod">
          <ac:chgData name="PRANJAL SARKAR" userId="ea73abfa8153600f" providerId="LiveId" clId="{D2C1B423-1BAE-40F8-B6C7-D31BD148B802}" dt="2026-02-15T14:46:27.802" v="1274" actId="1076"/>
          <ac:spMkLst>
            <pc:docMk/>
            <pc:sldMk cId="3747509055" sldId="363"/>
            <ac:spMk id="19" creationId="{B5304FD3-3DC9-43C6-98AC-E1828A97B9DA}"/>
          </ac:spMkLst>
        </pc:spChg>
        <pc:grpChg chg="add mod">
          <ac:chgData name="PRANJAL SARKAR" userId="ea73abfa8153600f" providerId="LiveId" clId="{D2C1B423-1BAE-40F8-B6C7-D31BD148B802}" dt="2026-02-15T04:32:50.251" v="385" actId="164"/>
          <ac:grpSpMkLst>
            <pc:docMk/>
            <pc:sldMk cId="3747509055" sldId="363"/>
            <ac:grpSpMk id="33" creationId="{FE58F0F9-7B7A-73FC-178A-EBB896E6C3FC}"/>
          </ac:grpSpMkLst>
        </pc:grpChg>
        <pc:grpChg chg="add mod">
          <ac:chgData name="PRANJAL SARKAR" userId="ea73abfa8153600f" providerId="LiveId" clId="{D2C1B423-1BAE-40F8-B6C7-D31BD148B802}" dt="2026-02-15T04:32:56.357" v="387" actId="164"/>
          <ac:grpSpMkLst>
            <pc:docMk/>
            <pc:sldMk cId="3747509055" sldId="363"/>
            <ac:grpSpMk id="34" creationId="{F6FEADB9-2503-76A5-AC0F-9C8609687962}"/>
          </ac:grpSpMkLst>
        </pc:grpChg>
        <pc:grpChg chg="add mod">
          <ac:chgData name="PRANJAL SARKAR" userId="ea73abfa8153600f" providerId="LiveId" clId="{D2C1B423-1BAE-40F8-B6C7-D31BD148B802}" dt="2026-02-15T04:33:14.714" v="391" actId="164"/>
          <ac:grpSpMkLst>
            <pc:docMk/>
            <pc:sldMk cId="3747509055" sldId="363"/>
            <ac:grpSpMk id="35" creationId="{4B575CB6-0E90-5832-940C-B18E43E4E71C}"/>
          </ac:grpSpMkLst>
        </pc:grpChg>
        <pc:grpChg chg="add mod">
          <ac:chgData name="PRANJAL SARKAR" userId="ea73abfa8153600f" providerId="LiveId" clId="{D2C1B423-1BAE-40F8-B6C7-D31BD148B802}" dt="2026-02-15T04:33:19.599" v="393" actId="164"/>
          <ac:grpSpMkLst>
            <pc:docMk/>
            <pc:sldMk cId="3747509055" sldId="363"/>
            <ac:grpSpMk id="36" creationId="{CD1783B2-DDDA-EB49-9751-A231031DA2A6}"/>
          </ac:grpSpMkLst>
        </pc:grpChg>
        <pc:grpChg chg="add mod">
          <ac:chgData name="PRANJAL SARKAR" userId="ea73abfa8153600f" providerId="LiveId" clId="{D2C1B423-1BAE-40F8-B6C7-D31BD148B802}" dt="2026-02-15T04:33:52.781" v="398" actId="164"/>
          <ac:grpSpMkLst>
            <pc:docMk/>
            <pc:sldMk cId="3747509055" sldId="363"/>
            <ac:grpSpMk id="37" creationId="{D8219E04-B381-5CC8-84CD-2ED80321EB46}"/>
          </ac:grpSpMkLst>
        </pc:grpChg>
        <pc:picChg chg="mod">
          <ac:chgData name="PRANJAL SARKAR" userId="ea73abfa8153600f" providerId="LiveId" clId="{D2C1B423-1BAE-40F8-B6C7-D31BD148B802}" dt="2026-02-15T05:34:25.452" v="418" actId="1036"/>
          <ac:picMkLst>
            <pc:docMk/>
            <pc:sldMk cId="3747509055" sldId="363"/>
            <ac:picMk id="3" creationId="{50287948-90A6-2480-CA3E-2D6C5CC57102}"/>
          </ac:picMkLst>
        </pc:picChg>
        <pc:picChg chg="add mod">
          <ac:chgData name="PRANJAL SARKAR" userId="ea73abfa8153600f" providerId="LiveId" clId="{D2C1B423-1BAE-40F8-B6C7-D31BD148B802}" dt="2026-02-15T04:33:52.781" v="398" actId="164"/>
          <ac:picMkLst>
            <pc:docMk/>
            <pc:sldMk cId="3747509055" sldId="363"/>
            <ac:picMk id="24" creationId="{BDCE8F95-B7A4-F58A-ADB4-70D4CFE6F2F2}"/>
          </ac:picMkLst>
        </pc:picChg>
        <pc:picChg chg="add mod">
          <ac:chgData name="PRANJAL SARKAR" userId="ea73abfa8153600f" providerId="LiveId" clId="{D2C1B423-1BAE-40F8-B6C7-D31BD148B802}" dt="2026-02-15T04:33:19.599" v="393" actId="164"/>
          <ac:picMkLst>
            <pc:docMk/>
            <pc:sldMk cId="3747509055" sldId="363"/>
            <ac:picMk id="26" creationId="{F5836CA6-F528-3F2D-A9A3-569CD50F9916}"/>
          </ac:picMkLst>
        </pc:picChg>
        <pc:picChg chg="add mod">
          <ac:chgData name="PRANJAL SARKAR" userId="ea73abfa8153600f" providerId="LiveId" clId="{D2C1B423-1BAE-40F8-B6C7-D31BD148B802}" dt="2026-02-15T04:33:14.714" v="391" actId="164"/>
          <ac:picMkLst>
            <pc:docMk/>
            <pc:sldMk cId="3747509055" sldId="363"/>
            <ac:picMk id="28" creationId="{69F5E62F-2725-A365-352B-C003F4571BF3}"/>
          </ac:picMkLst>
        </pc:picChg>
        <pc:picChg chg="add mod">
          <ac:chgData name="PRANJAL SARKAR" userId="ea73abfa8153600f" providerId="LiveId" clId="{D2C1B423-1BAE-40F8-B6C7-D31BD148B802}" dt="2026-02-15T04:32:56.357" v="387" actId="164"/>
          <ac:picMkLst>
            <pc:docMk/>
            <pc:sldMk cId="3747509055" sldId="363"/>
            <ac:picMk id="30" creationId="{3B6FDE3F-7D79-02D4-CD25-AD7B8F9B7C8B}"/>
          </ac:picMkLst>
        </pc:picChg>
        <pc:picChg chg="add mod">
          <ac:chgData name="PRANJAL SARKAR" userId="ea73abfa8153600f" providerId="LiveId" clId="{D2C1B423-1BAE-40F8-B6C7-D31BD148B802}" dt="2026-02-15T04:32:50.251" v="385" actId="164"/>
          <ac:picMkLst>
            <pc:docMk/>
            <pc:sldMk cId="3747509055" sldId="363"/>
            <ac:picMk id="32" creationId="{2F42830B-2153-DA12-8A01-33A97F733B89}"/>
          </ac:picMkLst>
        </pc:picChg>
        <pc:cxnChg chg="add mod">
          <ac:chgData name="PRANJAL SARKAR" userId="ea73abfa8153600f" providerId="LiveId" clId="{D2C1B423-1BAE-40F8-B6C7-D31BD148B802}" dt="2026-02-15T04:32:56.357" v="387" actId="164"/>
          <ac:cxnSpMkLst>
            <pc:docMk/>
            <pc:sldMk cId="3747509055" sldId="363"/>
            <ac:cxnSpMk id="10" creationId="{77A1B26D-FCE3-ED54-A6C9-7C1C4A5B5053}"/>
          </ac:cxnSpMkLst>
        </pc:cxnChg>
        <pc:cxnChg chg="add mod">
          <ac:chgData name="PRANJAL SARKAR" userId="ea73abfa8153600f" providerId="LiveId" clId="{D2C1B423-1BAE-40F8-B6C7-D31BD148B802}" dt="2026-02-15T04:33:14.714" v="391" actId="164"/>
          <ac:cxnSpMkLst>
            <pc:docMk/>
            <pc:sldMk cId="3747509055" sldId="363"/>
            <ac:cxnSpMk id="11" creationId="{4AF71DB2-24DD-1428-F146-1003DBDC9AC8}"/>
          </ac:cxnSpMkLst>
        </pc:cxnChg>
        <pc:cxnChg chg="add mod">
          <ac:chgData name="PRANJAL SARKAR" userId="ea73abfa8153600f" providerId="LiveId" clId="{D2C1B423-1BAE-40F8-B6C7-D31BD148B802}" dt="2026-02-15T04:33:19.599" v="393" actId="164"/>
          <ac:cxnSpMkLst>
            <pc:docMk/>
            <pc:sldMk cId="3747509055" sldId="363"/>
            <ac:cxnSpMk id="12" creationId="{EB27D475-8C9F-B5E1-D2A5-4AB8CCDC9908}"/>
          </ac:cxnSpMkLst>
        </pc:cxnChg>
        <pc:cxnChg chg="add mod">
          <ac:chgData name="PRANJAL SARKAR" userId="ea73abfa8153600f" providerId="LiveId" clId="{D2C1B423-1BAE-40F8-B6C7-D31BD148B802}" dt="2026-02-15T04:33:52.781" v="398" actId="164"/>
          <ac:cxnSpMkLst>
            <pc:docMk/>
            <pc:sldMk cId="3747509055" sldId="363"/>
            <ac:cxnSpMk id="13" creationId="{C65E3C66-804B-866D-A628-897C61262A04}"/>
          </ac:cxnSpMkLst>
        </pc:cxnChg>
      </pc:sldChg>
      <pc:sldChg chg="addSp delSp modSp add mod">
        <pc:chgData name="PRANJAL SARKAR" userId="ea73abfa8153600f" providerId="LiveId" clId="{D2C1B423-1BAE-40F8-B6C7-D31BD148B802}" dt="2026-02-15T16:11:54.564" v="4090" actId="1076"/>
        <pc:sldMkLst>
          <pc:docMk/>
          <pc:sldMk cId="2201328794" sldId="364"/>
        </pc:sldMkLst>
        <pc:spChg chg="mod">
          <ac:chgData name="PRANJAL SARKAR" userId="ea73abfa8153600f" providerId="LiveId" clId="{D2C1B423-1BAE-40F8-B6C7-D31BD148B802}" dt="2026-02-15T15:16:36.970" v="1483" actId="14100"/>
          <ac:spMkLst>
            <pc:docMk/>
            <pc:sldMk cId="2201328794" sldId="364"/>
            <ac:spMk id="2" creationId="{F09A9AE8-D239-A523-F4CC-BB06C68CC534}"/>
          </ac:spMkLst>
        </pc:spChg>
        <pc:spChg chg="mod">
          <ac:chgData name="PRANJAL SARKAR" userId="ea73abfa8153600f" providerId="LiveId" clId="{D2C1B423-1BAE-40F8-B6C7-D31BD148B802}" dt="2026-02-15T16:09:03.490" v="4026" actId="14100"/>
          <ac:spMkLst>
            <pc:docMk/>
            <pc:sldMk cId="2201328794" sldId="364"/>
            <ac:spMk id="5" creationId="{07A30B6B-D1A2-5ADF-E21D-A76B32DDAD50}"/>
          </ac:spMkLst>
        </pc:spChg>
        <pc:spChg chg="add mod">
          <ac:chgData name="PRANJAL SARKAR" userId="ea73abfa8153600f" providerId="LiveId" clId="{D2C1B423-1BAE-40F8-B6C7-D31BD148B802}" dt="2026-02-15T15:13:20.067" v="1423" actId="207"/>
          <ac:spMkLst>
            <pc:docMk/>
            <pc:sldMk cId="2201328794" sldId="364"/>
            <ac:spMk id="9" creationId="{63590F2E-B8A8-3255-C791-7EE3270F3FD7}"/>
          </ac:spMkLst>
        </pc:spChg>
        <pc:spChg chg="mod">
          <ac:chgData name="PRANJAL SARKAR" userId="ea73abfa8153600f" providerId="LiveId" clId="{D2C1B423-1BAE-40F8-B6C7-D31BD148B802}" dt="2026-02-15T15:08:04.329" v="1365" actId="6549"/>
          <ac:spMkLst>
            <pc:docMk/>
            <pc:sldMk cId="2201328794" sldId="364"/>
            <ac:spMk id="15" creationId="{B0A046EF-65C8-A966-FC31-A538BAEAAA36}"/>
          </ac:spMkLst>
        </pc:spChg>
        <pc:spChg chg="mod">
          <ac:chgData name="PRANJAL SARKAR" userId="ea73abfa8153600f" providerId="LiveId" clId="{D2C1B423-1BAE-40F8-B6C7-D31BD148B802}" dt="2026-02-15T15:53:05.798" v="3269" actId="13822"/>
          <ac:spMkLst>
            <pc:docMk/>
            <pc:sldMk cId="2201328794" sldId="364"/>
            <ac:spMk id="16" creationId="{93DE95DC-C2D8-C258-8B84-E9E853CC809F}"/>
          </ac:spMkLst>
        </pc:spChg>
        <pc:spChg chg="mod">
          <ac:chgData name="PRANJAL SARKAR" userId="ea73abfa8153600f" providerId="LiveId" clId="{D2C1B423-1BAE-40F8-B6C7-D31BD148B802}" dt="2026-02-15T15:08:03.767" v="1364"/>
          <ac:spMkLst>
            <pc:docMk/>
            <pc:sldMk cId="2201328794" sldId="364"/>
            <ac:spMk id="18" creationId="{CEB19770-DB6E-24F4-2692-DDCDA54BABC4}"/>
          </ac:spMkLst>
        </pc:spChg>
        <pc:spChg chg="mod">
          <ac:chgData name="PRANJAL SARKAR" userId="ea73abfa8153600f" providerId="LiveId" clId="{D2C1B423-1BAE-40F8-B6C7-D31BD148B802}" dt="2026-02-15T15:08:03.767" v="1364"/>
          <ac:spMkLst>
            <pc:docMk/>
            <pc:sldMk cId="2201328794" sldId="364"/>
            <ac:spMk id="19" creationId="{EC9DF288-E3F1-62D3-2F43-213BDEF7274A}"/>
          </ac:spMkLst>
        </pc:spChg>
        <pc:spChg chg="mod">
          <ac:chgData name="PRANJAL SARKAR" userId="ea73abfa8153600f" providerId="LiveId" clId="{D2C1B423-1BAE-40F8-B6C7-D31BD148B802}" dt="2026-02-15T15:08:03.767" v="1364"/>
          <ac:spMkLst>
            <pc:docMk/>
            <pc:sldMk cId="2201328794" sldId="364"/>
            <ac:spMk id="20" creationId="{B520CE25-06D7-0862-12CB-30623C93AD34}"/>
          </ac:spMkLst>
        </pc:spChg>
        <pc:spChg chg="add mod">
          <ac:chgData name="PRANJAL SARKAR" userId="ea73abfa8153600f" providerId="LiveId" clId="{D2C1B423-1BAE-40F8-B6C7-D31BD148B802}" dt="2026-02-15T15:13:11.806" v="1422" actId="1036"/>
          <ac:spMkLst>
            <pc:docMk/>
            <pc:sldMk cId="2201328794" sldId="364"/>
            <ac:spMk id="21" creationId="{D28CF98D-C296-13F2-1F05-CB82331C575F}"/>
          </ac:spMkLst>
        </pc:spChg>
        <pc:spChg chg="add mod">
          <ac:chgData name="PRANJAL SARKAR" userId="ea73abfa8153600f" providerId="LiveId" clId="{D2C1B423-1BAE-40F8-B6C7-D31BD148B802}" dt="2026-02-15T15:13:24.289" v="1428" actId="1036"/>
          <ac:spMkLst>
            <pc:docMk/>
            <pc:sldMk cId="2201328794" sldId="364"/>
            <ac:spMk id="22" creationId="{D0FA7B1D-E83E-D0E9-44EC-25E8CC365988}"/>
          </ac:spMkLst>
        </pc:spChg>
        <pc:spChg chg="add mod">
          <ac:chgData name="PRANJAL SARKAR" userId="ea73abfa8153600f" providerId="LiveId" clId="{D2C1B423-1BAE-40F8-B6C7-D31BD148B802}" dt="2026-02-15T15:12:05.283" v="1408" actId="164"/>
          <ac:spMkLst>
            <pc:docMk/>
            <pc:sldMk cId="2201328794" sldId="364"/>
            <ac:spMk id="23" creationId="{0A85FB99-2E96-DBAB-3592-5ECBD35E5E6C}"/>
          </ac:spMkLst>
        </pc:spChg>
        <pc:spChg chg="mod">
          <ac:chgData name="PRANJAL SARKAR" userId="ea73abfa8153600f" providerId="LiveId" clId="{D2C1B423-1BAE-40F8-B6C7-D31BD148B802}" dt="2026-02-15T14:56:48.251" v="1340" actId="13822"/>
          <ac:spMkLst>
            <pc:docMk/>
            <pc:sldMk cId="2201328794" sldId="364"/>
            <ac:spMk id="35" creationId="{0A95058E-6C99-19E2-D8BB-6489F7C203B2}"/>
          </ac:spMkLst>
        </pc:spChg>
        <pc:spChg chg="add del mod ord">
          <ac:chgData name="PRANJAL SARKAR" userId="ea73abfa8153600f" providerId="LiveId" clId="{D2C1B423-1BAE-40F8-B6C7-D31BD148B802}" dt="2026-02-15T15:16:27.925" v="1482" actId="167"/>
          <ac:spMkLst>
            <pc:docMk/>
            <pc:sldMk cId="2201328794" sldId="364"/>
            <ac:spMk id="37" creationId="{7149B750-DF48-EFC6-0234-91F4F27331A0}"/>
          </ac:spMkLst>
        </pc:spChg>
        <pc:spChg chg="add mod ord">
          <ac:chgData name="PRANJAL SARKAR" userId="ea73abfa8153600f" providerId="LiveId" clId="{D2C1B423-1BAE-40F8-B6C7-D31BD148B802}" dt="2026-02-15T15:16:53.234" v="1484" actId="207"/>
          <ac:spMkLst>
            <pc:docMk/>
            <pc:sldMk cId="2201328794" sldId="364"/>
            <ac:spMk id="45" creationId="{76D076D2-4338-5811-FBD1-D166A5FC3F3A}"/>
          </ac:spMkLst>
        </pc:spChg>
        <pc:spChg chg="add mod">
          <ac:chgData name="PRANJAL SARKAR" userId="ea73abfa8153600f" providerId="LiveId" clId="{D2C1B423-1BAE-40F8-B6C7-D31BD148B802}" dt="2026-02-15T15:25:59.742" v="1955" actId="1076"/>
          <ac:spMkLst>
            <pc:docMk/>
            <pc:sldMk cId="2201328794" sldId="364"/>
            <ac:spMk id="46" creationId="{6D8270A0-1D54-A114-6194-6CBC193C680C}"/>
          </ac:spMkLst>
        </pc:spChg>
        <pc:spChg chg="add mod">
          <ac:chgData name="PRANJAL SARKAR" userId="ea73abfa8153600f" providerId="LiveId" clId="{D2C1B423-1BAE-40F8-B6C7-D31BD148B802}" dt="2026-02-15T15:47:55.037" v="2867" actId="20577"/>
          <ac:spMkLst>
            <pc:docMk/>
            <pc:sldMk cId="2201328794" sldId="364"/>
            <ac:spMk id="47" creationId="{465AD56F-F174-8665-6D67-932DBB750A50}"/>
          </ac:spMkLst>
        </pc:spChg>
        <pc:spChg chg="add mod">
          <ac:chgData name="PRANJAL SARKAR" userId="ea73abfa8153600f" providerId="LiveId" clId="{D2C1B423-1BAE-40F8-B6C7-D31BD148B802}" dt="2026-02-15T15:50:52.306" v="3108" actId="20577"/>
          <ac:spMkLst>
            <pc:docMk/>
            <pc:sldMk cId="2201328794" sldId="364"/>
            <ac:spMk id="49" creationId="{17A86085-EDB5-9B8A-CFF6-CC57526CC1D5}"/>
          </ac:spMkLst>
        </pc:spChg>
        <pc:spChg chg="add mod">
          <ac:chgData name="PRANJAL SARKAR" userId="ea73abfa8153600f" providerId="LiveId" clId="{D2C1B423-1BAE-40F8-B6C7-D31BD148B802}" dt="2026-02-15T15:51:00.113" v="3124" actId="20577"/>
          <ac:spMkLst>
            <pc:docMk/>
            <pc:sldMk cId="2201328794" sldId="364"/>
            <ac:spMk id="53" creationId="{68D60889-72DF-9D5E-0887-BC9E5949F441}"/>
          </ac:spMkLst>
        </pc:spChg>
        <pc:spChg chg="add mod">
          <ac:chgData name="PRANJAL SARKAR" userId="ea73abfa8153600f" providerId="LiveId" clId="{D2C1B423-1BAE-40F8-B6C7-D31BD148B802}" dt="2026-02-15T15:51:11.520" v="3131" actId="20577"/>
          <ac:spMkLst>
            <pc:docMk/>
            <pc:sldMk cId="2201328794" sldId="364"/>
            <ac:spMk id="55" creationId="{C8017949-563C-BF43-D0FD-076A6B3EBD31}"/>
          </ac:spMkLst>
        </pc:spChg>
        <pc:spChg chg="add mod">
          <ac:chgData name="PRANJAL SARKAR" userId="ea73abfa8153600f" providerId="LiveId" clId="{D2C1B423-1BAE-40F8-B6C7-D31BD148B802}" dt="2026-02-15T15:51:43.954" v="3209" actId="20577"/>
          <ac:spMkLst>
            <pc:docMk/>
            <pc:sldMk cId="2201328794" sldId="364"/>
            <ac:spMk id="57" creationId="{F2869254-08CC-6BBB-E216-ACC4B96E0623}"/>
          </ac:spMkLst>
        </pc:spChg>
        <pc:spChg chg="add mod">
          <ac:chgData name="PRANJAL SARKAR" userId="ea73abfa8153600f" providerId="LiveId" clId="{D2C1B423-1BAE-40F8-B6C7-D31BD148B802}" dt="2026-02-15T16:11:54.564" v="4090" actId="1076"/>
          <ac:spMkLst>
            <pc:docMk/>
            <pc:sldMk cId="2201328794" sldId="364"/>
            <ac:spMk id="59" creationId="{9F31627C-CA00-34D2-22FE-07492395E30F}"/>
          </ac:spMkLst>
        </pc:spChg>
        <pc:spChg chg="mod">
          <ac:chgData name="PRANJAL SARKAR" userId="ea73abfa8153600f" providerId="LiveId" clId="{D2C1B423-1BAE-40F8-B6C7-D31BD148B802}" dt="2026-02-15T16:11:18.331" v="4047" actId="20577"/>
          <ac:spMkLst>
            <pc:docMk/>
            <pc:sldMk cId="2201328794" sldId="364"/>
            <ac:spMk id="62" creationId="{E3B18FF7-C52E-6516-69B9-9CFED7D65247}"/>
          </ac:spMkLst>
        </pc:spChg>
        <pc:grpChg chg="mod">
          <ac:chgData name="PRANJAL SARKAR" userId="ea73abfa8153600f" providerId="LiveId" clId="{D2C1B423-1BAE-40F8-B6C7-D31BD148B802}" dt="2026-02-15T15:08:03.767" v="1364"/>
          <ac:grpSpMkLst>
            <pc:docMk/>
            <pc:sldMk cId="2201328794" sldId="364"/>
            <ac:grpSpMk id="3" creationId="{1A01B536-04C1-0265-36FD-04C6166B13A4}"/>
          </ac:grpSpMkLst>
        </pc:grpChg>
        <pc:grpChg chg="mod">
          <ac:chgData name="PRANJAL SARKAR" userId="ea73abfa8153600f" providerId="LiveId" clId="{D2C1B423-1BAE-40F8-B6C7-D31BD148B802}" dt="2026-02-15T15:08:03.767" v="1364"/>
          <ac:grpSpMkLst>
            <pc:docMk/>
            <pc:sldMk cId="2201328794" sldId="364"/>
            <ac:grpSpMk id="10" creationId="{960F1B21-8822-EF53-46B2-C2F2AA38B05B}"/>
          </ac:grpSpMkLst>
        </pc:grpChg>
        <pc:grpChg chg="add del">
          <ac:chgData name="PRANJAL SARKAR" userId="ea73abfa8153600f" providerId="LiveId" clId="{D2C1B423-1BAE-40F8-B6C7-D31BD148B802}" dt="2026-02-15T15:08:47.813" v="1369" actId="478"/>
          <ac:grpSpMkLst>
            <pc:docMk/>
            <pc:sldMk cId="2201328794" sldId="364"/>
            <ac:grpSpMk id="12" creationId="{29E88549-AE37-B82A-C9E6-0478ED278ED9}"/>
          </ac:grpSpMkLst>
        </pc:grpChg>
        <pc:grpChg chg="mod">
          <ac:chgData name="PRANJAL SARKAR" userId="ea73abfa8153600f" providerId="LiveId" clId="{D2C1B423-1BAE-40F8-B6C7-D31BD148B802}" dt="2026-02-15T15:08:03.767" v="1364"/>
          <ac:grpSpMkLst>
            <pc:docMk/>
            <pc:sldMk cId="2201328794" sldId="364"/>
            <ac:grpSpMk id="13" creationId="{CB64AFE3-33DE-C195-F1CE-9AFD91414F9D}"/>
          </ac:grpSpMkLst>
        </pc:grpChg>
        <pc:grpChg chg="add mod">
          <ac:chgData name="PRANJAL SARKAR" userId="ea73abfa8153600f" providerId="LiveId" clId="{D2C1B423-1BAE-40F8-B6C7-D31BD148B802}" dt="2026-02-15T15:13:26.579" v="1438" actId="1036"/>
          <ac:grpSpMkLst>
            <pc:docMk/>
            <pc:sldMk cId="2201328794" sldId="364"/>
            <ac:grpSpMk id="29" creationId="{D7EAEDD2-3526-2353-8F54-74A245D21747}"/>
          </ac:grpSpMkLst>
        </pc:grpChg>
        <pc:grpChg chg="add mod">
          <ac:chgData name="PRANJAL SARKAR" userId="ea73abfa8153600f" providerId="LiveId" clId="{D2C1B423-1BAE-40F8-B6C7-D31BD148B802}" dt="2026-02-15T16:11:43.360" v="4089" actId="1038"/>
          <ac:grpSpMkLst>
            <pc:docMk/>
            <pc:sldMk cId="2201328794" sldId="364"/>
            <ac:grpSpMk id="61" creationId="{6AF2A8CB-015E-0580-EF27-BF90F69DDBB0}"/>
          </ac:grpSpMkLst>
        </pc:grpChg>
        <pc:picChg chg="del topLvl">
          <ac:chgData name="PRANJAL SARKAR" userId="ea73abfa8153600f" providerId="LiveId" clId="{D2C1B423-1BAE-40F8-B6C7-D31BD148B802}" dt="2026-02-15T15:08:48.893" v="1370" actId="478"/>
          <ac:picMkLst>
            <pc:docMk/>
            <pc:sldMk cId="2201328794" sldId="364"/>
            <ac:picMk id="8" creationId="{67D4EE0E-5CC2-BCB8-77C0-54B1F58BA19F}"/>
          </ac:picMkLst>
        </pc:picChg>
        <pc:picChg chg="del topLvl">
          <ac:chgData name="PRANJAL SARKAR" userId="ea73abfa8153600f" providerId="LiveId" clId="{D2C1B423-1BAE-40F8-B6C7-D31BD148B802}" dt="2026-02-15T15:08:47.813" v="1369" actId="478"/>
          <ac:picMkLst>
            <pc:docMk/>
            <pc:sldMk cId="2201328794" sldId="364"/>
            <ac:picMk id="11" creationId="{2A1B7767-EAD8-A53A-8A36-F8B3F3EF7F5A}"/>
          </ac:picMkLst>
        </pc:picChg>
        <pc:picChg chg="mod">
          <ac:chgData name="PRANJAL SARKAR" userId="ea73abfa8153600f" providerId="LiveId" clId="{D2C1B423-1BAE-40F8-B6C7-D31BD148B802}" dt="2026-02-15T15:08:03.767" v="1364"/>
          <ac:picMkLst>
            <pc:docMk/>
            <pc:sldMk cId="2201328794" sldId="364"/>
            <ac:picMk id="14" creationId="{1DAEA0B5-CAFD-B016-0C9E-D9FEB3AFEBE9}"/>
          </ac:picMkLst>
        </pc:picChg>
        <pc:picChg chg="mod">
          <ac:chgData name="PRANJAL SARKAR" userId="ea73abfa8153600f" providerId="LiveId" clId="{D2C1B423-1BAE-40F8-B6C7-D31BD148B802}" dt="2026-02-15T15:08:03.767" v="1364"/>
          <ac:picMkLst>
            <pc:docMk/>
            <pc:sldMk cId="2201328794" sldId="364"/>
            <ac:picMk id="17" creationId="{7D1753C0-2204-F93F-9D9D-ACF1B1A6B3F9}"/>
          </ac:picMkLst>
        </pc:picChg>
        <pc:picChg chg="add mod">
          <ac:chgData name="PRANJAL SARKAR" userId="ea73abfa8153600f" providerId="LiveId" clId="{D2C1B423-1BAE-40F8-B6C7-D31BD148B802}" dt="2026-02-15T15:12:05.283" v="1408" actId="164"/>
          <ac:picMkLst>
            <pc:docMk/>
            <pc:sldMk cId="2201328794" sldId="364"/>
            <ac:picMk id="27" creationId="{77674AE6-E23D-3913-C56B-C88EC1AF0FBC}"/>
          </ac:picMkLst>
        </pc:picChg>
        <pc:picChg chg="add mod">
          <ac:chgData name="PRANJAL SARKAR" userId="ea73abfa8153600f" providerId="LiveId" clId="{D2C1B423-1BAE-40F8-B6C7-D31BD148B802}" dt="2026-02-15T15:14:47.517" v="1451" actId="1076"/>
          <ac:picMkLst>
            <pc:docMk/>
            <pc:sldMk cId="2201328794" sldId="364"/>
            <ac:picMk id="38" creationId="{A6260080-5622-1137-75EB-BCAAA77F5A40}"/>
          </ac:picMkLst>
        </pc:picChg>
        <pc:picChg chg="add mod">
          <ac:chgData name="PRANJAL SARKAR" userId="ea73abfa8153600f" providerId="LiveId" clId="{D2C1B423-1BAE-40F8-B6C7-D31BD148B802}" dt="2026-02-15T15:15:40.157" v="1465" actId="1076"/>
          <ac:picMkLst>
            <pc:docMk/>
            <pc:sldMk cId="2201328794" sldId="364"/>
            <ac:picMk id="40" creationId="{13A6ADFA-CEA1-004E-6E50-14ECEB90F4FF}"/>
          </ac:picMkLst>
        </pc:picChg>
        <pc:picChg chg="add mod">
          <ac:chgData name="PRANJAL SARKAR" userId="ea73abfa8153600f" providerId="LiveId" clId="{D2C1B423-1BAE-40F8-B6C7-D31BD148B802}" dt="2026-02-15T15:15:45.689" v="1467" actId="1076"/>
          <ac:picMkLst>
            <pc:docMk/>
            <pc:sldMk cId="2201328794" sldId="364"/>
            <ac:picMk id="42" creationId="{296D8B8E-1C3A-56C8-F3EF-6D63FE3CEC0D}"/>
          </ac:picMkLst>
        </pc:picChg>
        <pc:picChg chg="add mod">
          <ac:chgData name="PRANJAL SARKAR" userId="ea73abfa8153600f" providerId="LiveId" clId="{D2C1B423-1BAE-40F8-B6C7-D31BD148B802}" dt="2026-02-15T15:15:52.755" v="1468" actId="1076"/>
          <ac:picMkLst>
            <pc:docMk/>
            <pc:sldMk cId="2201328794" sldId="364"/>
            <ac:picMk id="44" creationId="{AFEBF451-14E0-AEDD-F525-C7EC4D772190}"/>
          </ac:picMkLst>
        </pc:picChg>
        <pc:picChg chg="mod">
          <ac:chgData name="PRANJAL SARKAR" userId="ea73abfa8153600f" providerId="LiveId" clId="{D2C1B423-1BAE-40F8-B6C7-D31BD148B802}" dt="2026-02-15T16:11:38.705" v="4071" actId="1038"/>
          <ac:picMkLst>
            <pc:docMk/>
            <pc:sldMk cId="2201328794" sldId="364"/>
            <ac:picMk id="63" creationId="{2895C2DA-F63F-3673-0CAB-DA6E0D6C4CB0}"/>
          </ac:picMkLst>
        </pc:picChg>
        <pc:cxnChg chg="add mod">
          <ac:chgData name="PRANJAL SARKAR" userId="ea73abfa8153600f" providerId="LiveId" clId="{D2C1B423-1BAE-40F8-B6C7-D31BD148B802}" dt="2026-02-15T15:47:42.939" v="2837" actId="20577"/>
          <ac:cxnSpMkLst>
            <pc:docMk/>
            <pc:sldMk cId="2201328794" sldId="364"/>
            <ac:cxnSpMk id="48" creationId="{D5CDEC39-5924-B3EA-E63F-09DDD475A6AF}"/>
          </ac:cxnSpMkLst>
        </pc:cxnChg>
        <pc:cxnChg chg="add mod">
          <ac:chgData name="PRANJAL SARKAR" userId="ea73abfa8153600f" providerId="LiveId" clId="{D2C1B423-1BAE-40F8-B6C7-D31BD148B802}" dt="2026-02-15T15:50:48.536" v="3098" actId="20577"/>
          <ac:cxnSpMkLst>
            <pc:docMk/>
            <pc:sldMk cId="2201328794" sldId="364"/>
            <ac:cxnSpMk id="50" creationId="{88AD13E2-037B-1D12-040C-E16998697C3A}"/>
          </ac:cxnSpMkLst>
        </pc:cxnChg>
        <pc:cxnChg chg="add mod">
          <ac:chgData name="PRANJAL SARKAR" userId="ea73abfa8153600f" providerId="LiveId" clId="{D2C1B423-1BAE-40F8-B6C7-D31BD148B802}" dt="2026-02-15T15:50:36.673" v="3080" actId="20577"/>
          <ac:cxnSpMkLst>
            <pc:docMk/>
            <pc:sldMk cId="2201328794" sldId="364"/>
            <ac:cxnSpMk id="54" creationId="{CD19BF20-0EAD-E274-CE5F-9025FF6D0F38}"/>
          </ac:cxnSpMkLst>
        </pc:cxnChg>
        <pc:cxnChg chg="add mod">
          <ac:chgData name="PRANJAL SARKAR" userId="ea73abfa8153600f" providerId="LiveId" clId="{D2C1B423-1BAE-40F8-B6C7-D31BD148B802}" dt="2026-02-15T15:51:06.627" v="3126" actId="1076"/>
          <ac:cxnSpMkLst>
            <pc:docMk/>
            <pc:sldMk cId="2201328794" sldId="364"/>
            <ac:cxnSpMk id="56" creationId="{3E03E286-C451-1D5E-B652-2626EE67DAF5}"/>
          </ac:cxnSpMkLst>
        </pc:cxnChg>
        <pc:cxnChg chg="add mod">
          <ac:chgData name="PRANJAL SARKAR" userId="ea73abfa8153600f" providerId="LiveId" clId="{D2C1B423-1BAE-40F8-B6C7-D31BD148B802}" dt="2026-02-15T15:51:39.048" v="3190" actId="20577"/>
          <ac:cxnSpMkLst>
            <pc:docMk/>
            <pc:sldMk cId="2201328794" sldId="364"/>
            <ac:cxnSpMk id="58" creationId="{69AE0451-B240-ABA1-9E90-54A292434144}"/>
          </ac:cxnSpMkLst>
        </pc:cxnChg>
        <pc:cxnChg chg="add mod">
          <ac:chgData name="PRANJAL SARKAR" userId="ea73abfa8153600f" providerId="LiveId" clId="{D2C1B423-1BAE-40F8-B6C7-D31BD148B802}" dt="2026-02-15T16:11:54.564" v="4090" actId="1076"/>
          <ac:cxnSpMkLst>
            <pc:docMk/>
            <pc:sldMk cId="2201328794" sldId="364"/>
            <ac:cxnSpMk id="60" creationId="{554690B9-D95C-A31C-B715-1DA615F52E56}"/>
          </ac:cxnSpMkLst>
        </pc:cxnChg>
      </pc:sldChg>
      <pc:sldChg chg="addSp delSp modSp add mod">
        <pc:chgData name="PRANJAL SARKAR" userId="ea73abfa8153600f" providerId="LiveId" clId="{D2C1B423-1BAE-40F8-B6C7-D31BD148B802}" dt="2026-02-15T16:12:01.766" v="4091"/>
        <pc:sldMkLst>
          <pc:docMk/>
          <pc:sldMk cId="1315380729" sldId="365"/>
        </pc:sldMkLst>
        <pc:spChg chg="add mod">
          <ac:chgData name="PRANJAL SARKAR" userId="ea73abfa8153600f" providerId="LiveId" clId="{D2C1B423-1BAE-40F8-B6C7-D31BD148B802}" dt="2026-02-15T15:54:41.830" v="3329" actId="14100"/>
          <ac:spMkLst>
            <pc:docMk/>
            <pc:sldMk cId="1315380729" sldId="365"/>
            <ac:spMk id="8" creationId="{913DA9CC-D280-FF25-8912-D4E164E2015F}"/>
          </ac:spMkLst>
        </pc:spChg>
        <pc:spChg chg="mod">
          <ac:chgData name="PRANJAL SARKAR" userId="ea73abfa8153600f" providerId="LiveId" clId="{D2C1B423-1BAE-40F8-B6C7-D31BD148B802}" dt="2026-02-15T15:53:01.267" v="3268" actId="13822"/>
          <ac:spMkLst>
            <pc:docMk/>
            <pc:sldMk cId="1315380729" sldId="365"/>
            <ac:spMk id="16" creationId="{274E3FBF-CD1B-3D9A-F697-F77C0423511A}"/>
          </ac:spMkLst>
        </pc:spChg>
        <pc:spChg chg="mod">
          <ac:chgData name="PRANJAL SARKAR" userId="ea73abfa8153600f" providerId="LiveId" clId="{D2C1B423-1BAE-40F8-B6C7-D31BD148B802}" dt="2026-02-15T16:12:01.766" v="4091"/>
          <ac:spMkLst>
            <pc:docMk/>
            <pc:sldMk cId="1315380729" sldId="365"/>
            <ac:spMk id="25" creationId="{C88C833B-7F73-9535-2A65-DDAF32D3B028}"/>
          </ac:spMkLst>
        </pc:spChg>
        <pc:spChg chg="mod">
          <ac:chgData name="PRANJAL SARKAR" userId="ea73abfa8153600f" providerId="LiveId" clId="{D2C1B423-1BAE-40F8-B6C7-D31BD148B802}" dt="2026-02-15T15:54:30.005" v="3326" actId="20577"/>
          <ac:spMkLst>
            <pc:docMk/>
            <pc:sldMk cId="1315380729" sldId="365"/>
            <ac:spMk id="46" creationId="{AC46F7E7-16CE-9FE6-9E3A-B3348D8274DB}"/>
          </ac:spMkLst>
        </pc:spChg>
        <pc:spChg chg="del">
          <ac:chgData name="PRANJAL SARKAR" userId="ea73abfa8153600f" providerId="LiveId" clId="{D2C1B423-1BAE-40F8-B6C7-D31BD148B802}" dt="2026-02-15T15:52:00.878" v="3211" actId="478"/>
          <ac:spMkLst>
            <pc:docMk/>
            <pc:sldMk cId="1315380729" sldId="365"/>
            <ac:spMk id="47" creationId="{C4BB3667-8F6B-5894-1DD0-3C762FA9DF3A}"/>
          </ac:spMkLst>
        </pc:spChg>
        <pc:spChg chg="del">
          <ac:chgData name="PRANJAL SARKAR" userId="ea73abfa8153600f" providerId="LiveId" clId="{D2C1B423-1BAE-40F8-B6C7-D31BD148B802}" dt="2026-02-15T15:52:00.878" v="3211" actId="478"/>
          <ac:spMkLst>
            <pc:docMk/>
            <pc:sldMk cId="1315380729" sldId="365"/>
            <ac:spMk id="49" creationId="{5A0F8F2B-0B33-5F82-5EE0-2679B2C25D12}"/>
          </ac:spMkLst>
        </pc:spChg>
        <pc:spChg chg="del">
          <ac:chgData name="PRANJAL SARKAR" userId="ea73abfa8153600f" providerId="LiveId" clId="{D2C1B423-1BAE-40F8-B6C7-D31BD148B802}" dt="2026-02-15T15:52:00.878" v="3211" actId="478"/>
          <ac:spMkLst>
            <pc:docMk/>
            <pc:sldMk cId="1315380729" sldId="365"/>
            <ac:spMk id="53" creationId="{F8B34DB7-2ADA-9343-30BE-4EEB35F680DC}"/>
          </ac:spMkLst>
        </pc:spChg>
        <pc:spChg chg="del">
          <ac:chgData name="PRANJAL SARKAR" userId="ea73abfa8153600f" providerId="LiveId" clId="{D2C1B423-1BAE-40F8-B6C7-D31BD148B802}" dt="2026-02-15T15:52:00.878" v="3211" actId="478"/>
          <ac:spMkLst>
            <pc:docMk/>
            <pc:sldMk cId="1315380729" sldId="365"/>
            <ac:spMk id="55" creationId="{E3CC3580-4F71-E0AF-FCC3-6D9FD4489906}"/>
          </ac:spMkLst>
        </pc:spChg>
        <pc:spChg chg="mod">
          <ac:chgData name="PRANJAL SARKAR" userId="ea73abfa8153600f" providerId="LiveId" clId="{D2C1B423-1BAE-40F8-B6C7-D31BD148B802}" dt="2026-02-15T15:56:02.963" v="3460" actId="6549"/>
          <ac:spMkLst>
            <pc:docMk/>
            <pc:sldMk cId="1315380729" sldId="365"/>
            <ac:spMk id="57" creationId="{D642F23B-7CCB-937E-DD6D-55EDD0DB4CCE}"/>
          </ac:spMkLst>
        </pc:spChg>
        <pc:grpChg chg="add mod">
          <ac:chgData name="PRANJAL SARKAR" userId="ea73abfa8153600f" providerId="LiveId" clId="{D2C1B423-1BAE-40F8-B6C7-D31BD148B802}" dt="2026-02-15T16:12:01.766" v="4091"/>
          <ac:grpSpMkLst>
            <pc:docMk/>
            <pc:sldMk cId="1315380729" sldId="365"/>
            <ac:grpSpMk id="12" creationId="{F8072C7B-AEC5-2E3D-29A9-4329E0FB4BBF}"/>
          </ac:grpSpMkLst>
        </pc:grpChg>
        <pc:picChg chg="mod">
          <ac:chgData name="PRANJAL SARKAR" userId="ea73abfa8153600f" providerId="LiveId" clId="{D2C1B423-1BAE-40F8-B6C7-D31BD148B802}" dt="2026-02-15T16:12:01.766" v="4091"/>
          <ac:picMkLst>
            <pc:docMk/>
            <pc:sldMk cId="1315380729" sldId="365"/>
            <ac:picMk id="34" creationId="{48E2C2A0-2D6C-52B0-30A7-C7D388CC3085}"/>
          </ac:picMkLst>
        </pc:picChg>
        <pc:cxnChg chg="del mod">
          <ac:chgData name="PRANJAL SARKAR" userId="ea73abfa8153600f" providerId="LiveId" clId="{D2C1B423-1BAE-40F8-B6C7-D31BD148B802}" dt="2026-02-15T15:52:00.878" v="3211" actId="478"/>
          <ac:cxnSpMkLst>
            <pc:docMk/>
            <pc:sldMk cId="1315380729" sldId="365"/>
            <ac:cxnSpMk id="48" creationId="{42465F0A-FE2D-38B5-EC83-2796B84BFBFC}"/>
          </ac:cxnSpMkLst>
        </pc:cxnChg>
        <pc:cxnChg chg="del mod">
          <ac:chgData name="PRANJAL SARKAR" userId="ea73abfa8153600f" providerId="LiveId" clId="{D2C1B423-1BAE-40F8-B6C7-D31BD148B802}" dt="2026-02-15T15:52:00.878" v="3211" actId="478"/>
          <ac:cxnSpMkLst>
            <pc:docMk/>
            <pc:sldMk cId="1315380729" sldId="365"/>
            <ac:cxnSpMk id="50" creationId="{993C96DE-06AA-444F-8727-CDA10107A4CC}"/>
          </ac:cxnSpMkLst>
        </pc:cxnChg>
        <pc:cxnChg chg="del mod">
          <ac:chgData name="PRANJAL SARKAR" userId="ea73abfa8153600f" providerId="LiveId" clId="{D2C1B423-1BAE-40F8-B6C7-D31BD148B802}" dt="2026-02-15T15:52:00.878" v="3211" actId="478"/>
          <ac:cxnSpMkLst>
            <pc:docMk/>
            <pc:sldMk cId="1315380729" sldId="365"/>
            <ac:cxnSpMk id="54" creationId="{5F8B1198-F8B4-D034-6148-2E5B6614424E}"/>
          </ac:cxnSpMkLst>
        </pc:cxnChg>
        <pc:cxnChg chg="del mod">
          <ac:chgData name="PRANJAL SARKAR" userId="ea73abfa8153600f" providerId="LiveId" clId="{D2C1B423-1BAE-40F8-B6C7-D31BD148B802}" dt="2026-02-15T15:52:00.878" v="3211" actId="478"/>
          <ac:cxnSpMkLst>
            <pc:docMk/>
            <pc:sldMk cId="1315380729" sldId="365"/>
            <ac:cxnSpMk id="56" creationId="{0B5CE2B9-AE59-79AB-36CC-CFE2C367F77F}"/>
          </ac:cxnSpMkLst>
        </pc:cxnChg>
        <pc:cxnChg chg="mod">
          <ac:chgData name="PRANJAL SARKAR" userId="ea73abfa8153600f" providerId="LiveId" clId="{D2C1B423-1BAE-40F8-B6C7-D31BD148B802}" dt="2026-02-15T15:55:40.966" v="3434" actId="20577"/>
          <ac:cxnSpMkLst>
            <pc:docMk/>
            <pc:sldMk cId="1315380729" sldId="365"/>
            <ac:cxnSpMk id="58" creationId="{36496DA9-B09A-8CB7-6884-9F37419A6B70}"/>
          </ac:cxnSpMkLst>
        </pc:cxnChg>
      </pc:sldChg>
      <pc:sldChg chg="addSp delSp modSp add mod">
        <pc:chgData name="PRANJAL SARKAR" userId="ea73abfa8153600f" providerId="LiveId" clId="{D2C1B423-1BAE-40F8-B6C7-D31BD148B802}" dt="2026-02-15T16:13:35.810" v="4196" actId="20577"/>
        <pc:sldMkLst>
          <pc:docMk/>
          <pc:sldMk cId="353775215" sldId="366"/>
        </pc:sldMkLst>
        <pc:spChg chg="mod">
          <ac:chgData name="PRANJAL SARKAR" userId="ea73abfa8153600f" providerId="LiveId" clId="{D2C1B423-1BAE-40F8-B6C7-D31BD148B802}" dt="2026-02-15T15:57:14.751" v="3465" actId="164"/>
          <ac:spMkLst>
            <pc:docMk/>
            <pc:sldMk cId="353775215" sldId="366"/>
            <ac:spMk id="2" creationId="{00708E4D-824B-9F2A-6C8A-F92F6667AAF6}"/>
          </ac:spMkLst>
        </pc:spChg>
        <pc:spChg chg="mod">
          <ac:chgData name="PRANJAL SARKAR" userId="ea73abfa8153600f" providerId="LiveId" clId="{D2C1B423-1BAE-40F8-B6C7-D31BD148B802}" dt="2026-02-15T16:00:07.749" v="3678" actId="1076"/>
          <ac:spMkLst>
            <pc:docMk/>
            <pc:sldMk cId="353775215" sldId="366"/>
            <ac:spMk id="12" creationId="{9631CA6D-FDBD-EE85-5744-A2EE37425CF7}"/>
          </ac:spMkLst>
        </pc:spChg>
        <pc:spChg chg="mod">
          <ac:chgData name="PRANJAL SARKAR" userId="ea73abfa8153600f" providerId="LiveId" clId="{D2C1B423-1BAE-40F8-B6C7-D31BD148B802}" dt="2026-02-15T15:59:01.252" v="3573" actId="20577"/>
          <ac:spMkLst>
            <pc:docMk/>
            <pc:sldMk cId="353775215" sldId="366"/>
            <ac:spMk id="28" creationId="{D9AE0F87-6018-C2BE-53D5-71C5D03C76AC}"/>
          </ac:spMkLst>
        </pc:spChg>
        <pc:spChg chg="add del">
          <ac:chgData name="PRANJAL SARKAR" userId="ea73abfa8153600f" providerId="LiveId" clId="{D2C1B423-1BAE-40F8-B6C7-D31BD148B802}" dt="2026-02-15T16:00:29.591" v="3683" actId="478"/>
          <ac:spMkLst>
            <pc:docMk/>
            <pc:sldMk cId="353775215" sldId="366"/>
            <ac:spMk id="36" creationId="{F3D2D144-EF99-44CF-BA83-D5B24B92BF2E}"/>
          </ac:spMkLst>
        </pc:spChg>
        <pc:spChg chg="add mod">
          <ac:chgData name="PRANJAL SARKAR" userId="ea73abfa8153600f" providerId="LiveId" clId="{D2C1B423-1BAE-40F8-B6C7-D31BD148B802}" dt="2026-02-15T16:00:55.813" v="3689" actId="1076"/>
          <ac:spMkLst>
            <pc:docMk/>
            <pc:sldMk cId="353775215" sldId="366"/>
            <ac:spMk id="41" creationId="{12C9902C-E6BB-7BB4-9A11-DFC5D4995FEB}"/>
          </ac:spMkLst>
        </pc:spChg>
        <pc:spChg chg="mod">
          <ac:chgData name="PRANJAL SARKAR" userId="ea73abfa8153600f" providerId="LiveId" clId="{D2C1B423-1BAE-40F8-B6C7-D31BD148B802}" dt="2026-02-15T16:00:02.766" v="3677" actId="1076"/>
          <ac:spMkLst>
            <pc:docMk/>
            <pc:sldMk cId="353775215" sldId="366"/>
            <ac:spMk id="42" creationId="{6337833C-8197-EE75-8B29-E8B627E0622B}"/>
          </ac:spMkLst>
        </pc:spChg>
        <pc:spChg chg="add mod">
          <ac:chgData name="PRANJAL SARKAR" userId="ea73abfa8153600f" providerId="LiveId" clId="{D2C1B423-1BAE-40F8-B6C7-D31BD148B802}" dt="2026-02-15T16:01:02.634" v="3690" actId="207"/>
          <ac:spMkLst>
            <pc:docMk/>
            <pc:sldMk cId="353775215" sldId="366"/>
            <ac:spMk id="44" creationId="{260A92C5-D368-CB91-5E2D-B2D9FB845864}"/>
          </ac:spMkLst>
        </pc:spChg>
        <pc:spChg chg="add mod">
          <ac:chgData name="PRANJAL SARKAR" userId="ea73abfa8153600f" providerId="LiveId" clId="{D2C1B423-1BAE-40F8-B6C7-D31BD148B802}" dt="2026-02-15T16:12:29.548" v="4096" actId="1076"/>
          <ac:spMkLst>
            <pc:docMk/>
            <pc:sldMk cId="353775215" sldId="366"/>
            <ac:spMk id="45" creationId="{6C196D3B-F7D6-DE01-AA92-710AB6F88907}"/>
          </ac:spMkLst>
        </pc:spChg>
        <pc:spChg chg="add mod">
          <ac:chgData name="PRANJAL SARKAR" userId="ea73abfa8153600f" providerId="LiveId" clId="{D2C1B423-1BAE-40F8-B6C7-D31BD148B802}" dt="2026-02-15T16:02:23.376" v="3700" actId="164"/>
          <ac:spMkLst>
            <pc:docMk/>
            <pc:sldMk cId="353775215" sldId="366"/>
            <ac:spMk id="48" creationId="{CC50153B-1455-7719-D7A9-CAE428123C35}"/>
          </ac:spMkLst>
        </pc:spChg>
        <pc:spChg chg="add mod">
          <ac:chgData name="PRANJAL SARKAR" userId="ea73abfa8153600f" providerId="LiveId" clId="{D2C1B423-1BAE-40F8-B6C7-D31BD148B802}" dt="2026-02-15T16:13:35.810" v="4196" actId="20577"/>
          <ac:spMkLst>
            <pc:docMk/>
            <pc:sldMk cId="353775215" sldId="366"/>
            <ac:spMk id="52" creationId="{C21B2086-F17D-2ADA-7FA5-23A6ABCCB1C5}"/>
          </ac:spMkLst>
        </pc:spChg>
        <pc:grpChg chg="mod">
          <ac:chgData name="PRANJAL SARKAR" userId="ea73abfa8153600f" providerId="LiveId" clId="{D2C1B423-1BAE-40F8-B6C7-D31BD148B802}" dt="2026-02-15T15:57:14.751" v="3465" actId="164"/>
          <ac:grpSpMkLst>
            <pc:docMk/>
            <pc:sldMk cId="353775215" sldId="366"/>
            <ac:grpSpMk id="3" creationId="{19BE702F-0580-62F1-AA9B-A6E1F194421C}"/>
          </ac:grpSpMkLst>
        </pc:grpChg>
        <pc:grpChg chg="mod">
          <ac:chgData name="PRANJAL SARKAR" userId="ea73abfa8153600f" providerId="LiveId" clId="{D2C1B423-1BAE-40F8-B6C7-D31BD148B802}" dt="2026-02-15T15:57:14.751" v="3465" actId="164"/>
          <ac:grpSpMkLst>
            <pc:docMk/>
            <pc:sldMk cId="353775215" sldId="366"/>
            <ac:grpSpMk id="4" creationId="{DC059F09-D958-BE28-D9DB-476EA179E75C}"/>
          </ac:grpSpMkLst>
        </pc:grpChg>
        <pc:grpChg chg="mod">
          <ac:chgData name="PRANJAL SARKAR" userId="ea73abfa8153600f" providerId="LiveId" clId="{D2C1B423-1BAE-40F8-B6C7-D31BD148B802}" dt="2026-02-15T15:57:14.751" v="3465" actId="164"/>
          <ac:grpSpMkLst>
            <pc:docMk/>
            <pc:sldMk cId="353775215" sldId="366"/>
            <ac:grpSpMk id="14" creationId="{63B26FC3-E549-6D37-D5CF-EB5F69544368}"/>
          </ac:grpSpMkLst>
        </pc:grpChg>
        <pc:grpChg chg="del">
          <ac:chgData name="PRANJAL SARKAR" userId="ea73abfa8153600f" providerId="LiveId" clId="{D2C1B423-1BAE-40F8-B6C7-D31BD148B802}" dt="2026-02-15T15:56:56.364" v="3462" actId="478"/>
          <ac:grpSpMkLst>
            <pc:docMk/>
            <pc:sldMk cId="353775215" sldId="366"/>
            <ac:grpSpMk id="18" creationId="{418FFA9A-E4B4-5521-6A7F-818FDA98D23C}"/>
          </ac:grpSpMkLst>
        </pc:grpChg>
        <pc:grpChg chg="mod">
          <ac:chgData name="PRANJAL SARKAR" userId="ea73abfa8153600f" providerId="LiveId" clId="{D2C1B423-1BAE-40F8-B6C7-D31BD148B802}" dt="2026-02-15T15:57:14.751" v="3465" actId="164"/>
          <ac:grpSpMkLst>
            <pc:docMk/>
            <pc:sldMk cId="353775215" sldId="366"/>
            <ac:grpSpMk id="23" creationId="{0242C0F4-F1FE-A305-05CD-94AFB93C6DEA}"/>
          </ac:grpSpMkLst>
        </pc:grpChg>
        <pc:grpChg chg="mod">
          <ac:chgData name="PRANJAL SARKAR" userId="ea73abfa8153600f" providerId="LiveId" clId="{D2C1B423-1BAE-40F8-B6C7-D31BD148B802}" dt="2026-02-15T15:57:14.751" v="3465" actId="164"/>
          <ac:grpSpMkLst>
            <pc:docMk/>
            <pc:sldMk cId="353775215" sldId="366"/>
            <ac:grpSpMk id="39" creationId="{41FE8C72-04CA-63C2-56ED-EAAD67FDB8D1}"/>
          </ac:grpSpMkLst>
        </pc:grpChg>
        <pc:grpChg chg="add mod">
          <ac:chgData name="PRANJAL SARKAR" userId="ea73abfa8153600f" providerId="LiveId" clId="{D2C1B423-1BAE-40F8-B6C7-D31BD148B802}" dt="2026-02-15T15:57:21.415" v="3494" actId="1036"/>
          <ac:grpSpMkLst>
            <pc:docMk/>
            <pc:sldMk cId="353775215" sldId="366"/>
            <ac:grpSpMk id="40" creationId="{5CFB441F-6CB2-CBA0-BF21-ECB39557B1BA}"/>
          </ac:grpSpMkLst>
        </pc:grpChg>
        <pc:grpChg chg="add mod">
          <ac:chgData name="PRANJAL SARKAR" userId="ea73abfa8153600f" providerId="LiveId" clId="{D2C1B423-1BAE-40F8-B6C7-D31BD148B802}" dt="2026-02-15T16:02:24.995" v="3708" actId="1036"/>
          <ac:grpSpMkLst>
            <pc:docMk/>
            <pc:sldMk cId="353775215" sldId="366"/>
            <ac:grpSpMk id="49" creationId="{5B089A4F-D206-7A36-972A-BADBB3A6E59D}"/>
          </ac:grpSpMkLst>
        </pc:grpChg>
        <pc:picChg chg="add del">
          <ac:chgData name="PRANJAL SARKAR" userId="ea73abfa8153600f" providerId="LiveId" clId="{D2C1B423-1BAE-40F8-B6C7-D31BD148B802}" dt="2026-02-15T16:00:29.591" v="3683" actId="478"/>
          <ac:picMkLst>
            <pc:docMk/>
            <pc:sldMk cId="353775215" sldId="366"/>
            <ac:picMk id="35" creationId="{0CF5FEE0-22D4-7BA9-7552-2F30F50C8D89}"/>
          </ac:picMkLst>
        </pc:picChg>
        <pc:picChg chg="add mod">
          <ac:chgData name="PRANJAL SARKAR" userId="ea73abfa8153600f" providerId="LiveId" clId="{D2C1B423-1BAE-40F8-B6C7-D31BD148B802}" dt="2026-02-15T16:02:23.376" v="3700" actId="164"/>
          <ac:picMkLst>
            <pc:docMk/>
            <pc:sldMk cId="353775215" sldId="366"/>
            <ac:picMk id="47" creationId="{BE824A14-F3D2-6FFA-494B-B1D40C79C39C}"/>
          </ac:picMkLst>
        </pc:picChg>
        <pc:cxnChg chg="mod">
          <ac:chgData name="PRANJAL SARKAR" userId="ea73abfa8153600f" providerId="LiveId" clId="{D2C1B423-1BAE-40F8-B6C7-D31BD148B802}" dt="2026-02-15T16:02:33.158" v="3719" actId="1035"/>
          <ac:cxnSpMkLst>
            <pc:docMk/>
            <pc:sldMk cId="353775215" sldId="366"/>
            <ac:cxnSpMk id="5" creationId="{0D3A3E0A-6402-BB41-BC39-16244C68B38C}"/>
          </ac:cxnSpMkLst>
        </pc:cxnChg>
        <pc:cxnChg chg="mod">
          <ac:chgData name="PRANJAL SARKAR" userId="ea73abfa8153600f" providerId="LiveId" clId="{D2C1B423-1BAE-40F8-B6C7-D31BD148B802}" dt="2026-02-15T16:00:02.766" v="3677" actId="1076"/>
          <ac:cxnSpMkLst>
            <pc:docMk/>
            <pc:sldMk cId="353775215" sldId="366"/>
            <ac:cxnSpMk id="43" creationId="{13696CBB-A950-FCEC-A509-2B055C72D5B0}"/>
          </ac:cxnSpMkLst>
        </pc:cxnChg>
        <pc:cxnChg chg="add mod">
          <ac:chgData name="PRANJAL SARKAR" userId="ea73abfa8153600f" providerId="LiveId" clId="{D2C1B423-1BAE-40F8-B6C7-D31BD148B802}" dt="2026-02-15T16:12:37.160" v="4099" actId="14100"/>
          <ac:cxnSpMkLst>
            <pc:docMk/>
            <pc:sldMk cId="353775215" sldId="366"/>
            <ac:cxnSpMk id="46" creationId="{3D871A44-C1B4-7677-C440-3A9095EE5BF4}"/>
          </ac:cxnSpMkLst>
        </pc:cxnChg>
        <pc:cxnChg chg="add mod">
          <ac:chgData name="PRANJAL SARKAR" userId="ea73abfa8153600f" providerId="LiveId" clId="{D2C1B423-1BAE-40F8-B6C7-D31BD148B802}" dt="2026-02-15T16:13:15.314" v="4158" actId="20577"/>
          <ac:cxnSpMkLst>
            <pc:docMk/>
            <pc:sldMk cId="353775215" sldId="366"/>
            <ac:cxnSpMk id="53" creationId="{5AF7FFA6-9B19-64CB-928A-82A9751FDB41}"/>
          </ac:cxnSpMkLst>
        </pc:cxnChg>
      </pc:sldChg>
      <pc:sldChg chg="addSp delSp modSp add mod">
        <pc:chgData name="PRANJAL SARKAR" userId="ea73abfa8153600f" providerId="LiveId" clId="{D2C1B423-1BAE-40F8-B6C7-D31BD148B802}" dt="2026-02-15T16:12:07.408" v="4092"/>
        <pc:sldMkLst>
          <pc:docMk/>
          <pc:sldMk cId="3838185278" sldId="367"/>
        </pc:sldMkLst>
        <pc:spChg chg="del">
          <ac:chgData name="PRANJAL SARKAR" userId="ea73abfa8153600f" providerId="LiveId" clId="{D2C1B423-1BAE-40F8-B6C7-D31BD148B802}" dt="2026-02-15T16:01:41.907" v="3695" actId="478"/>
          <ac:spMkLst>
            <pc:docMk/>
            <pc:sldMk cId="3838185278" sldId="367"/>
            <ac:spMk id="8" creationId="{1E6248D1-1D01-38D2-369A-77142A1E25B0}"/>
          </ac:spMkLst>
        </pc:spChg>
        <pc:spChg chg="add mod">
          <ac:chgData name="PRANJAL SARKAR" userId="ea73abfa8153600f" providerId="LiveId" clId="{D2C1B423-1BAE-40F8-B6C7-D31BD148B802}" dt="2026-02-15T16:01:42.626" v="3696"/>
          <ac:spMkLst>
            <pc:docMk/>
            <pc:sldMk cId="3838185278" sldId="367"/>
            <ac:spMk id="11" creationId="{9DFAA815-5979-A3A9-0E22-BC4B6D4138D5}"/>
          </ac:spMkLst>
        </pc:spChg>
        <pc:spChg chg="add mod">
          <ac:chgData name="PRANJAL SARKAR" userId="ea73abfa8153600f" providerId="LiveId" clId="{D2C1B423-1BAE-40F8-B6C7-D31BD148B802}" dt="2026-02-15T16:02:00.252" v="3698" actId="1076"/>
          <ac:spMkLst>
            <pc:docMk/>
            <pc:sldMk cId="3838185278" sldId="367"/>
            <ac:spMk id="12" creationId="{5F789253-58B9-D679-6A05-76FF777607F9}"/>
          </ac:spMkLst>
        </pc:spChg>
        <pc:spChg chg="mod">
          <ac:chgData name="PRANJAL SARKAR" userId="ea73abfa8153600f" providerId="LiveId" clId="{D2C1B423-1BAE-40F8-B6C7-D31BD148B802}" dt="2026-02-15T16:12:07.408" v="4092"/>
          <ac:spMkLst>
            <pc:docMk/>
            <pc:sldMk cId="3838185278" sldId="367"/>
            <ac:spMk id="39" creationId="{99762EDA-027C-AE93-7EC9-6FAE951B5AB1}"/>
          </ac:spMkLst>
        </pc:spChg>
        <pc:spChg chg="del">
          <ac:chgData name="PRANJAL SARKAR" userId="ea73abfa8153600f" providerId="LiveId" clId="{D2C1B423-1BAE-40F8-B6C7-D31BD148B802}" dt="2026-02-15T16:01:41.907" v="3695" actId="478"/>
          <ac:spMkLst>
            <pc:docMk/>
            <pc:sldMk cId="3838185278" sldId="367"/>
            <ac:spMk id="46" creationId="{993E9FCF-3D09-87C9-BF6F-F9F109013141}"/>
          </ac:spMkLst>
        </pc:spChg>
        <pc:spChg chg="del">
          <ac:chgData name="PRANJAL SARKAR" userId="ea73abfa8153600f" providerId="LiveId" clId="{D2C1B423-1BAE-40F8-B6C7-D31BD148B802}" dt="2026-02-15T16:01:41.907" v="3695" actId="478"/>
          <ac:spMkLst>
            <pc:docMk/>
            <pc:sldMk cId="3838185278" sldId="367"/>
            <ac:spMk id="57" creationId="{F9C54DF7-DCF2-1971-F219-9067E65DBD91}"/>
          </ac:spMkLst>
        </pc:spChg>
        <pc:grpChg chg="add del">
          <ac:chgData name="PRANJAL SARKAR" userId="ea73abfa8153600f" providerId="LiveId" clId="{D2C1B423-1BAE-40F8-B6C7-D31BD148B802}" dt="2026-02-15T16:01:25.411" v="3694" actId="478"/>
          <ac:grpSpMkLst>
            <pc:docMk/>
            <pc:sldMk cId="3838185278" sldId="367"/>
            <ac:grpSpMk id="29" creationId="{27C70992-E530-99E6-BE6C-139C250CC063}"/>
          </ac:grpSpMkLst>
        </pc:grpChg>
        <pc:grpChg chg="add mod">
          <ac:chgData name="PRANJAL SARKAR" userId="ea73abfa8153600f" providerId="LiveId" clId="{D2C1B423-1BAE-40F8-B6C7-D31BD148B802}" dt="2026-02-15T16:12:07.408" v="4092"/>
          <ac:grpSpMkLst>
            <pc:docMk/>
            <pc:sldMk cId="3838185278" sldId="367"/>
            <ac:grpSpMk id="34" creationId="{FF60DEED-8FC3-713D-BFA9-184E5EE47959}"/>
          </ac:grpSpMkLst>
        </pc:grpChg>
        <pc:picChg chg="del">
          <ac:chgData name="PRANJAL SARKAR" userId="ea73abfa8153600f" providerId="LiveId" clId="{D2C1B423-1BAE-40F8-B6C7-D31BD148B802}" dt="2026-02-15T16:01:18.845" v="3692" actId="478"/>
          <ac:picMkLst>
            <pc:docMk/>
            <pc:sldMk cId="3838185278" sldId="367"/>
            <ac:picMk id="38" creationId="{6FEF3FF0-5B58-C5C1-02D4-E9BEBD43B150}"/>
          </ac:picMkLst>
        </pc:picChg>
        <pc:picChg chg="mod">
          <ac:chgData name="PRANJAL SARKAR" userId="ea73abfa8153600f" providerId="LiveId" clId="{D2C1B423-1BAE-40F8-B6C7-D31BD148B802}" dt="2026-02-15T16:12:07.408" v="4092"/>
          <ac:picMkLst>
            <pc:docMk/>
            <pc:sldMk cId="3838185278" sldId="367"/>
            <ac:picMk id="41" creationId="{79904078-8C32-CD21-97CF-883AFD87D751}"/>
          </ac:picMkLst>
        </pc:picChg>
        <pc:cxnChg chg="add mod">
          <ac:chgData name="PRANJAL SARKAR" userId="ea73abfa8153600f" providerId="LiveId" clId="{D2C1B423-1BAE-40F8-B6C7-D31BD148B802}" dt="2026-02-15T16:01:55.611" v="3697"/>
          <ac:cxnSpMkLst>
            <pc:docMk/>
            <pc:sldMk cId="3838185278" sldId="367"/>
            <ac:cxnSpMk id="25" creationId="{928573C2-BB0F-4250-B88A-9FEAF5B50B9A}"/>
          </ac:cxnSpMkLst>
        </pc:cxnChg>
        <pc:cxnChg chg="del mod">
          <ac:chgData name="PRANJAL SARKAR" userId="ea73abfa8153600f" providerId="LiveId" clId="{D2C1B423-1BAE-40F8-B6C7-D31BD148B802}" dt="2026-02-15T16:01:41.907" v="3695" actId="478"/>
          <ac:cxnSpMkLst>
            <pc:docMk/>
            <pc:sldMk cId="3838185278" sldId="367"/>
            <ac:cxnSpMk id="58" creationId="{AC8F4873-CACD-5A3E-2A7F-66D90C978C79}"/>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C1E50D-142A-674A-8CE3-1781F41F4CBF}" type="datetimeFigureOut">
              <a:rPr lang="en-US" smtClean="0"/>
              <a:t>2/15/2026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6CE86F-EFC8-E945-9EF5-A6AD0FA92031}" type="slidenum">
              <a:rPr lang="en-US" smtClean="0"/>
              <a:t>‹#›</a:t>
            </a:fld>
            <a:endParaRPr lang="en-US"/>
          </a:p>
        </p:txBody>
      </p:sp>
    </p:spTree>
    <p:extLst>
      <p:ext uri="{BB962C8B-B14F-4D97-AF65-F5344CB8AC3E}">
        <p14:creationId xmlns:p14="http://schemas.microsoft.com/office/powerpoint/2010/main" val="3252176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A close-up of a network&#10;&#10;Description automatically generated">
            <a:extLst>
              <a:ext uri="{FF2B5EF4-FFF2-40B4-BE49-F238E27FC236}">
                <a16:creationId xmlns:a16="http://schemas.microsoft.com/office/drawing/2014/main" id="{B5EA14DE-084A-E825-75A1-CCEAE38A10FB}"/>
              </a:ext>
            </a:extLst>
          </p:cNvPr>
          <p:cNvPicPr>
            <a:picLocks noChangeAspect="1"/>
          </p:cNvPicPr>
          <p:nvPr userDrawn="1"/>
        </p:nvPicPr>
        <p:blipFill>
          <a:blip r:embed="rId2">
            <a:alphaModFix amt="9000"/>
            <a:extLst>
              <a:ext uri="{28A0092B-C50C-407E-A947-70E740481C1C}">
                <a14:useLocalDpi xmlns:a14="http://schemas.microsoft.com/office/drawing/2010/main" val="0"/>
              </a:ext>
            </a:extLst>
          </a:blip>
          <a:stretch>
            <a:fillRect/>
          </a:stretch>
        </p:blipFill>
        <p:spPr>
          <a:xfrm>
            <a:off x="0" y="20597"/>
            <a:ext cx="12192000" cy="6837404"/>
          </a:xfrm>
          <a:prstGeom prst="rect">
            <a:avLst/>
          </a:prstGeom>
        </p:spPr>
      </p:pic>
      <p:pic>
        <p:nvPicPr>
          <p:cNvPr id="7" name="Picture 6">
            <a:extLst>
              <a:ext uri="{FF2B5EF4-FFF2-40B4-BE49-F238E27FC236}">
                <a16:creationId xmlns:a16="http://schemas.microsoft.com/office/drawing/2014/main" id="{4673344C-41BB-EE5B-90F4-C036A7CDFBB6}"/>
              </a:ext>
            </a:extLst>
          </p:cNvPr>
          <p:cNvPicPr>
            <a:picLocks noChangeAspect="1"/>
          </p:cNvPicPr>
          <p:nvPr userDrawn="1"/>
        </p:nvPicPr>
        <p:blipFill>
          <a:blip r:embed="rId3"/>
          <a:srcRect b="37472"/>
          <a:stretch>
            <a:fillRect/>
          </a:stretch>
        </p:blipFill>
        <p:spPr>
          <a:xfrm>
            <a:off x="87990" y="301207"/>
            <a:ext cx="992127" cy="325516"/>
          </a:xfrm>
          <a:prstGeom prst="rect">
            <a:avLst/>
          </a:prstGeom>
        </p:spPr>
      </p:pic>
      <p:pic>
        <p:nvPicPr>
          <p:cNvPr id="8" name="Picture 7">
            <a:extLst>
              <a:ext uri="{FF2B5EF4-FFF2-40B4-BE49-F238E27FC236}">
                <a16:creationId xmlns:a16="http://schemas.microsoft.com/office/drawing/2014/main" id="{160CB1DA-14A0-3432-B5A1-72A2080906F6}"/>
              </a:ext>
            </a:extLst>
          </p:cNvPr>
          <p:cNvPicPr>
            <a:picLocks noChangeAspect="1"/>
          </p:cNvPicPr>
          <p:nvPr userDrawn="1"/>
        </p:nvPicPr>
        <p:blipFill>
          <a:blip r:embed="rId3"/>
          <a:srcRect t="64510"/>
          <a:stretch>
            <a:fillRect/>
          </a:stretch>
        </p:blipFill>
        <p:spPr>
          <a:xfrm>
            <a:off x="11025266" y="6513814"/>
            <a:ext cx="992127" cy="184759"/>
          </a:xfrm>
          <a:prstGeom prst="rect">
            <a:avLst/>
          </a:prstGeom>
        </p:spPr>
      </p:pic>
      <p:sp>
        <p:nvSpPr>
          <p:cNvPr id="9" name="Title 1">
            <a:extLst>
              <a:ext uri="{FF2B5EF4-FFF2-40B4-BE49-F238E27FC236}">
                <a16:creationId xmlns:a16="http://schemas.microsoft.com/office/drawing/2014/main" id="{8E0730FC-38A1-3D3F-4335-3D78E8A517B1}"/>
              </a:ext>
            </a:extLst>
          </p:cNvPr>
          <p:cNvSpPr>
            <a:spLocks noGrp="1"/>
          </p:cNvSpPr>
          <p:nvPr>
            <p:ph type="ctrTitle"/>
          </p:nvPr>
        </p:nvSpPr>
        <p:spPr>
          <a:xfrm>
            <a:off x="1080117" y="243912"/>
            <a:ext cx="9144000" cy="440107"/>
          </a:xfrm>
        </p:spPr>
        <p:txBody>
          <a:bodyPr anchor="b"/>
          <a:lstStyle>
            <a:lvl1pPr algn="l">
              <a:defRPr sz="2000" b="1">
                <a:solidFill>
                  <a:srgbClr val="001952"/>
                </a:solidFill>
                <a:latin typeface="+mn-lt"/>
              </a:defRPr>
            </a:lvl1pPr>
          </a:lstStyle>
          <a:p>
            <a:r>
              <a:rPr lang="en-US" dirty="0"/>
              <a:t>Click to edit Master title style</a:t>
            </a:r>
            <a:endParaRPr lang="en-IN" dirty="0"/>
          </a:p>
        </p:txBody>
      </p:sp>
    </p:spTree>
    <p:extLst>
      <p:ext uri="{BB962C8B-B14F-4D97-AF65-F5344CB8AC3E}">
        <p14:creationId xmlns:p14="http://schemas.microsoft.com/office/powerpoint/2010/main" val="4009771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3" name="Picture 2" descr="A close-up of a network&#10;&#10;Description automatically generated">
            <a:extLst>
              <a:ext uri="{FF2B5EF4-FFF2-40B4-BE49-F238E27FC236}">
                <a16:creationId xmlns:a16="http://schemas.microsoft.com/office/drawing/2014/main" id="{EC44F655-2371-8C10-289A-CF61F2728869}"/>
              </a:ext>
            </a:extLst>
          </p:cNvPr>
          <p:cNvPicPr>
            <a:picLocks noChangeAspect="1"/>
          </p:cNvPicPr>
          <p:nvPr userDrawn="1"/>
        </p:nvPicPr>
        <p:blipFill>
          <a:blip r:embed="rId2">
            <a:alphaModFix amt="9000"/>
            <a:extLst>
              <a:ext uri="{28A0092B-C50C-407E-A947-70E740481C1C}">
                <a14:useLocalDpi xmlns:a14="http://schemas.microsoft.com/office/drawing/2010/main" val="0"/>
              </a:ext>
            </a:extLst>
          </a:blip>
          <a:stretch>
            <a:fillRect/>
          </a:stretch>
        </p:blipFill>
        <p:spPr>
          <a:xfrm>
            <a:off x="0" y="20597"/>
            <a:ext cx="12192000" cy="6837404"/>
          </a:xfrm>
          <a:prstGeom prst="rect">
            <a:avLst/>
          </a:prstGeom>
        </p:spPr>
      </p:pic>
      <p:pic>
        <p:nvPicPr>
          <p:cNvPr id="7" name="Picture 6">
            <a:extLst>
              <a:ext uri="{FF2B5EF4-FFF2-40B4-BE49-F238E27FC236}">
                <a16:creationId xmlns:a16="http://schemas.microsoft.com/office/drawing/2014/main" id="{4673344C-41BB-EE5B-90F4-C036A7CDFBB6}"/>
              </a:ext>
            </a:extLst>
          </p:cNvPr>
          <p:cNvPicPr>
            <a:picLocks noChangeAspect="1"/>
          </p:cNvPicPr>
          <p:nvPr userDrawn="1"/>
        </p:nvPicPr>
        <p:blipFill>
          <a:blip r:embed="rId3"/>
          <a:srcRect l="32929" r="35736" b="37472"/>
          <a:stretch/>
        </p:blipFill>
        <p:spPr>
          <a:xfrm>
            <a:off x="10848811" y="6483995"/>
            <a:ext cx="176455" cy="184760"/>
          </a:xfrm>
          <a:prstGeom prst="rect">
            <a:avLst/>
          </a:prstGeom>
        </p:spPr>
      </p:pic>
      <p:pic>
        <p:nvPicPr>
          <p:cNvPr id="8" name="Picture 7">
            <a:extLst>
              <a:ext uri="{FF2B5EF4-FFF2-40B4-BE49-F238E27FC236}">
                <a16:creationId xmlns:a16="http://schemas.microsoft.com/office/drawing/2014/main" id="{160CB1DA-14A0-3432-B5A1-72A2080906F6}"/>
              </a:ext>
            </a:extLst>
          </p:cNvPr>
          <p:cNvPicPr>
            <a:picLocks noChangeAspect="1"/>
          </p:cNvPicPr>
          <p:nvPr userDrawn="1"/>
        </p:nvPicPr>
        <p:blipFill>
          <a:blip r:embed="rId3"/>
          <a:srcRect t="64510"/>
          <a:stretch>
            <a:fillRect/>
          </a:stretch>
        </p:blipFill>
        <p:spPr>
          <a:xfrm>
            <a:off x="11025266" y="6513814"/>
            <a:ext cx="992127" cy="184759"/>
          </a:xfrm>
          <a:prstGeom prst="rect">
            <a:avLst/>
          </a:prstGeom>
        </p:spPr>
      </p:pic>
      <p:sp>
        <p:nvSpPr>
          <p:cNvPr id="9" name="Title 1">
            <a:extLst>
              <a:ext uri="{FF2B5EF4-FFF2-40B4-BE49-F238E27FC236}">
                <a16:creationId xmlns:a16="http://schemas.microsoft.com/office/drawing/2014/main" id="{8E0730FC-38A1-3D3F-4335-3D78E8A517B1}"/>
              </a:ext>
            </a:extLst>
          </p:cNvPr>
          <p:cNvSpPr>
            <a:spLocks noGrp="1"/>
          </p:cNvSpPr>
          <p:nvPr>
            <p:ph type="ctrTitle"/>
          </p:nvPr>
        </p:nvSpPr>
        <p:spPr>
          <a:xfrm>
            <a:off x="1993901" y="243912"/>
            <a:ext cx="8230216" cy="440107"/>
          </a:xfrm>
        </p:spPr>
        <p:txBody>
          <a:bodyPr anchor="b"/>
          <a:lstStyle>
            <a:lvl1pPr algn="l">
              <a:defRPr sz="2000" b="1">
                <a:solidFill>
                  <a:srgbClr val="001952"/>
                </a:solidFill>
                <a:latin typeface="+mn-lt"/>
              </a:defRPr>
            </a:lvl1pPr>
          </a:lstStyle>
          <a:p>
            <a:r>
              <a:rPr lang="en-US" dirty="0"/>
              <a:t>Click to edit Master title style</a:t>
            </a:r>
            <a:endParaRPr lang="en-IN" dirty="0"/>
          </a:p>
        </p:txBody>
      </p:sp>
      <p:pic>
        <p:nvPicPr>
          <p:cNvPr id="2" name="Picture 1" descr="A blue and orange logo&#10;&#10;Description automatically generated">
            <a:extLst>
              <a:ext uri="{FF2B5EF4-FFF2-40B4-BE49-F238E27FC236}">
                <a16:creationId xmlns:a16="http://schemas.microsoft.com/office/drawing/2014/main" id="{386B8698-4D82-C6B9-97D5-2F9BC9A2AD3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04800" y="313518"/>
            <a:ext cx="1498600" cy="319701"/>
          </a:xfrm>
          <a:prstGeom prst="rect">
            <a:avLst/>
          </a:prstGeom>
        </p:spPr>
      </p:pic>
    </p:spTree>
    <p:extLst>
      <p:ext uri="{BB962C8B-B14F-4D97-AF65-F5344CB8AC3E}">
        <p14:creationId xmlns:p14="http://schemas.microsoft.com/office/powerpoint/2010/main" val="306825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0484B0-D274-836D-EEA3-87BEC5095BD7}"/>
              </a:ext>
            </a:extLst>
          </p:cNvPr>
          <p:cNvSpPr/>
          <p:nvPr userDrawn="1"/>
        </p:nvSpPr>
        <p:spPr>
          <a:xfrm>
            <a:off x="0" y="1080046"/>
            <a:ext cx="12192000" cy="5243332"/>
          </a:xfrm>
          <a:prstGeom prst="rect">
            <a:avLst/>
          </a:prstGeom>
          <a:solidFill>
            <a:schemeClr val="accent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673344C-41BB-EE5B-90F4-C036A7CDFBB6}"/>
              </a:ext>
            </a:extLst>
          </p:cNvPr>
          <p:cNvPicPr>
            <a:picLocks noChangeAspect="1"/>
          </p:cNvPicPr>
          <p:nvPr userDrawn="1"/>
        </p:nvPicPr>
        <p:blipFill>
          <a:blip r:embed="rId2"/>
          <a:srcRect b="37472"/>
          <a:stretch>
            <a:fillRect/>
          </a:stretch>
        </p:blipFill>
        <p:spPr>
          <a:xfrm>
            <a:off x="87990" y="301207"/>
            <a:ext cx="992127" cy="325516"/>
          </a:xfrm>
          <a:prstGeom prst="rect">
            <a:avLst/>
          </a:prstGeom>
        </p:spPr>
      </p:pic>
      <p:pic>
        <p:nvPicPr>
          <p:cNvPr id="8" name="Picture 7">
            <a:extLst>
              <a:ext uri="{FF2B5EF4-FFF2-40B4-BE49-F238E27FC236}">
                <a16:creationId xmlns:a16="http://schemas.microsoft.com/office/drawing/2014/main" id="{160CB1DA-14A0-3432-B5A1-72A2080906F6}"/>
              </a:ext>
            </a:extLst>
          </p:cNvPr>
          <p:cNvPicPr>
            <a:picLocks noChangeAspect="1"/>
          </p:cNvPicPr>
          <p:nvPr userDrawn="1"/>
        </p:nvPicPr>
        <p:blipFill>
          <a:blip r:embed="rId2"/>
          <a:srcRect t="64510"/>
          <a:stretch>
            <a:fillRect/>
          </a:stretch>
        </p:blipFill>
        <p:spPr>
          <a:xfrm>
            <a:off x="11025266" y="6513814"/>
            <a:ext cx="992127" cy="184759"/>
          </a:xfrm>
          <a:prstGeom prst="rect">
            <a:avLst/>
          </a:prstGeom>
        </p:spPr>
      </p:pic>
      <p:sp>
        <p:nvSpPr>
          <p:cNvPr id="9" name="Title 1">
            <a:extLst>
              <a:ext uri="{FF2B5EF4-FFF2-40B4-BE49-F238E27FC236}">
                <a16:creationId xmlns:a16="http://schemas.microsoft.com/office/drawing/2014/main" id="{8E0730FC-38A1-3D3F-4335-3D78E8A517B1}"/>
              </a:ext>
            </a:extLst>
          </p:cNvPr>
          <p:cNvSpPr>
            <a:spLocks noGrp="1"/>
          </p:cNvSpPr>
          <p:nvPr>
            <p:ph type="ctrTitle"/>
          </p:nvPr>
        </p:nvSpPr>
        <p:spPr>
          <a:xfrm>
            <a:off x="1080117" y="243912"/>
            <a:ext cx="9144000" cy="440107"/>
          </a:xfrm>
        </p:spPr>
        <p:txBody>
          <a:bodyPr anchor="b"/>
          <a:lstStyle>
            <a:lvl1pPr algn="l">
              <a:defRPr sz="2000" b="1">
                <a:solidFill>
                  <a:srgbClr val="001952"/>
                </a:solidFill>
                <a:latin typeface="+mn-lt"/>
              </a:defRPr>
            </a:lvl1pPr>
          </a:lstStyle>
          <a:p>
            <a:r>
              <a:rPr lang="en-US" dirty="0"/>
              <a:t>Click to edit Master title style</a:t>
            </a:r>
            <a:endParaRPr lang="en-IN" dirty="0"/>
          </a:p>
        </p:txBody>
      </p:sp>
      <p:sp>
        <p:nvSpPr>
          <p:cNvPr id="3" name="Rectangle 2">
            <a:extLst>
              <a:ext uri="{FF2B5EF4-FFF2-40B4-BE49-F238E27FC236}">
                <a16:creationId xmlns:a16="http://schemas.microsoft.com/office/drawing/2014/main" id="{7E92846B-5050-4716-5A69-B11582D835C6}"/>
              </a:ext>
            </a:extLst>
          </p:cNvPr>
          <p:cNvSpPr/>
          <p:nvPr userDrawn="1"/>
        </p:nvSpPr>
        <p:spPr>
          <a:xfrm>
            <a:off x="0" y="889610"/>
            <a:ext cx="12192000" cy="5243332"/>
          </a:xfrm>
          <a:prstGeom prst="rect">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3087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5" name="Picture 4" descr="A close-up of a network&#10;&#10;Description automatically generated">
            <a:extLst>
              <a:ext uri="{FF2B5EF4-FFF2-40B4-BE49-F238E27FC236}">
                <a16:creationId xmlns:a16="http://schemas.microsoft.com/office/drawing/2014/main" id="{CE33A37D-B07E-49AF-4C97-0315FEEEB3B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0597"/>
            <a:ext cx="12192000" cy="6837404"/>
          </a:xfrm>
          <a:prstGeom prst="rect">
            <a:avLst/>
          </a:prstGeom>
        </p:spPr>
      </p:pic>
    </p:spTree>
    <p:extLst>
      <p:ext uri="{BB962C8B-B14F-4D97-AF65-F5344CB8AC3E}">
        <p14:creationId xmlns:p14="http://schemas.microsoft.com/office/powerpoint/2010/main" val="1044997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3" name="Picture 2" descr="A blue and white background with dots and lines&#10;&#10;Description automatically generated">
            <a:extLst>
              <a:ext uri="{FF2B5EF4-FFF2-40B4-BE49-F238E27FC236}">
                <a16:creationId xmlns:a16="http://schemas.microsoft.com/office/drawing/2014/main" id="{00F6EE18-702E-9AE1-BFBF-79E6A5C185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751127" cy="6858000"/>
          </a:xfrm>
          <a:prstGeom prst="rect">
            <a:avLst/>
          </a:prstGeom>
        </p:spPr>
      </p:pic>
      <p:sp>
        <p:nvSpPr>
          <p:cNvPr id="4" name="Rectangle 3">
            <a:extLst>
              <a:ext uri="{FF2B5EF4-FFF2-40B4-BE49-F238E27FC236}">
                <a16:creationId xmlns:a16="http://schemas.microsoft.com/office/drawing/2014/main" id="{8A8D34DE-C392-91AB-8BF9-982585FE6D6D}"/>
              </a:ext>
            </a:extLst>
          </p:cNvPr>
          <p:cNvSpPr/>
          <p:nvPr userDrawn="1"/>
        </p:nvSpPr>
        <p:spPr>
          <a:xfrm>
            <a:off x="6691745" y="4225636"/>
            <a:ext cx="3283528" cy="8728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290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pic>
        <p:nvPicPr>
          <p:cNvPr id="3" name="Picture 2" descr="A blue and white background with dots and lines&#10;&#10;Description automatically generated">
            <a:extLst>
              <a:ext uri="{FF2B5EF4-FFF2-40B4-BE49-F238E27FC236}">
                <a16:creationId xmlns:a16="http://schemas.microsoft.com/office/drawing/2014/main" id="{00F6EE18-702E-9AE1-BFBF-79E6A5C185C0}"/>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flipH="1">
            <a:off x="4114799" y="0"/>
            <a:ext cx="8091055" cy="6858000"/>
          </a:xfrm>
          <a:prstGeom prst="rect">
            <a:avLst/>
          </a:prstGeom>
        </p:spPr>
      </p:pic>
      <p:sp>
        <p:nvSpPr>
          <p:cNvPr id="4" name="Rectangle 3">
            <a:extLst>
              <a:ext uri="{FF2B5EF4-FFF2-40B4-BE49-F238E27FC236}">
                <a16:creationId xmlns:a16="http://schemas.microsoft.com/office/drawing/2014/main" id="{8A8D34DE-C392-91AB-8BF9-982585FE6D6D}"/>
              </a:ext>
            </a:extLst>
          </p:cNvPr>
          <p:cNvSpPr/>
          <p:nvPr userDrawn="1"/>
        </p:nvSpPr>
        <p:spPr>
          <a:xfrm>
            <a:off x="3934691" y="4156363"/>
            <a:ext cx="3283528" cy="8728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6367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3BE438-39BF-832F-12C7-35CD17A11830}"/>
              </a:ext>
            </a:extLst>
          </p:cNvPr>
          <p:cNvSpPr/>
          <p:nvPr userDrawn="1"/>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8A8D34DE-C392-91AB-8BF9-982585FE6D6D}"/>
              </a:ext>
            </a:extLst>
          </p:cNvPr>
          <p:cNvSpPr/>
          <p:nvPr userDrawn="1"/>
        </p:nvSpPr>
        <p:spPr>
          <a:xfrm>
            <a:off x="3934691" y="4156363"/>
            <a:ext cx="3283528" cy="8728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9FFD3778-2DAB-B10A-08D5-94F45169E84B}"/>
              </a:ext>
            </a:extLst>
          </p:cNvPr>
          <p:cNvSpPr/>
          <p:nvPr userDrawn="1"/>
        </p:nvSpPr>
        <p:spPr>
          <a:xfrm>
            <a:off x="115409" y="97654"/>
            <a:ext cx="12011487" cy="6667130"/>
          </a:xfrm>
          <a:prstGeom prst="roundRect">
            <a:avLst>
              <a:gd name="adj" fmla="val 1300"/>
            </a:avLst>
          </a:prstGeom>
          <a:solidFill>
            <a:srgbClr val="FBFAF5"/>
          </a:solidFill>
          <a:ln w="57150">
            <a:solidFill>
              <a:srgbClr val="DCD8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57D22DA9-1B95-EB75-5870-1928A2FF69A4}"/>
              </a:ext>
            </a:extLst>
          </p:cNvPr>
          <p:cNvSpPr/>
          <p:nvPr userDrawn="1"/>
        </p:nvSpPr>
        <p:spPr>
          <a:xfrm>
            <a:off x="186431" y="177552"/>
            <a:ext cx="11825055" cy="6498455"/>
          </a:xfrm>
          <a:prstGeom prst="roundRect">
            <a:avLst>
              <a:gd name="adj" fmla="val 1300"/>
            </a:avLst>
          </a:prstGeom>
          <a:solidFill>
            <a:srgbClr val="FBFAF5"/>
          </a:solidFill>
          <a:ln w="3175">
            <a:solidFill>
              <a:srgbClr val="DCD8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565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3BE438-39BF-832F-12C7-35CD17A11830}"/>
              </a:ext>
            </a:extLst>
          </p:cNvPr>
          <p:cNvSpPr/>
          <p:nvPr userDrawn="1"/>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8A8D34DE-C392-91AB-8BF9-982585FE6D6D}"/>
              </a:ext>
            </a:extLst>
          </p:cNvPr>
          <p:cNvSpPr/>
          <p:nvPr userDrawn="1"/>
        </p:nvSpPr>
        <p:spPr>
          <a:xfrm>
            <a:off x="3934691" y="4156363"/>
            <a:ext cx="3283528" cy="8728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9FFD3778-2DAB-B10A-08D5-94F45169E84B}"/>
              </a:ext>
            </a:extLst>
          </p:cNvPr>
          <p:cNvSpPr/>
          <p:nvPr userDrawn="1"/>
        </p:nvSpPr>
        <p:spPr>
          <a:xfrm>
            <a:off x="115409" y="97654"/>
            <a:ext cx="12011487" cy="6667130"/>
          </a:xfrm>
          <a:prstGeom prst="roundRect">
            <a:avLst>
              <a:gd name="adj" fmla="val 1300"/>
            </a:avLst>
          </a:prstGeom>
          <a:solidFill>
            <a:srgbClr val="FBFAF5"/>
          </a:solidFill>
          <a:ln w="57150">
            <a:solidFill>
              <a:srgbClr val="DCD8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57D22DA9-1B95-EB75-5870-1928A2FF69A4}"/>
              </a:ext>
            </a:extLst>
          </p:cNvPr>
          <p:cNvSpPr/>
          <p:nvPr userDrawn="1"/>
        </p:nvSpPr>
        <p:spPr>
          <a:xfrm>
            <a:off x="186431" y="177552"/>
            <a:ext cx="11825055" cy="6498455"/>
          </a:xfrm>
          <a:prstGeom prst="roundRect">
            <a:avLst>
              <a:gd name="adj" fmla="val 1300"/>
            </a:avLst>
          </a:prstGeom>
          <a:solidFill>
            <a:srgbClr val="FBFAF5"/>
          </a:solidFill>
          <a:ln w="3175">
            <a:solidFill>
              <a:srgbClr val="DCD8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F08D6F33-228B-6F88-C678-4CABF4F26876}"/>
              </a:ext>
            </a:extLst>
          </p:cNvPr>
          <p:cNvSpPr/>
          <p:nvPr userDrawn="1"/>
        </p:nvSpPr>
        <p:spPr>
          <a:xfrm>
            <a:off x="2867488" y="248574"/>
            <a:ext cx="9084814" cy="6338657"/>
          </a:xfrm>
          <a:prstGeom prst="roundRect">
            <a:avLst>
              <a:gd name="adj" fmla="val 1300"/>
            </a:avLst>
          </a:prstGeom>
          <a:solidFill>
            <a:schemeClr val="bg1"/>
          </a:solidFill>
          <a:ln w="3175">
            <a:solidFill>
              <a:srgbClr val="DCD8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59255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3BE438-39BF-832F-12C7-35CD17A11830}"/>
              </a:ext>
            </a:extLst>
          </p:cNvPr>
          <p:cNvSpPr/>
          <p:nvPr userDrawn="1"/>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8A8D34DE-C392-91AB-8BF9-982585FE6D6D}"/>
              </a:ext>
            </a:extLst>
          </p:cNvPr>
          <p:cNvSpPr/>
          <p:nvPr userDrawn="1"/>
        </p:nvSpPr>
        <p:spPr>
          <a:xfrm>
            <a:off x="3934691" y="4156363"/>
            <a:ext cx="3283528" cy="8728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9FFD3778-2DAB-B10A-08D5-94F45169E84B}"/>
              </a:ext>
            </a:extLst>
          </p:cNvPr>
          <p:cNvSpPr/>
          <p:nvPr userDrawn="1"/>
        </p:nvSpPr>
        <p:spPr>
          <a:xfrm>
            <a:off x="115409" y="97654"/>
            <a:ext cx="12011487" cy="6667130"/>
          </a:xfrm>
          <a:prstGeom prst="roundRect">
            <a:avLst>
              <a:gd name="adj" fmla="val 1300"/>
            </a:avLst>
          </a:prstGeom>
          <a:solidFill>
            <a:srgbClr val="FBFAF5"/>
          </a:solidFill>
          <a:ln w="57150">
            <a:solidFill>
              <a:srgbClr val="DCD8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57D22DA9-1B95-EB75-5870-1928A2FF69A4}"/>
              </a:ext>
            </a:extLst>
          </p:cNvPr>
          <p:cNvSpPr/>
          <p:nvPr userDrawn="1"/>
        </p:nvSpPr>
        <p:spPr>
          <a:xfrm>
            <a:off x="186431" y="177552"/>
            <a:ext cx="11825055" cy="6498455"/>
          </a:xfrm>
          <a:prstGeom prst="roundRect">
            <a:avLst>
              <a:gd name="adj" fmla="val 1300"/>
            </a:avLst>
          </a:prstGeom>
          <a:solidFill>
            <a:srgbClr val="FBFAF5"/>
          </a:solidFill>
          <a:ln w="3175">
            <a:solidFill>
              <a:srgbClr val="DCD8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F08D6F33-228B-6F88-C678-4CABF4F26876}"/>
              </a:ext>
            </a:extLst>
          </p:cNvPr>
          <p:cNvSpPr/>
          <p:nvPr userDrawn="1"/>
        </p:nvSpPr>
        <p:spPr>
          <a:xfrm>
            <a:off x="2867488" y="248574"/>
            <a:ext cx="9084814" cy="6338657"/>
          </a:xfrm>
          <a:prstGeom prst="roundRect">
            <a:avLst>
              <a:gd name="adj" fmla="val 1300"/>
            </a:avLst>
          </a:prstGeom>
          <a:solidFill>
            <a:schemeClr val="bg1"/>
          </a:solidFill>
          <a:ln w="3175">
            <a:solidFill>
              <a:srgbClr val="DCD8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BD829A56-FD34-495D-7DC0-6130324290B9}"/>
              </a:ext>
            </a:extLst>
          </p:cNvPr>
          <p:cNvSpPr/>
          <p:nvPr userDrawn="1"/>
        </p:nvSpPr>
        <p:spPr>
          <a:xfrm>
            <a:off x="237479" y="270769"/>
            <a:ext cx="2564906" cy="332913"/>
          </a:xfrm>
          <a:prstGeom prst="roundRect">
            <a:avLst>
              <a:gd name="adj" fmla="val 15667"/>
            </a:avLst>
          </a:prstGeom>
          <a:solidFill>
            <a:schemeClr val="bg1"/>
          </a:solidFill>
          <a:ln w="3175">
            <a:solidFill>
              <a:srgbClr val="DCD8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Graphic 8">
            <a:extLst>
              <a:ext uri="{FF2B5EF4-FFF2-40B4-BE49-F238E27FC236}">
                <a16:creationId xmlns:a16="http://schemas.microsoft.com/office/drawing/2014/main" id="{F8005B90-841A-39BE-6CAA-505A2FC9390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1836" y="347610"/>
            <a:ext cx="923369" cy="196985"/>
          </a:xfrm>
          <a:prstGeom prst="rect">
            <a:avLst/>
          </a:prstGeom>
        </p:spPr>
      </p:pic>
      <p:sp>
        <p:nvSpPr>
          <p:cNvPr id="10" name="TextBox 9">
            <a:extLst>
              <a:ext uri="{FF2B5EF4-FFF2-40B4-BE49-F238E27FC236}">
                <a16:creationId xmlns:a16="http://schemas.microsoft.com/office/drawing/2014/main" id="{3F4C2C01-E03C-8B81-6FBA-5BA31A8B979C}"/>
              </a:ext>
            </a:extLst>
          </p:cNvPr>
          <p:cNvSpPr txBox="1"/>
          <p:nvPr userDrawn="1"/>
        </p:nvSpPr>
        <p:spPr>
          <a:xfrm rot="10800000">
            <a:off x="2443980" y="227692"/>
            <a:ext cx="308098" cy="369332"/>
          </a:xfrm>
          <a:prstGeom prst="rect">
            <a:avLst/>
          </a:prstGeom>
          <a:noFill/>
        </p:spPr>
        <p:txBody>
          <a:bodyPr wrap="none" rtlCol="0">
            <a:spAutoFit/>
          </a:bodyPr>
          <a:lstStyle/>
          <a:p>
            <a:r>
              <a:rPr lang="en-US" dirty="0">
                <a:solidFill>
                  <a:schemeClr val="tx1">
                    <a:lumMod val="75000"/>
                    <a:lumOff val="25000"/>
                  </a:schemeClr>
                </a:solidFill>
              </a:rPr>
              <a:t>^</a:t>
            </a:r>
            <a:endParaRPr lang="en-IN" dirty="0">
              <a:solidFill>
                <a:schemeClr val="tx1">
                  <a:lumMod val="75000"/>
                  <a:lumOff val="25000"/>
                </a:schemeClr>
              </a:solidFill>
            </a:endParaRPr>
          </a:p>
        </p:txBody>
      </p:sp>
    </p:spTree>
    <p:extLst>
      <p:ext uri="{BB962C8B-B14F-4D97-AF65-F5344CB8AC3E}">
        <p14:creationId xmlns:p14="http://schemas.microsoft.com/office/powerpoint/2010/main" val="1405637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3BE438-39BF-832F-12C7-35CD17A11830}"/>
              </a:ext>
            </a:extLst>
          </p:cNvPr>
          <p:cNvSpPr/>
          <p:nvPr userDrawn="1"/>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2" name="Rectangle: Rounded Corners 1">
            <a:extLst>
              <a:ext uri="{FF2B5EF4-FFF2-40B4-BE49-F238E27FC236}">
                <a16:creationId xmlns:a16="http://schemas.microsoft.com/office/drawing/2014/main" id="{9FFD3778-2DAB-B10A-08D5-94F45169E84B}"/>
              </a:ext>
            </a:extLst>
          </p:cNvPr>
          <p:cNvSpPr/>
          <p:nvPr userDrawn="1"/>
        </p:nvSpPr>
        <p:spPr>
          <a:xfrm>
            <a:off x="115409" y="97654"/>
            <a:ext cx="3283529" cy="6667130"/>
          </a:xfrm>
          <a:prstGeom prst="roundRect">
            <a:avLst>
              <a:gd name="adj" fmla="val 1300"/>
            </a:avLst>
          </a:prstGeom>
          <a:solidFill>
            <a:srgbClr val="FBFAF5"/>
          </a:solidFill>
          <a:ln w="57150">
            <a:solidFill>
              <a:srgbClr val="DCD8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3EC0AC19-E06B-303F-D60F-A7E011C433DD}"/>
              </a:ext>
            </a:extLst>
          </p:cNvPr>
          <p:cNvSpPr/>
          <p:nvPr userDrawn="1"/>
        </p:nvSpPr>
        <p:spPr>
          <a:xfrm>
            <a:off x="1657160" y="200025"/>
            <a:ext cx="161925" cy="161925"/>
          </a:xfrm>
          <a:prstGeom prst="ellipse">
            <a:avLst/>
          </a:prstGeom>
          <a:solidFill>
            <a:schemeClr val="bg2">
              <a:lumMod val="10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5" name="Group 14">
            <a:extLst>
              <a:ext uri="{FF2B5EF4-FFF2-40B4-BE49-F238E27FC236}">
                <a16:creationId xmlns:a16="http://schemas.microsoft.com/office/drawing/2014/main" id="{1D04B57E-28F1-6911-7477-5CD0E15FCDE5}"/>
              </a:ext>
            </a:extLst>
          </p:cNvPr>
          <p:cNvGrpSpPr/>
          <p:nvPr userDrawn="1"/>
        </p:nvGrpSpPr>
        <p:grpSpPr>
          <a:xfrm>
            <a:off x="4377846" y="97654"/>
            <a:ext cx="3283529" cy="6667130"/>
            <a:chOff x="3706334" y="97654"/>
            <a:chExt cx="3283529" cy="6667130"/>
          </a:xfrm>
        </p:grpSpPr>
        <p:sp>
          <p:nvSpPr>
            <p:cNvPr id="11" name="Rectangle: Rounded Corners 10">
              <a:extLst>
                <a:ext uri="{FF2B5EF4-FFF2-40B4-BE49-F238E27FC236}">
                  <a16:creationId xmlns:a16="http://schemas.microsoft.com/office/drawing/2014/main" id="{573C3908-4694-FFEA-FF93-46D059D780E5}"/>
                </a:ext>
              </a:extLst>
            </p:cNvPr>
            <p:cNvSpPr/>
            <p:nvPr userDrawn="1"/>
          </p:nvSpPr>
          <p:spPr>
            <a:xfrm>
              <a:off x="3706334" y="97654"/>
              <a:ext cx="3283529" cy="6667130"/>
            </a:xfrm>
            <a:prstGeom prst="roundRect">
              <a:avLst>
                <a:gd name="adj" fmla="val 1300"/>
              </a:avLst>
            </a:prstGeom>
            <a:solidFill>
              <a:srgbClr val="FBFAF5"/>
            </a:solidFill>
            <a:ln w="57150">
              <a:solidFill>
                <a:srgbClr val="DCD8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8CB14445-5AB0-9A97-16C0-5DC0ED2767D2}"/>
                </a:ext>
              </a:extLst>
            </p:cNvPr>
            <p:cNvSpPr/>
            <p:nvPr userDrawn="1"/>
          </p:nvSpPr>
          <p:spPr>
            <a:xfrm>
              <a:off x="5248085" y="200025"/>
              <a:ext cx="161925" cy="161925"/>
            </a:xfrm>
            <a:prstGeom prst="ellipse">
              <a:avLst/>
            </a:prstGeom>
            <a:solidFill>
              <a:schemeClr val="bg2">
                <a:lumMod val="10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3" name="Rectangle: Rounded Corners 12">
            <a:extLst>
              <a:ext uri="{FF2B5EF4-FFF2-40B4-BE49-F238E27FC236}">
                <a16:creationId xmlns:a16="http://schemas.microsoft.com/office/drawing/2014/main" id="{BFBE6A8C-D711-163C-9624-CF3710035742}"/>
              </a:ext>
            </a:extLst>
          </p:cNvPr>
          <p:cNvSpPr/>
          <p:nvPr userDrawn="1"/>
        </p:nvSpPr>
        <p:spPr>
          <a:xfrm>
            <a:off x="8640284" y="97654"/>
            <a:ext cx="3283529" cy="6667130"/>
          </a:xfrm>
          <a:prstGeom prst="roundRect">
            <a:avLst>
              <a:gd name="adj" fmla="val 1300"/>
            </a:avLst>
          </a:prstGeom>
          <a:solidFill>
            <a:srgbClr val="FBFAF5"/>
          </a:solidFill>
          <a:ln w="57150">
            <a:solidFill>
              <a:srgbClr val="DCD8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B2F32E3B-1E76-326D-0401-1BF32B884B48}"/>
              </a:ext>
            </a:extLst>
          </p:cNvPr>
          <p:cNvSpPr/>
          <p:nvPr userDrawn="1"/>
        </p:nvSpPr>
        <p:spPr>
          <a:xfrm>
            <a:off x="10182035" y="200025"/>
            <a:ext cx="161925" cy="161925"/>
          </a:xfrm>
          <a:prstGeom prst="ellipse">
            <a:avLst/>
          </a:prstGeom>
          <a:solidFill>
            <a:schemeClr val="bg2">
              <a:lumMod val="10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Connector 16">
            <a:extLst>
              <a:ext uri="{FF2B5EF4-FFF2-40B4-BE49-F238E27FC236}">
                <a16:creationId xmlns:a16="http://schemas.microsoft.com/office/drawing/2014/main" id="{129DEB5E-DF52-D3FB-7A18-D843EACA769C}"/>
              </a:ext>
            </a:extLst>
          </p:cNvPr>
          <p:cNvCxnSpPr/>
          <p:nvPr userDrawn="1"/>
        </p:nvCxnSpPr>
        <p:spPr>
          <a:xfrm>
            <a:off x="3810000" y="97654"/>
            <a:ext cx="0" cy="6667130"/>
          </a:xfrm>
          <a:prstGeom prst="line">
            <a:avLst/>
          </a:prstGeom>
          <a:ln>
            <a:solidFill>
              <a:schemeClr val="bg2">
                <a:lumMod val="50000"/>
              </a:schemeClr>
            </a:solidFill>
            <a:prstDash val="dashDot"/>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C428432-BD09-5021-E83B-6E65FC87F0CE}"/>
              </a:ext>
            </a:extLst>
          </p:cNvPr>
          <p:cNvCxnSpPr/>
          <p:nvPr userDrawn="1"/>
        </p:nvCxnSpPr>
        <p:spPr>
          <a:xfrm>
            <a:off x="8181975" y="95435"/>
            <a:ext cx="0" cy="6667130"/>
          </a:xfrm>
          <a:prstGeom prst="line">
            <a:avLst/>
          </a:prstGeom>
          <a:ln>
            <a:solidFill>
              <a:schemeClr val="bg2">
                <a:lumMod val="50000"/>
              </a:schemeClr>
            </a:solidFill>
            <a:prstDash val="dash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1215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3BE438-39BF-832F-12C7-35CD17A11830}"/>
              </a:ext>
            </a:extLst>
          </p:cNvPr>
          <p:cNvSpPr/>
          <p:nvPr userDrawn="1"/>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grpSp>
        <p:nvGrpSpPr>
          <p:cNvPr id="5" name="Group 4">
            <a:extLst>
              <a:ext uri="{FF2B5EF4-FFF2-40B4-BE49-F238E27FC236}">
                <a16:creationId xmlns:a16="http://schemas.microsoft.com/office/drawing/2014/main" id="{1F4DA88F-D715-E3FD-E95A-F16118E1C185}"/>
              </a:ext>
            </a:extLst>
          </p:cNvPr>
          <p:cNvGrpSpPr/>
          <p:nvPr userDrawn="1"/>
        </p:nvGrpSpPr>
        <p:grpSpPr>
          <a:xfrm>
            <a:off x="115409" y="97654"/>
            <a:ext cx="3283529" cy="6667130"/>
            <a:chOff x="115409" y="97654"/>
            <a:chExt cx="3283529" cy="6667130"/>
          </a:xfrm>
        </p:grpSpPr>
        <p:sp>
          <p:nvSpPr>
            <p:cNvPr id="2" name="Rectangle: Rounded Corners 1">
              <a:extLst>
                <a:ext uri="{FF2B5EF4-FFF2-40B4-BE49-F238E27FC236}">
                  <a16:creationId xmlns:a16="http://schemas.microsoft.com/office/drawing/2014/main" id="{9FFD3778-2DAB-B10A-08D5-94F45169E84B}"/>
                </a:ext>
              </a:extLst>
            </p:cNvPr>
            <p:cNvSpPr/>
            <p:nvPr userDrawn="1"/>
          </p:nvSpPr>
          <p:spPr>
            <a:xfrm>
              <a:off x="115409" y="97654"/>
              <a:ext cx="3283529" cy="6667130"/>
            </a:xfrm>
            <a:prstGeom prst="roundRect">
              <a:avLst>
                <a:gd name="adj" fmla="val 1300"/>
              </a:avLst>
            </a:prstGeom>
            <a:gradFill flip="none" rotWithShape="1">
              <a:gsLst>
                <a:gs pos="100000">
                  <a:schemeClr val="tx1"/>
                </a:gs>
                <a:gs pos="0">
                  <a:srgbClr val="000E2A"/>
                </a:gs>
              </a:gsLst>
              <a:lin ang="16200000" scaled="1"/>
              <a:tileRect/>
            </a:gradFill>
            <a:ln w="57150">
              <a:solidFill>
                <a:srgbClr val="DCD8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3EC0AC19-E06B-303F-D60F-A7E011C433DD}"/>
                </a:ext>
              </a:extLst>
            </p:cNvPr>
            <p:cNvSpPr/>
            <p:nvPr userDrawn="1"/>
          </p:nvSpPr>
          <p:spPr>
            <a:xfrm>
              <a:off x="1657160" y="200025"/>
              <a:ext cx="161925" cy="161925"/>
            </a:xfrm>
            <a:prstGeom prst="ellipse">
              <a:avLst/>
            </a:prstGeom>
            <a:solidFill>
              <a:schemeClr val="bg2">
                <a:lumMod val="10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3" name="Straight Connector 2">
            <a:extLst>
              <a:ext uri="{FF2B5EF4-FFF2-40B4-BE49-F238E27FC236}">
                <a16:creationId xmlns:a16="http://schemas.microsoft.com/office/drawing/2014/main" id="{7D3C0EC0-8808-29A6-7C78-4C04C6CDC736}"/>
              </a:ext>
            </a:extLst>
          </p:cNvPr>
          <p:cNvCxnSpPr/>
          <p:nvPr userDrawn="1"/>
        </p:nvCxnSpPr>
        <p:spPr>
          <a:xfrm>
            <a:off x="3810000" y="97654"/>
            <a:ext cx="0" cy="6667130"/>
          </a:xfrm>
          <a:prstGeom prst="line">
            <a:avLst/>
          </a:prstGeom>
          <a:ln>
            <a:solidFill>
              <a:schemeClr val="bg2">
                <a:lumMod val="50000"/>
              </a:schemeClr>
            </a:solidFill>
            <a:prstDash val="dashDot"/>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916A1047-91A2-D34B-D808-9A5EAE772BF8}"/>
              </a:ext>
            </a:extLst>
          </p:cNvPr>
          <p:cNvCxnSpPr/>
          <p:nvPr userDrawn="1"/>
        </p:nvCxnSpPr>
        <p:spPr>
          <a:xfrm>
            <a:off x="8181975" y="95435"/>
            <a:ext cx="0" cy="6667130"/>
          </a:xfrm>
          <a:prstGeom prst="line">
            <a:avLst/>
          </a:prstGeom>
          <a:ln>
            <a:solidFill>
              <a:schemeClr val="bg2">
                <a:lumMod val="50000"/>
              </a:schemeClr>
            </a:solidFill>
            <a:prstDash val="dashDot"/>
          </a:ln>
        </p:spPr>
        <p:style>
          <a:lnRef idx="2">
            <a:schemeClr val="accent1"/>
          </a:lnRef>
          <a:fillRef idx="0">
            <a:schemeClr val="accent1"/>
          </a:fillRef>
          <a:effectRef idx="1">
            <a:schemeClr val="accent1"/>
          </a:effectRef>
          <a:fontRef idx="minor">
            <a:schemeClr val="tx1"/>
          </a:fontRef>
        </p:style>
      </p:cxnSp>
      <p:grpSp>
        <p:nvGrpSpPr>
          <p:cNvPr id="7" name="Group 6">
            <a:extLst>
              <a:ext uri="{FF2B5EF4-FFF2-40B4-BE49-F238E27FC236}">
                <a16:creationId xmlns:a16="http://schemas.microsoft.com/office/drawing/2014/main" id="{C291B88C-8891-2496-EE6F-FA6AD97BA7CF}"/>
              </a:ext>
            </a:extLst>
          </p:cNvPr>
          <p:cNvGrpSpPr/>
          <p:nvPr userDrawn="1"/>
        </p:nvGrpSpPr>
        <p:grpSpPr>
          <a:xfrm>
            <a:off x="4368320" y="95435"/>
            <a:ext cx="3283529" cy="6667130"/>
            <a:chOff x="115409" y="97654"/>
            <a:chExt cx="3283529" cy="6667130"/>
          </a:xfrm>
        </p:grpSpPr>
        <p:sp>
          <p:nvSpPr>
            <p:cNvPr id="9" name="Rectangle: Rounded Corners 8">
              <a:extLst>
                <a:ext uri="{FF2B5EF4-FFF2-40B4-BE49-F238E27FC236}">
                  <a16:creationId xmlns:a16="http://schemas.microsoft.com/office/drawing/2014/main" id="{1A3C5503-37B4-A538-71C8-E703F63AB664}"/>
                </a:ext>
              </a:extLst>
            </p:cNvPr>
            <p:cNvSpPr/>
            <p:nvPr userDrawn="1"/>
          </p:nvSpPr>
          <p:spPr>
            <a:xfrm>
              <a:off x="115409" y="97654"/>
              <a:ext cx="3283529" cy="6667130"/>
            </a:xfrm>
            <a:prstGeom prst="roundRect">
              <a:avLst>
                <a:gd name="adj" fmla="val 1300"/>
              </a:avLst>
            </a:prstGeom>
            <a:gradFill flip="none" rotWithShape="1">
              <a:gsLst>
                <a:gs pos="100000">
                  <a:schemeClr val="tx1"/>
                </a:gs>
                <a:gs pos="0">
                  <a:srgbClr val="000E2A"/>
                </a:gs>
              </a:gsLst>
              <a:lin ang="16200000" scaled="1"/>
              <a:tileRect/>
            </a:gradFill>
            <a:ln w="57150">
              <a:solidFill>
                <a:srgbClr val="DCD8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CD107F0F-32A5-DC64-A942-3E3768B4CC14}"/>
                </a:ext>
              </a:extLst>
            </p:cNvPr>
            <p:cNvSpPr/>
            <p:nvPr userDrawn="1"/>
          </p:nvSpPr>
          <p:spPr>
            <a:xfrm>
              <a:off x="1657160" y="200025"/>
              <a:ext cx="161925" cy="161925"/>
            </a:xfrm>
            <a:prstGeom prst="ellipse">
              <a:avLst/>
            </a:prstGeom>
            <a:solidFill>
              <a:schemeClr val="bg2">
                <a:lumMod val="10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1" name="Group 10">
            <a:extLst>
              <a:ext uri="{FF2B5EF4-FFF2-40B4-BE49-F238E27FC236}">
                <a16:creationId xmlns:a16="http://schemas.microsoft.com/office/drawing/2014/main" id="{AA0C2634-8496-ADCE-C5CE-4D3AC8BF52E7}"/>
              </a:ext>
            </a:extLst>
          </p:cNvPr>
          <p:cNvGrpSpPr/>
          <p:nvPr userDrawn="1"/>
        </p:nvGrpSpPr>
        <p:grpSpPr>
          <a:xfrm>
            <a:off x="8736640" y="95435"/>
            <a:ext cx="3283529" cy="6667130"/>
            <a:chOff x="115409" y="97654"/>
            <a:chExt cx="3283529" cy="6667130"/>
          </a:xfrm>
        </p:grpSpPr>
        <p:sp>
          <p:nvSpPr>
            <p:cNvPr id="12" name="Rectangle: Rounded Corners 11">
              <a:extLst>
                <a:ext uri="{FF2B5EF4-FFF2-40B4-BE49-F238E27FC236}">
                  <a16:creationId xmlns:a16="http://schemas.microsoft.com/office/drawing/2014/main" id="{D17E9593-511D-E003-3C85-23C674DF7606}"/>
                </a:ext>
              </a:extLst>
            </p:cNvPr>
            <p:cNvSpPr/>
            <p:nvPr userDrawn="1"/>
          </p:nvSpPr>
          <p:spPr>
            <a:xfrm>
              <a:off x="115409" y="97654"/>
              <a:ext cx="3283529" cy="6667130"/>
            </a:xfrm>
            <a:prstGeom prst="roundRect">
              <a:avLst>
                <a:gd name="adj" fmla="val 1300"/>
              </a:avLst>
            </a:prstGeom>
            <a:gradFill flip="none" rotWithShape="1">
              <a:gsLst>
                <a:gs pos="100000">
                  <a:schemeClr val="tx1"/>
                </a:gs>
                <a:gs pos="0">
                  <a:srgbClr val="000E2A"/>
                </a:gs>
              </a:gsLst>
              <a:lin ang="16200000" scaled="1"/>
              <a:tileRect/>
            </a:gradFill>
            <a:ln w="57150">
              <a:solidFill>
                <a:srgbClr val="DCD8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341F5FF6-62E9-E300-491D-0FE02BC094FB}"/>
                </a:ext>
              </a:extLst>
            </p:cNvPr>
            <p:cNvSpPr/>
            <p:nvPr userDrawn="1"/>
          </p:nvSpPr>
          <p:spPr>
            <a:xfrm>
              <a:off x="1657160" y="200025"/>
              <a:ext cx="161925" cy="161925"/>
            </a:xfrm>
            <a:prstGeom prst="ellipse">
              <a:avLst/>
            </a:prstGeom>
            <a:solidFill>
              <a:schemeClr val="bg2">
                <a:lumMod val="10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142413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3BE438-39BF-832F-12C7-35CD17A11830}"/>
              </a:ext>
            </a:extLst>
          </p:cNvPr>
          <p:cNvSpPr/>
          <p:nvPr userDrawn="1"/>
        </p:nvSpPr>
        <p:spPr>
          <a:xfrm>
            <a:off x="0" y="0"/>
            <a:ext cx="12192000" cy="6858000"/>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grpSp>
        <p:nvGrpSpPr>
          <p:cNvPr id="8" name="Group 7">
            <a:extLst>
              <a:ext uri="{FF2B5EF4-FFF2-40B4-BE49-F238E27FC236}">
                <a16:creationId xmlns:a16="http://schemas.microsoft.com/office/drawing/2014/main" id="{22917367-2216-A200-9313-0EE257E791F7}"/>
              </a:ext>
            </a:extLst>
          </p:cNvPr>
          <p:cNvGrpSpPr/>
          <p:nvPr userDrawn="1"/>
        </p:nvGrpSpPr>
        <p:grpSpPr>
          <a:xfrm>
            <a:off x="115409" y="97654"/>
            <a:ext cx="3283529" cy="6667130"/>
            <a:chOff x="115409" y="97654"/>
            <a:chExt cx="3283529" cy="6667130"/>
          </a:xfrm>
        </p:grpSpPr>
        <p:sp>
          <p:nvSpPr>
            <p:cNvPr id="2" name="Rectangle: Rounded Corners 1">
              <a:extLst>
                <a:ext uri="{FF2B5EF4-FFF2-40B4-BE49-F238E27FC236}">
                  <a16:creationId xmlns:a16="http://schemas.microsoft.com/office/drawing/2014/main" id="{9FFD3778-2DAB-B10A-08D5-94F45169E84B}"/>
                </a:ext>
              </a:extLst>
            </p:cNvPr>
            <p:cNvSpPr/>
            <p:nvPr userDrawn="1"/>
          </p:nvSpPr>
          <p:spPr>
            <a:xfrm>
              <a:off x="115409" y="97654"/>
              <a:ext cx="3283529" cy="6667130"/>
            </a:xfrm>
            <a:prstGeom prst="roundRect">
              <a:avLst>
                <a:gd name="adj" fmla="val 1300"/>
              </a:avLst>
            </a:prstGeom>
            <a:gradFill flip="none" rotWithShape="1">
              <a:gsLst>
                <a:gs pos="100000">
                  <a:schemeClr val="tx1">
                    <a:lumMod val="95000"/>
                    <a:lumOff val="5000"/>
                  </a:schemeClr>
                </a:gs>
                <a:gs pos="0">
                  <a:schemeClr val="tx1">
                    <a:lumMod val="95000"/>
                    <a:lumOff val="5000"/>
                  </a:schemeClr>
                </a:gs>
              </a:gsLst>
              <a:lin ang="13500000" scaled="1"/>
              <a:tileRect/>
            </a:gradFill>
            <a:ln w="571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E1C22474-B53F-6A12-799D-EB9AB14004FE}"/>
                </a:ext>
              </a:extLst>
            </p:cNvPr>
            <p:cNvSpPr/>
            <p:nvPr userDrawn="1"/>
          </p:nvSpPr>
          <p:spPr>
            <a:xfrm>
              <a:off x="1657160" y="200025"/>
              <a:ext cx="161925" cy="161925"/>
            </a:xfrm>
            <a:prstGeom prst="ellipse">
              <a:avLst/>
            </a:prstGeom>
            <a:solidFill>
              <a:schemeClr val="bg2">
                <a:lumMod val="10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4" name="Straight Connector 3">
            <a:extLst>
              <a:ext uri="{FF2B5EF4-FFF2-40B4-BE49-F238E27FC236}">
                <a16:creationId xmlns:a16="http://schemas.microsoft.com/office/drawing/2014/main" id="{0E1B16B1-AAD7-031D-E0B2-EB4152183029}"/>
              </a:ext>
            </a:extLst>
          </p:cNvPr>
          <p:cNvCxnSpPr/>
          <p:nvPr userDrawn="1"/>
        </p:nvCxnSpPr>
        <p:spPr>
          <a:xfrm>
            <a:off x="3810000" y="97654"/>
            <a:ext cx="0" cy="6667130"/>
          </a:xfrm>
          <a:prstGeom prst="line">
            <a:avLst/>
          </a:prstGeom>
          <a:ln>
            <a:solidFill>
              <a:schemeClr val="bg2">
                <a:lumMod val="50000"/>
              </a:schemeClr>
            </a:solidFill>
            <a:prstDash val="dashDot"/>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055ADF54-8C60-2E9C-A729-85AE1EF4183E}"/>
              </a:ext>
            </a:extLst>
          </p:cNvPr>
          <p:cNvCxnSpPr/>
          <p:nvPr userDrawn="1"/>
        </p:nvCxnSpPr>
        <p:spPr>
          <a:xfrm>
            <a:off x="8181975" y="95435"/>
            <a:ext cx="0" cy="6667130"/>
          </a:xfrm>
          <a:prstGeom prst="line">
            <a:avLst/>
          </a:prstGeom>
          <a:ln>
            <a:solidFill>
              <a:schemeClr val="bg2">
                <a:lumMod val="50000"/>
              </a:schemeClr>
            </a:solidFill>
            <a:prstDash val="dashDot"/>
          </a:ln>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A449C254-957F-8A13-2738-F3E476252814}"/>
              </a:ext>
            </a:extLst>
          </p:cNvPr>
          <p:cNvGrpSpPr/>
          <p:nvPr userDrawn="1"/>
        </p:nvGrpSpPr>
        <p:grpSpPr>
          <a:xfrm>
            <a:off x="4368320" y="95435"/>
            <a:ext cx="3283529" cy="6667130"/>
            <a:chOff x="115409" y="97654"/>
            <a:chExt cx="3283529" cy="6667130"/>
          </a:xfrm>
        </p:grpSpPr>
        <p:sp>
          <p:nvSpPr>
            <p:cNvPr id="10" name="Rectangle: Rounded Corners 9">
              <a:extLst>
                <a:ext uri="{FF2B5EF4-FFF2-40B4-BE49-F238E27FC236}">
                  <a16:creationId xmlns:a16="http://schemas.microsoft.com/office/drawing/2014/main" id="{24064C70-7893-D94C-D87B-CB73C1D2530E}"/>
                </a:ext>
              </a:extLst>
            </p:cNvPr>
            <p:cNvSpPr/>
            <p:nvPr userDrawn="1"/>
          </p:nvSpPr>
          <p:spPr>
            <a:xfrm>
              <a:off x="115409" y="97654"/>
              <a:ext cx="3283529" cy="6667130"/>
            </a:xfrm>
            <a:prstGeom prst="roundRect">
              <a:avLst>
                <a:gd name="adj" fmla="val 1300"/>
              </a:avLst>
            </a:prstGeom>
            <a:gradFill flip="none" rotWithShape="1">
              <a:gsLst>
                <a:gs pos="100000">
                  <a:schemeClr val="tx1">
                    <a:lumMod val="95000"/>
                    <a:lumOff val="5000"/>
                  </a:schemeClr>
                </a:gs>
                <a:gs pos="0">
                  <a:schemeClr val="tx1">
                    <a:lumMod val="95000"/>
                    <a:lumOff val="5000"/>
                  </a:schemeClr>
                </a:gs>
              </a:gsLst>
              <a:lin ang="13500000" scaled="1"/>
              <a:tileRect/>
            </a:gradFill>
            <a:ln w="571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05818DDB-F8FD-BED0-B04D-5F028E1E9136}"/>
                </a:ext>
              </a:extLst>
            </p:cNvPr>
            <p:cNvSpPr/>
            <p:nvPr userDrawn="1"/>
          </p:nvSpPr>
          <p:spPr>
            <a:xfrm>
              <a:off x="1657160" y="200025"/>
              <a:ext cx="161925" cy="161925"/>
            </a:xfrm>
            <a:prstGeom prst="ellipse">
              <a:avLst/>
            </a:prstGeom>
            <a:solidFill>
              <a:schemeClr val="bg2">
                <a:lumMod val="10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2" name="Group 11">
            <a:extLst>
              <a:ext uri="{FF2B5EF4-FFF2-40B4-BE49-F238E27FC236}">
                <a16:creationId xmlns:a16="http://schemas.microsoft.com/office/drawing/2014/main" id="{6FF3BE07-D35D-EE1A-1E60-CF7133956218}"/>
              </a:ext>
            </a:extLst>
          </p:cNvPr>
          <p:cNvGrpSpPr/>
          <p:nvPr userDrawn="1"/>
        </p:nvGrpSpPr>
        <p:grpSpPr>
          <a:xfrm>
            <a:off x="8736640" y="95435"/>
            <a:ext cx="3283529" cy="6667130"/>
            <a:chOff x="115409" y="97654"/>
            <a:chExt cx="3283529" cy="6667130"/>
          </a:xfrm>
        </p:grpSpPr>
        <p:sp>
          <p:nvSpPr>
            <p:cNvPr id="13" name="Rectangle: Rounded Corners 12">
              <a:extLst>
                <a:ext uri="{FF2B5EF4-FFF2-40B4-BE49-F238E27FC236}">
                  <a16:creationId xmlns:a16="http://schemas.microsoft.com/office/drawing/2014/main" id="{8CD5E533-7A2F-72F5-4D41-4D2D3CE95D45}"/>
                </a:ext>
              </a:extLst>
            </p:cNvPr>
            <p:cNvSpPr/>
            <p:nvPr userDrawn="1"/>
          </p:nvSpPr>
          <p:spPr>
            <a:xfrm>
              <a:off x="115409" y="97654"/>
              <a:ext cx="3283529" cy="6667130"/>
            </a:xfrm>
            <a:prstGeom prst="roundRect">
              <a:avLst>
                <a:gd name="adj" fmla="val 1300"/>
              </a:avLst>
            </a:prstGeom>
            <a:gradFill flip="none" rotWithShape="1">
              <a:gsLst>
                <a:gs pos="100000">
                  <a:schemeClr val="tx1">
                    <a:lumMod val="95000"/>
                    <a:lumOff val="5000"/>
                  </a:schemeClr>
                </a:gs>
                <a:gs pos="0">
                  <a:schemeClr val="tx1">
                    <a:lumMod val="95000"/>
                    <a:lumOff val="5000"/>
                  </a:schemeClr>
                </a:gs>
              </a:gsLst>
              <a:lin ang="13500000" scaled="1"/>
              <a:tileRect/>
            </a:gradFill>
            <a:ln w="571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BFC70064-FC7A-9ADE-E180-1F75E13ECFFB}"/>
                </a:ext>
              </a:extLst>
            </p:cNvPr>
            <p:cNvSpPr/>
            <p:nvPr userDrawn="1"/>
          </p:nvSpPr>
          <p:spPr>
            <a:xfrm>
              <a:off x="1657160" y="200025"/>
              <a:ext cx="161925" cy="161925"/>
            </a:xfrm>
            <a:prstGeom prst="ellipse">
              <a:avLst/>
            </a:prstGeom>
            <a:solidFill>
              <a:schemeClr val="bg2">
                <a:lumMod val="10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8297758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3BE438-39BF-832F-12C7-35CD17A11830}"/>
              </a:ext>
            </a:extLst>
          </p:cNvPr>
          <p:cNvSpPr/>
          <p:nvPr userDrawn="1"/>
        </p:nvSpPr>
        <p:spPr>
          <a:xfrm>
            <a:off x="0" y="0"/>
            <a:ext cx="12192000" cy="6858000"/>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grpSp>
        <p:nvGrpSpPr>
          <p:cNvPr id="9" name="Group 8">
            <a:extLst>
              <a:ext uri="{FF2B5EF4-FFF2-40B4-BE49-F238E27FC236}">
                <a16:creationId xmlns:a16="http://schemas.microsoft.com/office/drawing/2014/main" id="{A449C254-957F-8A13-2738-F3E476252814}"/>
              </a:ext>
            </a:extLst>
          </p:cNvPr>
          <p:cNvGrpSpPr/>
          <p:nvPr userDrawn="1"/>
        </p:nvGrpSpPr>
        <p:grpSpPr>
          <a:xfrm>
            <a:off x="4368320" y="95435"/>
            <a:ext cx="3283529" cy="6667130"/>
            <a:chOff x="115409" y="97654"/>
            <a:chExt cx="3283529" cy="6667130"/>
          </a:xfrm>
        </p:grpSpPr>
        <p:sp>
          <p:nvSpPr>
            <p:cNvPr id="10" name="Rectangle: Rounded Corners 9">
              <a:extLst>
                <a:ext uri="{FF2B5EF4-FFF2-40B4-BE49-F238E27FC236}">
                  <a16:creationId xmlns:a16="http://schemas.microsoft.com/office/drawing/2014/main" id="{24064C70-7893-D94C-D87B-CB73C1D2530E}"/>
                </a:ext>
              </a:extLst>
            </p:cNvPr>
            <p:cNvSpPr/>
            <p:nvPr userDrawn="1"/>
          </p:nvSpPr>
          <p:spPr>
            <a:xfrm>
              <a:off x="115409" y="97654"/>
              <a:ext cx="3283529" cy="6667130"/>
            </a:xfrm>
            <a:prstGeom prst="roundRect">
              <a:avLst>
                <a:gd name="adj" fmla="val 1300"/>
              </a:avLst>
            </a:prstGeom>
            <a:gradFill flip="none" rotWithShape="1">
              <a:gsLst>
                <a:gs pos="100000">
                  <a:schemeClr val="tx1">
                    <a:lumMod val="95000"/>
                    <a:lumOff val="5000"/>
                  </a:schemeClr>
                </a:gs>
                <a:gs pos="0">
                  <a:schemeClr val="tx1">
                    <a:lumMod val="95000"/>
                    <a:lumOff val="5000"/>
                  </a:schemeClr>
                </a:gs>
              </a:gsLst>
              <a:lin ang="13500000" scaled="1"/>
              <a:tileRect/>
            </a:gradFill>
            <a:ln w="571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05818DDB-F8FD-BED0-B04D-5F028E1E9136}"/>
                </a:ext>
              </a:extLst>
            </p:cNvPr>
            <p:cNvSpPr/>
            <p:nvPr userDrawn="1"/>
          </p:nvSpPr>
          <p:spPr>
            <a:xfrm>
              <a:off x="1657160" y="200025"/>
              <a:ext cx="161925" cy="161925"/>
            </a:xfrm>
            <a:prstGeom prst="ellipse">
              <a:avLst/>
            </a:prstGeom>
            <a:solidFill>
              <a:schemeClr val="bg2">
                <a:lumMod val="10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5098689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3BE438-39BF-832F-12C7-35CD17A11830}"/>
              </a:ext>
            </a:extLst>
          </p:cNvPr>
          <p:cNvSpPr/>
          <p:nvPr userDrawn="1"/>
        </p:nvSpPr>
        <p:spPr>
          <a:xfrm>
            <a:off x="0" y="0"/>
            <a:ext cx="12192000" cy="6858000"/>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0" name="Rectangle: Rounded Corners 9">
            <a:extLst>
              <a:ext uri="{FF2B5EF4-FFF2-40B4-BE49-F238E27FC236}">
                <a16:creationId xmlns:a16="http://schemas.microsoft.com/office/drawing/2014/main" id="{24064C70-7893-D94C-D87B-CB73C1D2530E}"/>
              </a:ext>
            </a:extLst>
          </p:cNvPr>
          <p:cNvSpPr/>
          <p:nvPr userDrawn="1"/>
        </p:nvSpPr>
        <p:spPr>
          <a:xfrm>
            <a:off x="124288" y="95435"/>
            <a:ext cx="11958222" cy="6667130"/>
          </a:xfrm>
          <a:prstGeom prst="roundRect">
            <a:avLst>
              <a:gd name="adj" fmla="val 1300"/>
            </a:avLst>
          </a:prstGeom>
          <a:gradFill flip="none" rotWithShape="1">
            <a:gsLst>
              <a:gs pos="100000">
                <a:schemeClr val="tx1">
                  <a:lumMod val="95000"/>
                  <a:lumOff val="5000"/>
                </a:schemeClr>
              </a:gs>
              <a:gs pos="0">
                <a:schemeClr val="tx1">
                  <a:lumMod val="95000"/>
                  <a:lumOff val="5000"/>
                </a:schemeClr>
              </a:gs>
            </a:gsLst>
            <a:lin ang="13500000" scaled="1"/>
            <a:tileRect/>
          </a:gradFill>
          <a:ln w="571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38095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86468-63E3-56BE-8FA2-13717E8D874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50C5E9-9803-8CE5-A078-4D15A836FC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5B5834-4642-6AF0-4B68-636A445531D4}"/>
              </a:ext>
            </a:extLst>
          </p:cNvPr>
          <p:cNvSpPr>
            <a:spLocks noGrp="1"/>
          </p:cNvSpPr>
          <p:nvPr>
            <p:ph type="dt" sz="half" idx="10"/>
          </p:nvPr>
        </p:nvSpPr>
        <p:spPr/>
        <p:txBody>
          <a:bodyPr/>
          <a:lstStyle/>
          <a:p>
            <a:fld id="{F1C946A1-E84A-4326-9253-0878DC84AFEF}" type="datetimeFigureOut">
              <a:rPr lang="en-IN" smtClean="0"/>
              <a:t>15-02-2026</a:t>
            </a:fld>
            <a:endParaRPr lang="en-IN"/>
          </a:p>
        </p:txBody>
      </p:sp>
      <p:sp>
        <p:nvSpPr>
          <p:cNvPr id="5" name="Footer Placeholder 4">
            <a:extLst>
              <a:ext uri="{FF2B5EF4-FFF2-40B4-BE49-F238E27FC236}">
                <a16:creationId xmlns:a16="http://schemas.microsoft.com/office/drawing/2014/main" id="{A863755C-77E7-02F6-C2C4-62222D252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1DDC34-C175-AE5D-7F5F-F26ECAF20609}"/>
              </a:ext>
            </a:extLst>
          </p:cNvPr>
          <p:cNvSpPr>
            <a:spLocks noGrp="1"/>
          </p:cNvSpPr>
          <p:nvPr>
            <p:ph type="sldNum" sz="quarter" idx="12"/>
          </p:nvPr>
        </p:nvSpPr>
        <p:spPr/>
        <p:txBody>
          <a:bodyPr/>
          <a:lstStyle/>
          <a:p>
            <a:fld id="{D418A060-6D27-4B6A-90F0-26C5E1A1C41D}" type="slidenum">
              <a:rPr lang="en-IN" smtClean="0"/>
              <a:t>‹#›</a:t>
            </a:fld>
            <a:endParaRPr lang="en-IN"/>
          </a:p>
        </p:txBody>
      </p:sp>
    </p:spTree>
    <p:extLst>
      <p:ext uri="{BB962C8B-B14F-4D97-AF65-F5344CB8AC3E}">
        <p14:creationId xmlns:p14="http://schemas.microsoft.com/office/powerpoint/2010/main" val="8341536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6CEB4-D6DD-50C6-2F05-BDB21F20B3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471E6F9-CF49-C9C3-D0AE-46935F2971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345343-A1F5-8E04-E88A-8B52A8B7F10B}"/>
              </a:ext>
            </a:extLst>
          </p:cNvPr>
          <p:cNvSpPr>
            <a:spLocks noGrp="1"/>
          </p:cNvSpPr>
          <p:nvPr>
            <p:ph type="dt" sz="half" idx="10"/>
          </p:nvPr>
        </p:nvSpPr>
        <p:spPr/>
        <p:txBody>
          <a:bodyPr/>
          <a:lstStyle/>
          <a:p>
            <a:fld id="{F1C946A1-E84A-4326-9253-0878DC84AFEF}" type="datetimeFigureOut">
              <a:rPr lang="en-IN" smtClean="0"/>
              <a:t>15-02-2026</a:t>
            </a:fld>
            <a:endParaRPr lang="en-IN"/>
          </a:p>
        </p:txBody>
      </p:sp>
      <p:sp>
        <p:nvSpPr>
          <p:cNvPr id="5" name="Footer Placeholder 4">
            <a:extLst>
              <a:ext uri="{FF2B5EF4-FFF2-40B4-BE49-F238E27FC236}">
                <a16:creationId xmlns:a16="http://schemas.microsoft.com/office/drawing/2014/main" id="{87EBE6F4-AD5C-A0F1-D2B7-F2E8AF0F48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D8DBB9-73D5-58A6-78BB-5D4A913F214B}"/>
              </a:ext>
            </a:extLst>
          </p:cNvPr>
          <p:cNvSpPr>
            <a:spLocks noGrp="1"/>
          </p:cNvSpPr>
          <p:nvPr>
            <p:ph type="sldNum" sz="quarter" idx="12"/>
          </p:nvPr>
        </p:nvSpPr>
        <p:spPr/>
        <p:txBody>
          <a:bodyPr/>
          <a:lstStyle/>
          <a:p>
            <a:fld id="{D418A060-6D27-4B6A-90F0-26C5E1A1C41D}" type="slidenum">
              <a:rPr lang="en-IN" smtClean="0"/>
              <a:t>‹#›</a:t>
            </a:fld>
            <a:endParaRPr lang="en-IN"/>
          </a:p>
        </p:txBody>
      </p:sp>
    </p:spTree>
    <p:extLst>
      <p:ext uri="{BB962C8B-B14F-4D97-AF65-F5344CB8AC3E}">
        <p14:creationId xmlns:p14="http://schemas.microsoft.com/office/powerpoint/2010/main" val="41656732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3B94E-B597-6FF4-39DF-6F7C86E738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7FEB57-B8C1-B85D-91C2-D1A20850AD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B8DEA6F-8D0F-611B-2964-4F5F924F5B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96FF779-4ED5-1A1A-5BA3-9A8F69E54F57}"/>
              </a:ext>
            </a:extLst>
          </p:cNvPr>
          <p:cNvSpPr>
            <a:spLocks noGrp="1"/>
          </p:cNvSpPr>
          <p:nvPr>
            <p:ph type="dt" sz="half" idx="10"/>
          </p:nvPr>
        </p:nvSpPr>
        <p:spPr/>
        <p:txBody>
          <a:bodyPr/>
          <a:lstStyle/>
          <a:p>
            <a:fld id="{F1C946A1-E84A-4326-9253-0878DC84AFEF}" type="datetimeFigureOut">
              <a:rPr lang="en-IN" smtClean="0"/>
              <a:t>15-02-2026</a:t>
            </a:fld>
            <a:endParaRPr lang="en-IN"/>
          </a:p>
        </p:txBody>
      </p:sp>
      <p:sp>
        <p:nvSpPr>
          <p:cNvPr id="6" name="Footer Placeholder 5">
            <a:extLst>
              <a:ext uri="{FF2B5EF4-FFF2-40B4-BE49-F238E27FC236}">
                <a16:creationId xmlns:a16="http://schemas.microsoft.com/office/drawing/2014/main" id="{F46C5AF0-CB5A-ECB3-1FD7-9D39952687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F8A88F-93A8-041C-F06F-FAA13166BF4B}"/>
              </a:ext>
            </a:extLst>
          </p:cNvPr>
          <p:cNvSpPr>
            <a:spLocks noGrp="1"/>
          </p:cNvSpPr>
          <p:nvPr>
            <p:ph type="sldNum" sz="quarter" idx="12"/>
          </p:nvPr>
        </p:nvSpPr>
        <p:spPr/>
        <p:txBody>
          <a:bodyPr/>
          <a:lstStyle/>
          <a:p>
            <a:fld id="{D418A060-6D27-4B6A-90F0-26C5E1A1C41D}" type="slidenum">
              <a:rPr lang="en-IN" smtClean="0"/>
              <a:t>‹#›</a:t>
            </a:fld>
            <a:endParaRPr lang="en-IN"/>
          </a:p>
        </p:txBody>
      </p:sp>
    </p:spTree>
    <p:extLst>
      <p:ext uri="{BB962C8B-B14F-4D97-AF65-F5344CB8AC3E}">
        <p14:creationId xmlns:p14="http://schemas.microsoft.com/office/powerpoint/2010/main" val="35511341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FA291-E4C8-1142-CB7E-0AD24B3B611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AA084B-1861-9F2C-FAEF-33EE520B27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A1CA46-ED0E-3327-13D2-77E9961238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ACBB8E-B2BB-B6AB-B38F-1DFD4D9CD3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89454F-83F3-F510-3D2C-0D99401E42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0B976E7-D0D4-16FE-B423-A29456116C92}"/>
              </a:ext>
            </a:extLst>
          </p:cNvPr>
          <p:cNvSpPr>
            <a:spLocks noGrp="1"/>
          </p:cNvSpPr>
          <p:nvPr>
            <p:ph type="dt" sz="half" idx="10"/>
          </p:nvPr>
        </p:nvSpPr>
        <p:spPr/>
        <p:txBody>
          <a:bodyPr/>
          <a:lstStyle/>
          <a:p>
            <a:fld id="{F1C946A1-E84A-4326-9253-0878DC84AFEF}" type="datetimeFigureOut">
              <a:rPr lang="en-IN" smtClean="0"/>
              <a:t>15-02-2026</a:t>
            </a:fld>
            <a:endParaRPr lang="en-IN"/>
          </a:p>
        </p:txBody>
      </p:sp>
      <p:sp>
        <p:nvSpPr>
          <p:cNvPr id="8" name="Footer Placeholder 7">
            <a:extLst>
              <a:ext uri="{FF2B5EF4-FFF2-40B4-BE49-F238E27FC236}">
                <a16:creationId xmlns:a16="http://schemas.microsoft.com/office/drawing/2014/main" id="{58E6F94C-4FD2-98CC-BAEC-71743738982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7ED4AC7-72EA-FDA0-59C9-8F7C795A3304}"/>
              </a:ext>
            </a:extLst>
          </p:cNvPr>
          <p:cNvSpPr>
            <a:spLocks noGrp="1"/>
          </p:cNvSpPr>
          <p:nvPr>
            <p:ph type="sldNum" sz="quarter" idx="12"/>
          </p:nvPr>
        </p:nvSpPr>
        <p:spPr/>
        <p:txBody>
          <a:bodyPr/>
          <a:lstStyle/>
          <a:p>
            <a:fld id="{D418A060-6D27-4B6A-90F0-26C5E1A1C41D}" type="slidenum">
              <a:rPr lang="en-IN" smtClean="0"/>
              <a:t>‹#›</a:t>
            </a:fld>
            <a:endParaRPr lang="en-IN"/>
          </a:p>
        </p:txBody>
      </p:sp>
    </p:spTree>
    <p:extLst>
      <p:ext uri="{BB962C8B-B14F-4D97-AF65-F5344CB8AC3E}">
        <p14:creationId xmlns:p14="http://schemas.microsoft.com/office/powerpoint/2010/main" val="35339827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79B29-7F22-120E-2748-4071FE352BE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6F2357F-7420-45A0-5365-339D6D760FB0}"/>
              </a:ext>
            </a:extLst>
          </p:cNvPr>
          <p:cNvSpPr>
            <a:spLocks noGrp="1"/>
          </p:cNvSpPr>
          <p:nvPr>
            <p:ph type="dt" sz="half" idx="10"/>
          </p:nvPr>
        </p:nvSpPr>
        <p:spPr/>
        <p:txBody>
          <a:bodyPr/>
          <a:lstStyle/>
          <a:p>
            <a:fld id="{F1C946A1-E84A-4326-9253-0878DC84AFEF}" type="datetimeFigureOut">
              <a:rPr lang="en-IN" smtClean="0"/>
              <a:t>15-02-2026</a:t>
            </a:fld>
            <a:endParaRPr lang="en-IN"/>
          </a:p>
        </p:txBody>
      </p:sp>
      <p:sp>
        <p:nvSpPr>
          <p:cNvPr id="4" name="Footer Placeholder 3">
            <a:extLst>
              <a:ext uri="{FF2B5EF4-FFF2-40B4-BE49-F238E27FC236}">
                <a16:creationId xmlns:a16="http://schemas.microsoft.com/office/drawing/2014/main" id="{9DAEF068-7F70-C415-7EC7-9D8EDFB9E4D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4BE436C-8A1E-1853-7AEC-02FF21889FB2}"/>
              </a:ext>
            </a:extLst>
          </p:cNvPr>
          <p:cNvSpPr>
            <a:spLocks noGrp="1"/>
          </p:cNvSpPr>
          <p:nvPr>
            <p:ph type="sldNum" sz="quarter" idx="12"/>
          </p:nvPr>
        </p:nvSpPr>
        <p:spPr/>
        <p:txBody>
          <a:bodyPr/>
          <a:lstStyle/>
          <a:p>
            <a:fld id="{D418A060-6D27-4B6A-90F0-26C5E1A1C41D}" type="slidenum">
              <a:rPr lang="en-IN" smtClean="0"/>
              <a:t>‹#›</a:t>
            </a:fld>
            <a:endParaRPr lang="en-IN"/>
          </a:p>
        </p:txBody>
      </p:sp>
    </p:spTree>
    <p:extLst>
      <p:ext uri="{BB962C8B-B14F-4D97-AF65-F5344CB8AC3E}">
        <p14:creationId xmlns:p14="http://schemas.microsoft.com/office/powerpoint/2010/main" val="27517041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71D5C2-61FC-5E20-09F9-6ABA8AC80F45}"/>
              </a:ext>
            </a:extLst>
          </p:cNvPr>
          <p:cNvSpPr>
            <a:spLocks noGrp="1"/>
          </p:cNvSpPr>
          <p:nvPr>
            <p:ph type="dt" sz="half" idx="10"/>
          </p:nvPr>
        </p:nvSpPr>
        <p:spPr/>
        <p:txBody>
          <a:bodyPr/>
          <a:lstStyle/>
          <a:p>
            <a:fld id="{F1C946A1-E84A-4326-9253-0878DC84AFEF}" type="datetimeFigureOut">
              <a:rPr lang="en-IN" smtClean="0"/>
              <a:t>15-02-2026</a:t>
            </a:fld>
            <a:endParaRPr lang="en-IN"/>
          </a:p>
        </p:txBody>
      </p:sp>
      <p:sp>
        <p:nvSpPr>
          <p:cNvPr id="3" name="Footer Placeholder 2">
            <a:extLst>
              <a:ext uri="{FF2B5EF4-FFF2-40B4-BE49-F238E27FC236}">
                <a16:creationId xmlns:a16="http://schemas.microsoft.com/office/drawing/2014/main" id="{A79D0695-2763-4A71-B604-C728B44E97D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6F75608-B22F-4873-F34C-5D7A6E33CD72}"/>
              </a:ext>
            </a:extLst>
          </p:cNvPr>
          <p:cNvSpPr>
            <a:spLocks noGrp="1"/>
          </p:cNvSpPr>
          <p:nvPr>
            <p:ph type="sldNum" sz="quarter" idx="12"/>
          </p:nvPr>
        </p:nvSpPr>
        <p:spPr/>
        <p:txBody>
          <a:bodyPr/>
          <a:lstStyle/>
          <a:p>
            <a:fld id="{D418A060-6D27-4B6A-90F0-26C5E1A1C41D}" type="slidenum">
              <a:rPr lang="en-IN" smtClean="0"/>
              <a:t>‹#›</a:t>
            </a:fld>
            <a:endParaRPr lang="en-IN"/>
          </a:p>
        </p:txBody>
      </p:sp>
    </p:spTree>
    <p:extLst>
      <p:ext uri="{BB962C8B-B14F-4D97-AF65-F5344CB8AC3E}">
        <p14:creationId xmlns:p14="http://schemas.microsoft.com/office/powerpoint/2010/main" val="19938755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D4D8A-5166-C2A7-8030-A598EF4079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FE64F3-5A67-B41F-5EEA-292E5A04B4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861BA7F-2CB1-559F-167A-58C254E595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0503BA-C4C7-8221-8105-DF5837CD26C4}"/>
              </a:ext>
            </a:extLst>
          </p:cNvPr>
          <p:cNvSpPr>
            <a:spLocks noGrp="1"/>
          </p:cNvSpPr>
          <p:nvPr>
            <p:ph type="dt" sz="half" idx="10"/>
          </p:nvPr>
        </p:nvSpPr>
        <p:spPr/>
        <p:txBody>
          <a:bodyPr/>
          <a:lstStyle/>
          <a:p>
            <a:fld id="{F1C946A1-E84A-4326-9253-0878DC84AFEF}" type="datetimeFigureOut">
              <a:rPr lang="en-IN" smtClean="0"/>
              <a:t>15-02-2026</a:t>
            </a:fld>
            <a:endParaRPr lang="en-IN"/>
          </a:p>
        </p:txBody>
      </p:sp>
      <p:sp>
        <p:nvSpPr>
          <p:cNvPr id="6" name="Footer Placeholder 5">
            <a:extLst>
              <a:ext uri="{FF2B5EF4-FFF2-40B4-BE49-F238E27FC236}">
                <a16:creationId xmlns:a16="http://schemas.microsoft.com/office/drawing/2014/main" id="{B8055694-DAD9-186D-50C5-271A0CB45F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137615-EE70-55F9-B12B-95BC3CDD00DB}"/>
              </a:ext>
            </a:extLst>
          </p:cNvPr>
          <p:cNvSpPr>
            <a:spLocks noGrp="1"/>
          </p:cNvSpPr>
          <p:nvPr>
            <p:ph type="sldNum" sz="quarter" idx="12"/>
          </p:nvPr>
        </p:nvSpPr>
        <p:spPr/>
        <p:txBody>
          <a:bodyPr/>
          <a:lstStyle/>
          <a:p>
            <a:fld id="{D418A060-6D27-4B6A-90F0-26C5E1A1C41D}" type="slidenum">
              <a:rPr lang="en-IN" smtClean="0"/>
              <a:t>‹#›</a:t>
            </a:fld>
            <a:endParaRPr lang="en-IN"/>
          </a:p>
        </p:txBody>
      </p:sp>
    </p:spTree>
    <p:extLst>
      <p:ext uri="{BB962C8B-B14F-4D97-AF65-F5344CB8AC3E}">
        <p14:creationId xmlns:p14="http://schemas.microsoft.com/office/powerpoint/2010/main" val="599140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AD53C-E101-F53B-0245-3657817F35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651BB59-268B-6B46-8D2D-4149E2838B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F2B249E-2021-FCBE-1E68-5392DB9850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94FED4-FDAF-6806-398A-B235985F1DE7}"/>
              </a:ext>
            </a:extLst>
          </p:cNvPr>
          <p:cNvSpPr>
            <a:spLocks noGrp="1"/>
          </p:cNvSpPr>
          <p:nvPr>
            <p:ph type="dt" sz="half" idx="10"/>
          </p:nvPr>
        </p:nvSpPr>
        <p:spPr/>
        <p:txBody>
          <a:bodyPr/>
          <a:lstStyle/>
          <a:p>
            <a:fld id="{F1C946A1-E84A-4326-9253-0878DC84AFEF}" type="datetimeFigureOut">
              <a:rPr lang="en-IN" smtClean="0"/>
              <a:t>15-02-2026</a:t>
            </a:fld>
            <a:endParaRPr lang="en-IN"/>
          </a:p>
        </p:txBody>
      </p:sp>
      <p:sp>
        <p:nvSpPr>
          <p:cNvPr id="6" name="Footer Placeholder 5">
            <a:extLst>
              <a:ext uri="{FF2B5EF4-FFF2-40B4-BE49-F238E27FC236}">
                <a16:creationId xmlns:a16="http://schemas.microsoft.com/office/drawing/2014/main" id="{BDB944F1-167B-91C4-0B25-799AA0B567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C9952D-4CCB-961E-A361-AABA5C9B1029}"/>
              </a:ext>
            </a:extLst>
          </p:cNvPr>
          <p:cNvSpPr>
            <a:spLocks noGrp="1"/>
          </p:cNvSpPr>
          <p:nvPr>
            <p:ph type="sldNum" sz="quarter" idx="12"/>
          </p:nvPr>
        </p:nvSpPr>
        <p:spPr/>
        <p:txBody>
          <a:bodyPr/>
          <a:lstStyle/>
          <a:p>
            <a:fld id="{D418A060-6D27-4B6A-90F0-26C5E1A1C41D}" type="slidenum">
              <a:rPr lang="en-IN" smtClean="0"/>
              <a:t>‹#›</a:t>
            </a:fld>
            <a:endParaRPr lang="en-IN"/>
          </a:p>
        </p:txBody>
      </p:sp>
    </p:spTree>
    <p:extLst>
      <p:ext uri="{BB962C8B-B14F-4D97-AF65-F5344CB8AC3E}">
        <p14:creationId xmlns:p14="http://schemas.microsoft.com/office/powerpoint/2010/main" val="5771993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66A86-81F1-FDE6-3CD1-DB4B0406812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FB8EF9-869E-F860-B011-6BFB813E13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522F50-EC3A-E551-002D-2D77F052B85C}"/>
              </a:ext>
            </a:extLst>
          </p:cNvPr>
          <p:cNvSpPr>
            <a:spLocks noGrp="1"/>
          </p:cNvSpPr>
          <p:nvPr>
            <p:ph type="dt" sz="half" idx="10"/>
          </p:nvPr>
        </p:nvSpPr>
        <p:spPr/>
        <p:txBody>
          <a:bodyPr/>
          <a:lstStyle/>
          <a:p>
            <a:fld id="{F1C946A1-E84A-4326-9253-0878DC84AFEF}" type="datetimeFigureOut">
              <a:rPr lang="en-IN" smtClean="0"/>
              <a:t>15-02-2026</a:t>
            </a:fld>
            <a:endParaRPr lang="en-IN"/>
          </a:p>
        </p:txBody>
      </p:sp>
      <p:sp>
        <p:nvSpPr>
          <p:cNvPr id="5" name="Footer Placeholder 4">
            <a:extLst>
              <a:ext uri="{FF2B5EF4-FFF2-40B4-BE49-F238E27FC236}">
                <a16:creationId xmlns:a16="http://schemas.microsoft.com/office/drawing/2014/main" id="{7D82E239-774D-3D42-A0A3-3674F5EB1C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C459FE-0F2B-E6C3-6177-149A803CB207}"/>
              </a:ext>
            </a:extLst>
          </p:cNvPr>
          <p:cNvSpPr>
            <a:spLocks noGrp="1"/>
          </p:cNvSpPr>
          <p:nvPr>
            <p:ph type="sldNum" sz="quarter" idx="12"/>
          </p:nvPr>
        </p:nvSpPr>
        <p:spPr/>
        <p:txBody>
          <a:bodyPr/>
          <a:lstStyle/>
          <a:p>
            <a:fld id="{D418A060-6D27-4B6A-90F0-26C5E1A1C41D}" type="slidenum">
              <a:rPr lang="en-IN" smtClean="0"/>
              <a:t>‹#›</a:t>
            </a:fld>
            <a:endParaRPr lang="en-IN"/>
          </a:p>
        </p:txBody>
      </p:sp>
    </p:spTree>
    <p:extLst>
      <p:ext uri="{BB962C8B-B14F-4D97-AF65-F5344CB8AC3E}">
        <p14:creationId xmlns:p14="http://schemas.microsoft.com/office/powerpoint/2010/main" val="25325142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D6A177-36ED-4E2F-0336-F8BEB903A5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8D22B32-7C15-938D-2787-DCE1EF87C5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2FBE09-8B5B-64BB-8288-40FC7E7F486D}"/>
              </a:ext>
            </a:extLst>
          </p:cNvPr>
          <p:cNvSpPr>
            <a:spLocks noGrp="1"/>
          </p:cNvSpPr>
          <p:nvPr>
            <p:ph type="dt" sz="half" idx="10"/>
          </p:nvPr>
        </p:nvSpPr>
        <p:spPr/>
        <p:txBody>
          <a:bodyPr/>
          <a:lstStyle/>
          <a:p>
            <a:fld id="{F1C946A1-E84A-4326-9253-0878DC84AFEF}" type="datetimeFigureOut">
              <a:rPr lang="en-IN" smtClean="0"/>
              <a:t>15-02-2026</a:t>
            </a:fld>
            <a:endParaRPr lang="en-IN"/>
          </a:p>
        </p:txBody>
      </p:sp>
      <p:sp>
        <p:nvSpPr>
          <p:cNvPr id="5" name="Footer Placeholder 4">
            <a:extLst>
              <a:ext uri="{FF2B5EF4-FFF2-40B4-BE49-F238E27FC236}">
                <a16:creationId xmlns:a16="http://schemas.microsoft.com/office/drawing/2014/main" id="{9198E508-E863-A257-0C50-CA014E5AE5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3486B6-5F78-696F-C4C0-A190FB075BE3}"/>
              </a:ext>
            </a:extLst>
          </p:cNvPr>
          <p:cNvSpPr>
            <a:spLocks noGrp="1"/>
          </p:cNvSpPr>
          <p:nvPr>
            <p:ph type="sldNum" sz="quarter" idx="12"/>
          </p:nvPr>
        </p:nvSpPr>
        <p:spPr/>
        <p:txBody>
          <a:bodyPr/>
          <a:lstStyle/>
          <a:p>
            <a:fld id="{D418A060-6D27-4B6A-90F0-26C5E1A1C41D}" type="slidenum">
              <a:rPr lang="en-IN" smtClean="0"/>
              <a:t>‹#›</a:t>
            </a:fld>
            <a:endParaRPr lang="en-IN"/>
          </a:p>
        </p:txBody>
      </p:sp>
    </p:spTree>
    <p:extLst>
      <p:ext uri="{BB962C8B-B14F-4D97-AF65-F5344CB8AC3E}">
        <p14:creationId xmlns:p14="http://schemas.microsoft.com/office/powerpoint/2010/main" val="1123914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C989FE-EBC4-1D1C-8542-2DED496A78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C9C972D-91E6-FB1C-15D7-EC5AEC6AC9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1366A0-8D75-A88D-84F1-E7571FFA03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C946A1-E84A-4326-9253-0878DC84AFEF}" type="datetimeFigureOut">
              <a:rPr lang="en-IN" smtClean="0"/>
              <a:t>15-02-2026</a:t>
            </a:fld>
            <a:endParaRPr lang="en-IN"/>
          </a:p>
        </p:txBody>
      </p:sp>
      <p:sp>
        <p:nvSpPr>
          <p:cNvPr id="5" name="Footer Placeholder 4">
            <a:extLst>
              <a:ext uri="{FF2B5EF4-FFF2-40B4-BE49-F238E27FC236}">
                <a16:creationId xmlns:a16="http://schemas.microsoft.com/office/drawing/2014/main" id="{7B5A6FD9-568B-9FCE-7899-7A6F5FD894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D4C5EDB-0A74-24E0-177B-058DFED5E6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18A060-6D27-4B6A-90F0-26C5E1A1C41D}" type="slidenum">
              <a:rPr lang="en-IN" smtClean="0"/>
              <a:t>‹#›</a:t>
            </a:fld>
            <a:endParaRPr lang="en-IN"/>
          </a:p>
        </p:txBody>
      </p:sp>
    </p:spTree>
    <p:extLst>
      <p:ext uri="{BB962C8B-B14F-4D97-AF65-F5344CB8AC3E}">
        <p14:creationId xmlns:p14="http://schemas.microsoft.com/office/powerpoint/2010/main" val="2236828143"/>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0" r:id="rId3"/>
    <p:sldLayoutId id="2147483662" r:id="rId4"/>
    <p:sldLayoutId id="2147483663" r:id="rId5"/>
    <p:sldLayoutId id="2147483664" r:id="rId6"/>
    <p:sldLayoutId id="2147483665" r:id="rId7"/>
    <p:sldLayoutId id="2147483666" r:id="rId8"/>
    <p:sldLayoutId id="2147483667" r:id="rId9"/>
    <p:sldLayoutId id="2147483668" r:id="rId10"/>
    <p:sldLayoutId id="2147483670" r:id="rId11"/>
    <p:sldLayoutId id="2147483669" r:id="rId12"/>
    <p:sldLayoutId id="2147483671" r:id="rId13"/>
    <p:sldLayoutId id="2147483672" r:id="rId14"/>
    <p:sldLayoutId id="2147483650" r:id="rId15"/>
    <p:sldLayoutId id="2147483651" r:id="rId16"/>
    <p:sldLayoutId id="2147483652" r:id="rId17"/>
    <p:sldLayoutId id="2147483653" r:id="rId18"/>
    <p:sldLayoutId id="2147483654" r:id="rId19"/>
    <p:sldLayoutId id="2147483655" r:id="rId20"/>
    <p:sldLayoutId id="2147483656" r:id="rId21"/>
    <p:sldLayoutId id="2147483657" r:id="rId22"/>
    <p:sldLayoutId id="2147483658" r:id="rId23"/>
    <p:sldLayoutId id="2147483659"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image" Target="../media/image7.png"/><Relationship Id="rId1" Type="http://schemas.openxmlformats.org/officeDocument/2006/relationships/slideLayout" Target="../slideLayouts/slideLayout14.xml"/><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image" Target="../media/image19.sv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slides/_rels/slide14.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png"/><Relationship Id="rId3" Type="http://schemas.openxmlformats.org/officeDocument/2006/relationships/image" Target="../media/image20.png"/><Relationship Id="rId7" Type="http://schemas.openxmlformats.org/officeDocument/2006/relationships/image" Target="../media/image26.png"/><Relationship Id="rId12" Type="http://schemas.openxmlformats.org/officeDocument/2006/relationships/image" Target="../media/image31.sv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30.png"/><Relationship Id="rId5" Type="http://schemas.openxmlformats.org/officeDocument/2006/relationships/image" Target="../media/image22.png"/><Relationship Id="rId10" Type="http://schemas.openxmlformats.org/officeDocument/2006/relationships/image" Target="../media/image29.svg"/><Relationship Id="rId4" Type="http://schemas.openxmlformats.org/officeDocument/2006/relationships/image" Target="../media/image21.svg"/><Relationship Id="rId9" Type="http://schemas.openxmlformats.org/officeDocument/2006/relationships/image" Target="../media/image28.png"/><Relationship Id="rId14" Type="http://schemas.openxmlformats.org/officeDocument/2006/relationships/image" Target="../media/image33.svg"/></Relationships>
</file>

<file path=ppt/slides/_rels/slide15.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png"/><Relationship Id="rId18" Type="http://schemas.openxmlformats.org/officeDocument/2006/relationships/image" Target="../media/image37.svg"/><Relationship Id="rId26" Type="http://schemas.openxmlformats.org/officeDocument/2006/relationships/image" Target="../media/image45.svg"/><Relationship Id="rId3" Type="http://schemas.openxmlformats.org/officeDocument/2006/relationships/image" Target="../media/image20.png"/><Relationship Id="rId21" Type="http://schemas.openxmlformats.org/officeDocument/2006/relationships/image" Target="../media/image40.png"/><Relationship Id="rId7" Type="http://schemas.openxmlformats.org/officeDocument/2006/relationships/image" Target="../media/image26.png"/><Relationship Id="rId12" Type="http://schemas.openxmlformats.org/officeDocument/2006/relationships/image" Target="../media/image31.svg"/><Relationship Id="rId17" Type="http://schemas.openxmlformats.org/officeDocument/2006/relationships/image" Target="../media/image36.png"/><Relationship Id="rId25" Type="http://schemas.openxmlformats.org/officeDocument/2006/relationships/image" Target="../media/image44.png"/><Relationship Id="rId2" Type="http://schemas.openxmlformats.org/officeDocument/2006/relationships/image" Target="../media/image7.png"/><Relationship Id="rId16" Type="http://schemas.openxmlformats.org/officeDocument/2006/relationships/image" Target="../media/image35.svg"/><Relationship Id="rId20" Type="http://schemas.openxmlformats.org/officeDocument/2006/relationships/image" Target="../media/image39.sv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30.png"/><Relationship Id="rId24" Type="http://schemas.openxmlformats.org/officeDocument/2006/relationships/image" Target="../media/image43.svg"/><Relationship Id="rId5" Type="http://schemas.openxmlformats.org/officeDocument/2006/relationships/image" Target="../media/image22.png"/><Relationship Id="rId15" Type="http://schemas.openxmlformats.org/officeDocument/2006/relationships/image" Target="../media/image34.png"/><Relationship Id="rId23" Type="http://schemas.openxmlformats.org/officeDocument/2006/relationships/image" Target="../media/image42.png"/><Relationship Id="rId28" Type="http://schemas.openxmlformats.org/officeDocument/2006/relationships/image" Target="../media/image47.svg"/><Relationship Id="rId10" Type="http://schemas.openxmlformats.org/officeDocument/2006/relationships/image" Target="../media/image29.svg"/><Relationship Id="rId19" Type="http://schemas.openxmlformats.org/officeDocument/2006/relationships/image" Target="../media/image38.png"/><Relationship Id="rId4" Type="http://schemas.openxmlformats.org/officeDocument/2006/relationships/image" Target="../media/image21.svg"/><Relationship Id="rId9" Type="http://schemas.openxmlformats.org/officeDocument/2006/relationships/image" Target="../media/image28.png"/><Relationship Id="rId14" Type="http://schemas.openxmlformats.org/officeDocument/2006/relationships/image" Target="../media/image33.svg"/><Relationship Id="rId22" Type="http://schemas.openxmlformats.org/officeDocument/2006/relationships/image" Target="../media/image41.svg"/><Relationship Id="rId27" Type="http://schemas.openxmlformats.org/officeDocument/2006/relationships/image" Target="../media/image46.png"/></Relationships>
</file>

<file path=ppt/slides/_rels/slide16.xml.rels><?xml version="1.0" encoding="UTF-8" standalone="yes"?>
<Relationships xmlns="http://schemas.openxmlformats.org/package/2006/relationships"><Relationship Id="rId8" Type="http://schemas.openxmlformats.org/officeDocument/2006/relationships/image" Target="../media/image49.svg"/><Relationship Id="rId13" Type="http://schemas.openxmlformats.org/officeDocument/2006/relationships/image" Target="../media/image54.png"/><Relationship Id="rId3" Type="http://schemas.openxmlformats.org/officeDocument/2006/relationships/image" Target="../media/image20.png"/><Relationship Id="rId7" Type="http://schemas.openxmlformats.org/officeDocument/2006/relationships/image" Target="../media/image48.png"/><Relationship Id="rId12" Type="http://schemas.openxmlformats.org/officeDocument/2006/relationships/image" Target="../media/image53.svg"/><Relationship Id="rId2" Type="http://schemas.openxmlformats.org/officeDocument/2006/relationships/image" Target="../media/image7.png"/><Relationship Id="rId16" Type="http://schemas.openxmlformats.org/officeDocument/2006/relationships/image" Target="../media/image57.sv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52.png"/><Relationship Id="rId5" Type="http://schemas.openxmlformats.org/officeDocument/2006/relationships/image" Target="../media/image22.png"/><Relationship Id="rId15" Type="http://schemas.openxmlformats.org/officeDocument/2006/relationships/image" Target="../media/image56.png"/><Relationship Id="rId10" Type="http://schemas.openxmlformats.org/officeDocument/2006/relationships/image" Target="../media/image51.svg"/><Relationship Id="rId4" Type="http://schemas.openxmlformats.org/officeDocument/2006/relationships/image" Target="../media/image21.svg"/><Relationship Id="rId9" Type="http://schemas.openxmlformats.org/officeDocument/2006/relationships/image" Target="../media/image50.png"/><Relationship Id="rId14" Type="http://schemas.openxmlformats.org/officeDocument/2006/relationships/image" Target="../media/image55.svg"/></Relationships>
</file>

<file path=ppt/slides/_rels/slide17.xml.rels><?xml version="1.0" encoding="UTF-8" standalone="yes"?>
<Relationships xmlns="http://schemas.openxmlformats.org/package/2006/relationships"><Relationship Id="rId8" Type="http://schemas.openxmlformats.org/officeDocument/2006/relationships/image" Target="../media/image49.svg"/><Relationship Id="rId13" Type="http://schemas.openxmlformats.org/officeDocument/2006/relationships/image" Target="../media/image54.png"/><Relationship Id="rId3" Type="http://schemas.openxmlformats.org/officeDocument/2006/relationships/image" Target="../media/image20.png"/><Relationship Id="rId7" Type="http://schemas.openxmlformats.org/officeDocument/2006/relationships/image" Target="../media/image48.png"/><Relationship Id="rId12" Type="http://schemas.openxmlformats.org/officeDocument/2006/relationships/image" Target="../media/image53.svg"/><Relationship Id="rId2" Type="http://schemas.openxmlformats.org/officeDocument/2006/relationships/image" Target="../media/image7.png"/><Relationship Id="rId16" Type="http://schemas.openxmlformats.org/officeDocument/2006/relationships/image" Target="../media/image57.sv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52.png"/><Relationship Id="rId5" Type="http://schemas.openxmlformats.org/officeDocument/2006/relationships/image" Target="../media/image22.png"/><Relationship Id="rId15" Type="http://schemas.openxmlformats.org/officeDocument/2006/relationships/image" Target="../media/image56.png"/><Relationship Id="rId10" Type="http://schemas.openxmlformats.org/officeDocument/2006/relationships/image" Target="../media/image51.svg"/><Relationship Id="rId4" Type="http://schemas.openxmlformats.org/officeDocument/2006/relationships/image" Target="../media/image21.svg"/><Relationship Id="rId9" Type="http://schemas.openxmlformats.org/officeDocument/2006/relationships/image" Target="../media/image50.png"/><Relationship Id="rId14" Type="http://schemas.openxmlformats.org/officeDocument/2006/relationships/image" Target="../media/image55.svg"/></Relationships>
</file>

<file path=ppt/slides/_rels/slide18.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61.svg"/><Relationship Id="rId4" Type="http://schemas.openxmlformats.org/officeDocument/2006/relationships/image" Target="../media/image21.svg"/><Relationship Id="rId9" Type="http://schemas.openxmlformats.org/officeDocument/2006/relationships/image" Target="../media/image60.png"/></Relationships>
</file>

<file path=ppt/slides/_rels/slide19.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20.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21.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22.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12" Type="http://schemas.openxmlformats.org/officeDocument/2006/relationships/image" Target="../media/image64.sv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63.pn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23.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24.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25.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26.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12" Type="http://schemas.openxmlformats.org/officeDocument/2006/relationships/image" Target="../media/image25.sv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24.pn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27.xml.rels><?xml version="1.0" encoding="UTF-8" standalone="yes"?>
<Relationships xmlns="http://schemas.openxmlformats.org/package/2006/relationships"><Relationship Id="rId8" Type="http://schemas.openxmlformats.org/officeDocument/2006/relationships/image" Target="../media/image59.svg"/><Relationship Id="rId13"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58.png"/><Relationship Id="rId12" Type="http://schemas.openxmlformats.org/officeDocument/2006/relationships/image" Target="../media/image66.sv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65.pn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 Id="rId14" Type="http://schemas.openxmlformats.org/officeDocument/2006/relationships/image" Target="../media/image25.svg"/></Relationships>
</file>

<file path=ppt/slides/_rels/slide28.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29.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30.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12" Type="http://schemas.openxmlformats.org/officeDocument/2006/relationships/image" Target="../media/image25.sv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24.pn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31.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32.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33.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12" Type="http://schemas.openxmlformats.org/officeDocument/2006/relationships/image" Target="../media/image25.sv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24.pn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34.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35.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36.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12" Type="http://schemas.openxmlformats.org/officeDocument/2006/relationships/image" Target="../media/image25.sv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24.pn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37.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38.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39.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12" Type="http://schemas.openxmlformats.org/officeDocument/2006/relationships/image" Target="../media/image25.sv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24.pn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40.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20.png"/><Relationship Id="rId7" Type="http://schemas.openxmlformats.org/officeDocument/2006/relationships/image" Target="../media/image5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s>
</file>

<file path=ppt/slides/_rels/slide41.xml.rels><?xml version="1.0" encoding="UTF-8" standalone="yes"?>
<Relationships xmlns="http://schemas.openxmlformats.org/package/2006/relationships"><Relationship Id="rId8" Type="http://schemas.openxmlformats.org/officeDocument/2006/relationships/image" Target="../media/image59.svg"/><Relationship Id="rId13" Type="http://schemas.openxmlformats.org/officeDocument/2006/relationships/image" Target="../media/image69.png"/><Relationship Id="rId3" Type="http://schemas.openxmlformats.org/officeDocument/2006/relationships/image" Target="../media/image20.png"/><Relationship Id="rId7" Type="http://schemas.openxmlformats.org/officeDocument/2006/relationships/image" Target="../media/image58.png"/><Relationship Id="rId12" Type="http://schemas.openxmlformats.org/officeDocument/2006/relationships/image" Target="../media/image68.svg"/><Relationship Id="rId17" Type="http://schemas.openxmlformats.org/officeDocument/2006/relationships/image" Target="../media/image73.jpg"/><Relationship Id="rId2" Type="http://schemas.openxmlformats.org/officeDocument/2006/relationships/image" Target="../media/image7.png"/><Relationship Id="rId16" Type="http://schemas.openxmlformats.org/officeDocument/2006/relationships/image" Target="../media/image72.sv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67.png"/><Relationship Id="rId5" Type="http://schemas.openxmlformats.org/officeDocument/2006/relationships/image" Target="../media/image22.png"/><Relationship Id="rId15" Type="http://schemas.openxmlformats.org/officeDocument/2006/relationships/image" Target="../media/image71.png"/><Relationship Id="rId10" Type="http://schemas.openxmlformats.org/officeDocument/2006/relationships/image" Target="../media/image62.svg"/><Relationship Id="rId4" Type="http://schemas.openxmlformats.org/officeDocument/2006/relationships/image" Target="../media/image21.svg"/><Relationship Id="rId9" Type="http://schemas.openxmlformats.org/officeDocument/2006/relationships/image" Target="../media/image60.png"/><Relationship Id="rId14" Type="http://schemas.openxmlformats.org/officeDocument/2006/relationships/image" Target="../media/image70.svg"/></Relationships>
</file>

<file path=ppt/slides/_rels/slide42.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80.png"/><Relationship Id="rId3" Type="http://schemas.openxmlformats.org/officeDocument/2006/relationships/image" Target="../media/image20.png"/><Relationship Id="rId7" Type="http://schemas.openxmlformats.org/officeDocument/2006/relationships/image" Target="../media/image74.png"/><Relationship Id="rId12" Type="http://schemas.openxmlformats.org/officeDocument/2006/relationships/image" Target="../media/image79.sv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78.png"/><Relationship Id="rId5" Type="http://schemas.openxmlformats.org/officeDocument/2006/relationships/image" Target="../media/image22.png"/><Relationship Id="rId10" Type="http://schemas.openxmlformats.org/officeDocument/2006/relationships/image" Target="../media/image77.svg"/><Relationship Id="rId4" Type="http://schemas.openxmlformats.org/officeDocument/2006/relationships/image" Target="../media/image21.svg"/><Relationship Id="rId9" Type="http://schemas.openxmlformats.org/officeDocument/2006/relationships/image" Target="../media/image76.png"/><Relationship Id="rId14" Type="http://schemas.openxmlformats.org/officeDocument/2006/relationships/image" Target="../media/image81.svg"/></Relationships>
</file>

<file path=ppt/slides/_rels/slide43.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86.png"/><Relationship Id="rId18" Type="http://schemas.openxmlformats.org/officeDocument/2006/relationships/image" Target="../media/image91.svg"/><Relationship Id="rId3" Type="http://schemas.openxmlformats.org/officeDocument/2006/relationships/image" Target="../media/image20.png"/><Relationship Id="rId7" Type="http://schemas.openxmlformats.org/officeDocument/2006/relationships/image" Target="../media/image74.png"/><Relationship Id="rId12" Type="http://schemas.openxmlformats.org/officeDocument/2006/relationships/image" Target="../media/image85.svg"/><Relationship Id="rId17" Type="http://schemas.openxmlformats.org/officeDocument/2006/relationships/image" Target="../media/image90.svg"/><Relationship Id="rId2" Type="http://schemas.openxmlformats.org/officeDocument/2006/relationships/image" Target="../media/image7.png"/><Relationship Id="rId16" Type="http://schemas.openxmlformats.org/officeDocument/2006/relationships/image" Target="../media/image89.svg"/><Relationship Id="rId20" Type="http://schemas.openxmlformats.org/officeDocument/2006/relationships/image" Target="../media/image93.sv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84.png"/><Relationship Id="rId5" Type="http://schemas.openxmlformats.org/officeDocument/2006/relationships/image" Target="../media/image22.png"/><Relationship Id="rId15" Type="http://schemas.openxmlformats.org/officeDocument/2006/relationships/image" Target="../media/image88.png"/><Relationship Id="rId10" Type="http://schemas.openxmlformats.org/officeDocument/2006/relationships/image" Target="../media/image83.svg"/><Relationship Id="rId19" Type="http://schemas.openxmlformats.org/officeDocument/2006/relationships/image" Target="../media/image92.png"/><Relationship Id="rId4" Type="http://schemas.openxmlformats.org/officeDocument/2006/relationships/image" Target="../media/image21.svg"/><Relationship Id="rId9" Type="http://schemas.openxmlformats.org/officeDocument/2006/relationships/image" Target="../media/image82.png"/><Relationship Id="rId14" Type="http://schemas.openxmlformats.org/officeDocument/2006/relationships/image" Target="../media/image87.svg"/></Relationships>
</file>

<file path=ppt/slides/_rels/slide44.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84.png"/><Relationship Id="rId3" Type="http://schemas.openxmlformats.org/officeDocument/2006/relationships/image" Target="../media/image20.png"/><Relationship Id="rId7" Type="http://schemas.openxmlformats.org/officeDocument/2006/relationships/image" Target="../media/image74.png"/><Relationship Id="rId12" Type="http://schemas.openxmlformats.org/officeDocument/2006/relationships/image" Target="../media/image89.svg"/><Relationship Id="rId2" Type="http://schemas.openxmlformats.org/officeDocument/2006/relationships/image" Target="../media/image7.png"/><Relationship Id="rId16" Type="http://schemas.openxmlformats.org/officeDocument/2006/relationships/image" Target="../media/image93.sv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88.png"/><Relationship Id="rId5" Type="http://schemas.openxmlformats.org/officeDocument/2006/relationships/image" Target="../media/image22.png"/><Relationship Id="rId15" Type="http://schemas.openxmlformats.org/officeDocument/2006/relationships/image" Target="../media/image92.png"/><Relationship Id="rId10" Type="http://schemas.openxmlformats.org/officeDocument/2006/relationships/image" Target="../media/image83.svg"/><Relationship Id="rId4" Type="http://schemas.openxmlformats.org/officeDocument/2006/relationships/image" Target="../media/image21.svg"/><Relationship Id="rId9" Type="http://schemas.openxmlformats.org/officeDocument/2006/relationships/image" Target="../media/image82.png"/><Relationship Id="rId14" Type="http://schemas.openxmlformats.org/officeDocument/2006/relationships/image" Target="../media/image85.svg"/></Relationships>
</file>

<file path=ppt/slides/_rels/slide45.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image" Target="../media/image20.png"/><Relationship Id="rId7" Type="http://schemas.openxmlformats.org/officeDocument/2006/relationships/image" Target="../media/image74.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73.jpg"/><Relationship Id="rId5" Type="http://schemas.openxmlformats.org/officeDocument/2006/relationships/image" Target="../media/image22.png"/><Relationship Id="rId10" Type="http://schemas.openxmlformats.org/officeDocument/2006/relationships/image" Target="../media/image95.svg"/><Relationship Id="rId4" Type="http://schemas.openxmlformats.org/officeDocument/2006/relationships/image" Target="../media/image21.svg"/><Relationship Id="rId9" Type="http://schemas.openxmlformats.org/officeDocument/2006/relationships/image" Target="../media/image94.png"/></Relationships>
</file>

<file path=ppt/slides/_rels/slide46.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image" Target="../media/image20.png"/><Relationship Id="rId7" Type="http://schemas.openxmlformats.org/officeDocument/2006/relationships/image" Target="../media/image74.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73.jpg"/><Relationship Id="rId5" Type="http://schemas.openxmlformats.org/officeDocument/2006/relationships/image" Target="../media/image22.png"/><Relationship Id="rId10" Type="http://schemas.openxmlformats.org/officeDocument/2006/relationships/image" Target="../media/image96.svg"/><Relationship Id="rId4" Type="http://schemas.openxmlformats.org/officeDocument/2006/relationships/image" Target="../media/image21.svg"/><Relationship Id="rId9" Type="http://schemas.openxmlformats.org/officeDocument/2006/relationships/image" Target="../media/image94.png"/></Relationships>
</file>

<file path=ppt/slides/_rels/slide47.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image" Target="../media/image20.png"/><Relationship Id="rId7" Type="http://schemas.openxmlformats.org/officeDocument/2006/relationships/image" Target="../media/image74.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73.jpg"/><Relationship Id="rId5" Type="http://schemas.openxmlformats.org/officeDocument/2006/relationships/image" Target="../media/image22.png"/><Relationship Id="rId10" Type="http://schemas.openxmlformats.org/officeDocument/2006/relationships/image" Target="../media/image96.svg"/><Relationship Id="rId4" Type="http://schemas.openxmlformats.org/officeDocument/2006/relationships/image" Target="../media/image21.svg"/><Relationship Id="rId9" Type="http://schemas.openxmlformats.org/officeDocument/2006/relationships/image" Target="../media/image94.png"/></Relationships>
</file>

<file path=ppt/slides/_rels/slide48.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image" Target="../media/image20.png"/><Relationship Id="rId7" Type="http://schemas.openxmlformats.org/officeDocument/2006/relationships/image" Target="../media/image74.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73.jpg"/><Relationship Id="rId5" Type="http://schemas.openxmlformats.org/officeDocument/2006/relationships/image" Target="../media/image22.png"/><Relationship Id="rId10" Type="http://schemas.openxmlformats.org/officeDocument/2006/relationships/image" Target="../media/image96.svg"/><Relationship Id="rId4" Type="http://schemas.openxmlformats.org/officeDocument/2006/relationships/image" Target="../media/image21.svg"/><Relationship Id="rId9" Type="http://schemas.openxmlformats.org/officeDocument/2006/relationships/image" Target="../media/image94.png"/></Relationships>
</file>

<file path=ppt/slides/_rels/slide49.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94.png"/><Relationship Id="rId3" Type="http://schemas.openxmlformats.org/officeDocument/2006/relationships/image" Target="../media/image20.png"/><Relationship Id="rId7" Type="http://schemas.openxmlformats.org/officeDocument/2006/relationships/image" Target="../media/image74.png"/><Relationship Id="rId12" Type="http://schemas.openxmlformats.org/officeDocument/2006/relationships/image" Target="../media/image100.sv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99.png"/><Relationship Id="rId5" Type="http://schemas.openxmlformats.org/officeDocument/2006/relationships/image" Target="../media/image22.png"/><Relationship Id="rId15" Type="http://schemas.openxmlformats.org/officeDocument/2006/relationships/image" Target="../media/image73.jpg"/><Relationship Id="rId10" Type="http://schemas.openxmlformats.org/officeDocument/2006/relationships/image" Target="../media/image98.svg"/><Relationship Id="rId4" Type="http://schemas.openxmlformats.org/officeDocument/2006/relationships/image" Target="../media/image21.svg"/><Relationship Id="rId9" Type="http://schemas.openxmlformats.org/officeDocument/2006/relationships/image" Target="../media/image97.png"/><Relationship Id="rId14" Type="http://schemas.openxmlformats.org/officeDocument/2006/relationships/image" Target="../media/image96.svg"/></Relationships>
</file>

<file path=ppt/slides/_rels/slide50.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102.png"/><Relationship Id="rId18" Type="http://schemas.openxmlformats.org/officeDocument/2006/relationships/image" Target="../media/image107.png"/><Relationship Id="rId3" Type="http://schemas.openxmlformats.org/officeDocument/2006/relationships/image" Target="../media/image20.png"/><Relationship Id="rId21" Type="http://schemas.openxmlformats.org/officeDocument/2006/relationships/image" Target="../media/image62.svg"/><Relationship Id="rId7" Type="http://schemas.openxmlformats.org/officeDocument/2006/relationships/image" Target="../media/image74.png"/><Relationship Id="rId12" Type="http://schemas.openxmlformats.org/officeDocument/2006/relationships/image" Target="../media/image101.png"/><Relationship Id="rId17" Type="http://schemas.openxmlformats.org/officeDocument/2006/relationships/image" Target="../media/image106.svg"/><Relationship Id="rId2" Type="http://schemas.openxmlformats.org/officeDocument/2006/relationships/image" Target="../media/image7.png"/><Relationship Id="rId16" Type="http://schemas.openxmlformats.org/officeDocument/2006/relationships/image" Target="../media/image105.png"/><Relationship Id="rId20" Type="http://schemas.openxmlformats.org/officeDocument/2006/relationships/image" Target="../media/image60.pn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73.jpg"/><Relationship Id="rId5" Type="http://schemas.openxmlformats.org/officeDocument/2006/relationships/image" Target="../media/image22.png"/><Relationship Id="rId15" Type="http://schemas.openxmlformats.org/officeDocument/2006/relationships/image" Target="../media/image104.svg"/><Relationship Id="rId10" Type="http://schemas.openxmlformats.org/officeDocument/2006/relationships/image" Target="../media/image96.svg"/><Relationship Id="rId19" Type="http://schemas.openxmlformats.org/officeDocument/2006/relationships/image" Target="../media/image108.svg"/><Relationship Id="rId4" Type="http://schemas.openxmlformats.org/officeDocument/2006/relationships/image" Target="../media/image21.svg"/><Relationship Id="rId9" Type="http://schemas.openxmlformats.org/officeDocument/2006/relationships/image" Target="../media/image94.png"/><Relationship Id="rId14" Type="http://schemas.openxmlformats.org/officeDocument/2006/relationships/image" Target="../media/image103.png"/></Relationships>
</file>

<file path=ppt/slides/_rels/slide51.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102.png"/><Relationship Id="rId18" Type="http://schemas.openxmlformats.org/officeDocument/2006/relationships/image" Target="../media/image107.png"/><Relationship Id="rId3" Type="http://schemas.openxmlformats.org/officeDocument/2006/relationships/image" Target="../media/image20.png"/><Relationship Id="rId21" Type="http://schemas.openxmlformats.org/officeDocument/2006/relationships/image" Target="../media/image62.svg"/><Relationship Id="rId7" Type="http://schemas.openxmlformats.org/officeDocument/2006/relationships/image" Target="../media/image74.png"/><Relationship Id="rId12" Type="http://schemas.openxmlformats.org/officeDocument/2006/relationships/image" Target="../media/image101.png"/><Relationship Id="rId17" Type="http://schemas.openxmlformats.org/officeDocument/2006/relationships/image" Target="../media/image106.svg"/><Relationship Id="rId2" Type="http://schemas.openxmlformats.org/officeDocument/2006/relationships/image" Target="../media/image7.png"/><Relationship Id="rId16" Type="http://schemas.openxmlformats.org/officeDocument/2006/relationships/image" Target="../media/image105.png"/><Relationship Id="rId20" Type="http://schemas.openxmlformats.org/officeDocument/2006/relationships/image" Target="../media/image60.pn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73.jpg"/><Relationship Id="rId5" Type="http://schemas.openxmlformats.org/officeDocument/2006/relationships/image" Target="../media/image22.png"/><Relationship Id="rId15" Type="http://schemas.openxmlformats.org/officeDocument/2006/relationships/image" Target="../media/image104.svg"/><Relationship Id="rId10" Type="http://schemas.openxmlformats.org/officeDocument/2006/relationships/image" Target="../media/image96.svg"/><Relationship Id="rId19" Type="http://schemas.openxmlformats.org/officeDocument/2006/relationships/image" Target="../media/image108.svg"/><Relationship Id="rId4" Type="http://schemas.openxmlformats.org/officeDocument/2006/relationships/image" Target="../media/image21.svg"/><Relationship Id="rId9" Type="http://schemas.openxmlformats.org/officeDocument/2006/relationships/image" Target="../media/image94.png"/><Relationship Id="rId14" Type="http://schemas.openxmlformats.org/officeDocument/2006/relationships/image" Target="../media/image103.png"/></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73.jp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slides/_rels/slide53.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103.png"/><Relationship Id="rId18" Type="http://schemas.openxmlformats.org/officeDocument/2006/relationships/image" Target="../media/image108.svg"/><Relationship Id="rId3" Type="http://schemas.openxmlformats.org/officeDocument/2006/relationships/image" Target="../media/image20.png"/><Relationship Id="rId7" Type="http://schemas.openxmlformats.org/officeDocument/2006/relationships/image" Target="../media/image74.png"/><Relationship Id="rId12" Type="http://schemas.openxmlformats.org/officeDocument/2006/relationships/image" Target="../media/image101.png"/><Relationship Id="rId17" Type="http://schemas.openxmlformats.org/officeDocument/2006/relationships/image" Target="../media/image107.png"/><Relationship Id="rId2" Type="http://schemas.openxmlformats.org/officeDocument/2006/relationships/image" Target="../media/image7.png"/><Relationship Id="rId16" Type="http://schemas.openxmlformats.org/officeDocument/2006/relationships/image" Target="../media/image106.svg"/><Relationship Id="rId20" Type="http://schemas.openxmlformats.org/officeDocument/2006/relationships/image" Target="../media/image62.sv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73.jpg"/><Relationship Id="rId5" Type="http://schemas.openxmlformats.org/officeDocument/2006/relationships/image" Target="../media/image22.png"/><Relationship Id="rId15" Type="http://schemas.openxmlformats.org/officeDocument/2006/relationships/image" Target="../media/image105.png"/><Relationship Id="rId10" Type="http://schemas.openxmlformats.org/officeDocument/2006/relationships/image" Target="../media/image96.svg"/><Relationship Id="rId19" Type="http://schemas.openxmlformats.org/officeDocument/2006/relationships/image" Target="../media/image60.png"/><Relationship Id="rId4" Type="http://schemas.openxmlformats.org/officeDocument/2006/relationships/image" Target="../media/image21.svg"/><Relationship Id="rId9" Type="http://schemas.openxmlformats.org/officeDocument/2006/relationships/image" Target="../media/image94.png"/><Relationship Id="rId14" Type="http://schemas.openxmlformats.org/officeDocument/2006/relationships/image" Target="../media/image104.svg"/></Relationships>
</file>

<file path=ppt/slides/_rels/slide54.xml.rels><?xml version="1.0" encoding="UTF-8" standalone="yes"?>
<Relationships xmlns="http://schemas.openxmlformats.org/package/2006/relationships"><Relationship Id="rId8" Type="http://schemas.openxmlformats.org/officeDocument/2006/relationships/image" Target="../media/image35.svg"/><Relationship Id="rId13" Type="http://schemas.openxmlformats.org/officeDocument/2006/relationships/image" Target="../media/image40.png"/><Relationship Id="rId18" Type="http://schemas.openxmlformats.org/officeDocument/2006/relationships/image" Target="../media/image45.svg"/><Relationship Id="rId3" Type="http://schemas.openxmlformats.org/officeDocument/2006/relationships/image" Target="../media/image20.png"/><Relationship Id="rId21" Type="http://schemas.openxmlformats.org/officeDocument/2006/relationships/image" Target="../media/image24.png"/><Relationship Id="rId7" Type="http://schemas.openxmlformats.org/officeDocument/2006/relationships/image" Target="../media/image34.png"/><Relationship Id="rId12" Type="http://schemas.openxmlformats.org/officeDocument/2006/relationships/image" Target="../media/image39.svg"/><Relationship Id="rId17" Type="http://schemas.openxmlformats.org/officeDocument/2006/relationships/image" Target="../media/image44.png"/><Relationship Id="rId2" Type="http://schemas.openxmlformats.org/officeDocument/2006/relationships/image" Target="../media/image7.png"/><Relationship Id="rId16" Type="http://schemas.openxmlformats.org/officeDocument/2006/relationships/image" Target="../media/image43.svg"/><Relationship Id="rId20" Type="http://schemas.openxmlformats.org/officeDocument/2006/relationships/image" Target="../media/image110.svg"/><Relationship Id="rId1" Type="http://schemas.openxmlformats.org/officeDocument/2006/relationships/slideLayout" Target="../slideLayouts/slideLayout13.xml"/><Relationship Id="rId6" Type="http://schemas.openxmlformats.org/officeDocument/2006/relationships/image" Target="../media/image23.svg"/><Relationship Id="rId11" Type="http://schemas.openxmlformats.org/officeDocument/2006/relationships/image" Target="../media/image38.png"/><Relationship Id="rId5" Type="http://schemas.openxmlformats.org/officeDocument/2006/relationships/image" Target="../media/image22.png"/><Relationship Id="rId15" Type="http://schemas.openxmlformats.org/officeDocument/2006/relationships/image" Target="../media/image42.png"/><Relationship Id="rId10" Type="http://schemas.openxmlformats.org/officeDocument/2006/relationships/image" Target="../media/image37.svg"/><Relationship Id="rId19" Type="http://schemas.openxmlformats.org/officeDocument/2006/relationships/image" Target="../media/image109.png"/><Relationship Id="rId4" Type="http://schemas.openxmlformats.org/officeDocument/2006/relationships/image" Target="../media/image21.svg"/><Relationship Id="rId9" Type="http://schemas.openxmlformats.org/officeDocument/2006/relationships/image" Target="../media/image36.png"/><Relationship Id="rId14" Type="http://schemas.openxmlformats.org/officeDocument/2006/relationships/image" Target="../media/image41.svg"/><Relationship Id="rId22" Type="http://schemas.openxmlformats.org/officeDocument/2006/relationships/image" Target="../media/image2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F0D1F3-43A7-B2AD-7365-B7CB6C5CB405}"/>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4768717" y="3079018"/>
            <a:ext cx="2654565" cy="699964"/>
          </a:xfrm>
          <a:prstGeom prst="rect">
            <a:avLst/>
          </a:prstGeom>
        </p:spPr>
      </p:pic>
    </p:spTree>
    <p:extLst>
      <p:ext uri="{BB962C8B-B14F-4D97-AF65-F5344CB8AC3E}">
        <p14:creationId xmlns:p14="http://schemas.microsoft.com/office/powerpoint/2010/main" val="4188272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D6A16-B9AC-78C5-E693-00FACE86E11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E151E15-4197-33FA-D5DF-F990560124DE}"/>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4768717" y="3079018"/>
            <a:ext cx="2654565" cy="699964"/>
          </a:xfrm>
          <a:prstGeom prst="rect">
            <a:avLst/>
          </a:prstGeom>
        </p:spPr>
      </p:pic>
      <p:sp>
        <p:nvSpPr>
          <p:cNvPr id="2" name="TextBox 1">
            <a:extLst>
              <a:ext uri="{FF2B5EF4-FFF2-40B4-BE49-F238E27FC236}">
                <a16:creationId xmlns:a16="http://schemas.microsoft.com/office/drawing/2014/main" id="{4F20FDE8-EA2E-4A96-B598-ED8B5DAC2F5F}"/>
              </a:ext>
            </a:extLst>
          </p:cNvPr>
          <p:cNvSpPr txBox="1"/>
          <p:nvPr/>
        </p:nvSpPr>
        <p:spPr>
          <a:xfrm>
            <a:off x="1783555" y="3778982"/>
            <a:ext cx="8624887" cy="646331"/>
          </a:xfrm>
          <a:prstGeom prst="rect">
            <a:avLst/>
          </a:prstGeom>
          <a:noFill/>
        </p:spPr>
        <p:txBody>
          <a:bodyPr wrap="square">
            <a:spAutoFit/>
          </a:bodyPr>
          <a:lstStyle/>
          <a:p>
            <a:pPr algn="ctr"/>
            <a:r>
              <a:rPr lang="en-US" b="1" dirty="0">
                <a:solidFill>
                  <a:schemeClr val="bg1">
                    <a:lumMod val="85000"/>
                  </a:schemeClr>
                </a:solidFill>
              </a:rPr>
              <a:t>Hawksyn is a Decision Assurance Platform for Irreversible Choices.</a:t>
            </a:r>
            <a:br>
              <a:rPr lang="en-US" dirty="0">
                <a:solidFill>
                  <a:schemeClr val="bg1">
                    <a:lumMod val="85000"/>
                  </a:schemeClr>
                </a:solidFill>
              </a:rPr>
            </a:br>
            <a:r>
              <a:rPr lang="en-US" dirty="0">
                <a:solidFill>
                  <a:srgbClr val="EC6404"/>
                </a:solidFill>
              </a:rPr>
              <a:t>It identifies blind spots, challenges assumptions, and forces a verdict.</a:t>
            </a:r>
            <a:endParaRPr lang="en-IN" dirty="0">
              <a:solidFill>
                <a:srgbClr val="EC6404"/>
              </a:solidFill>
            </a:endParaRPr>
          </a:p>
        </p:txBody>
      </p:sp>
    </p:spTree>
    <p:extLst>
      <p:ext uri="{BB962C8B-B14F-4D97-AF65-F5344CB8AC3E}">
        <p14:creationId xmlns:p14="http://schemas.microsoft.com/office/powerpoint/2010/main" val="1105159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F9418-9F1E-2E4F-97BE-D977D72E059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0287948-90A6-2480-CA3E-2D6C5CC57102}"/>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4768717" y="900394"/>
            <a:ext cx="2654565" cy="699964"/>
          </a:xfrm>
          <a:prstGeom prst="rect">
            <a:avLst/>
          </a:prstGeom>
        </p:spPr>
      </p:pic>
      <p:sp>
        <p:nvSpPr>
          <p:cNvPr id="2" name="TextBox 1">
            <a:extLst>
              <a:ext uri="{FF2B5EF4-FFF2-40B4-BE49-F238E27FC236}">
                <a16:creationId xmlns:a16="http://schemas.microsoft.com/office/drawing/2014/main" id="{E6C2BAB3-A498-EE9C-3635-82D18F630404}"/>
              </a:ext>
            </a:extLst>
          </p:cNvPr>
          <p:cNvSpPr txBox="1"/>
          <p:nvPr/>
        </p:nvSpPr>
        <p:spPr>
          <a:xfrm>
            <a:off x="1783555" y="1600358"/>
            <a:ext cx="8624887" cy="646331"/>
          </a:xfrm>
          <a:prstGeom prst="rect">
            <a:avLst/>
          </a:prstGeom>
          <a:noFill/>
        </p:spPr>
        <p:txBody>
          <a:bodyPr wrap="square">
            <a:spAutoFit/>
          </a:bodyPr>
          <a:lstStyle/>
          <a:p>
            <a:pPr algn="ctr"/>
            <a:r>
              <a:rPr lang="en-US" b="1" dirty="0">
                <a:solidFill>
                  <a:schemeClr val="bg1">
                    <a:lumMod val="85000"/>
                  </a:schemeClr>
                </a:solidFill>
              </a:rPr>
              <a:t>Hawksyn is a Decision Assurance Platform for Irreversible Choices.</a:t>
            </a:r>
            <a:br>
              <a:rPr lang="en-US" dirty="0">
                <a:solidFill>
                  <a:schemeClr val="bg1">
                    <a:lumMod val="85000"/>
                  </a:schemeClr>
                </a:solidFill>
              </a:rPr>
            </a:br>
            <a:r>
              <a:rPr lang="en-US" dirty="0">
                <a:solidFill>
                  <a:srgbClr val="EC6404"/>
                </a:solidFill>
              </a:rPr>
              <a:t>It identifies blind spots, challenges assumptions, and forces a verdict.</a:t>
            </a:r>
            <a:endParaRPr lang="en-IN" dirty="0">
              <a:solidFill>
                <a:srgbClr val="EC6404"/>
              </a:solidFill>
            </a:endParaRPr>
          </a:p>
        </p:txBody>
      </p:sp>
      <p:grpSp>
        <p:nvGrpSpPr>
          <p:cNvPr id="37" name="Group 36">
            <a:extLst>
              <a:ext uri="{FF2B5EF4-FFF2-40B4-BE49-F238E27FC236}">
                <a16:creationId xmlns:a16="http://schemas.microsoft.com/office/drawing/2014/main" id="{D8219E04-B381-5CC8-84CD-2ED80321EB46}"/>
              </a:ext>
            </a:extLst>
          </p:cNvPr>
          <p:cNvGrpSpPr/>
          <p:nvPr/>
        </p:nvGrpSpPr>
        <p:grpSpPr>
          <a:xfrm>
            <a:off x="9503567" y="2873637"/>
            <a:ext cx="2059778" cy="2215057"/>
            <a:chOff x="9503567" y="2873637"/>
            <a:chExt cx="2059778" cy="2215057"/>
          </a:xfrm>
        </p:grpSpPr>
        <p:sp>
          <p:nvSpPr>
            <p:cNvPr id="8" name="TextBox 7">
              <a:extLst>
                <a:ext uri="{FF2B5EF4-FFF2-40B4-BE49-F238E27FC236}">
                  <a16:creationId xmlns:a16="http://schemas.microsoft.com/office/drawing/2014/main" id="{3C2A9ECE-3A89-044C-CA21-43B2EC421BDF}"/>
                </a:ext>
              </a:extLst>
            </p:cNvPr>
            <p:cNvSpPr txBox="1"/>
            <p:nvPr/>
          </p:nvSpPr>
          <p:spPr>
            <a:xfrm>
              <a:off x="9775026" y="4259993"/>
              <a:ext cx="1662118" cy="646331"/>
            </a:xfrm>
            <a:prstGeom prst="rect">
              <a:avLst/>
            </a:prstGeom>
            <a:noFill/>
          </p:spPr>
          <p:txBody>
            <a:bodyPr wrap="square">
              <a:spAutoFit/>
            </a:bodyPr>
            <a:lstStyle/>
            <a:p>
              <a:r>
                <a:rPr lang="en-US" sz="1200" dirty="0">
                  <a:solidFill>
                    <a:schemeClr val="bg1">
                      <a:lumMod val="85000"/>
                    </a:schemeClr>
                  </a:solidFill>
                </a:rPr>
                <a:t>Converts your gut feeling into tested conviction.</a:t>
              </a:r>
              <a:endParaRPr lang="en-IN" sz="1200" dirty="0">
                <a:solidFill>
                  <a:srgbClr val="EC6404"/>
                </a:solidFill>
              </a:endParaRPr>
            </a:p>
          </p:txBody>
        </p:sp>
        <p:cxnSp>
          <p:nvCxnSpPr>
            <p:cNvPr id="13" name="Straight Connector 12">
              <a:extLst>
                <a:ext uri="{FF2B5EF4-FFF2-40B4-BE49-F238E27FC236}">
                  <a16:creationId xmlns:a16="http://schemas.microsoft.com/office/drawing/2014/main" id="{C65E3C66-804B-866D-A628-897C61262A04}"/>
                </a:ext>
              </a:extLst>
            </p:cNvPr>
            <p:cNvCxnSpPr>
              <a:cxnSpLocks/>
            </p:cNvCxnSpPr>
            <p:nvPr/>
          </p:nvCxnSpPr>
          <p:spPr>
            <a:xfrm>
              <a:off x="9503567" y="3728714"/>
              <a:ext cx="0" cy="135998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8B38C546-5E8A-A8DC-CE8E-11CB7D91B774}"/>
                </a:ext>
              </a:extLst>
            </p:cNvPr>
            <p:cNvSpPr txBox="1"/>
            <p:nvPr/>
          </p:nvSpPr>
          <p:spPr>
            <a:xfrm>
              <a:off x="9775026" y="3807854"/>
              <a:ext cx="1788319" cy="276999"/>
            </a:xfrm>
            <a:prstGeom prst="rect">
              <a:avLst/>
            </a:prstGeom>
            <a:noFill/>
          </p:spPr>
          <p:txBody>
            <a:bodyPr wrap="square">
              <a:spAutoFit/>
            </a:bodyPr>
            <a:lstStyle/>
            <a:p>
              <a:r>
                <a:rPr lang="en-US" sz="1200" b="1" dirty="0">
                  <a:solidFill>
                    <a:srgbClr val="EC6404"/>
                  </a:solidFill>
                </a:rPr>
                <a:t>Structured Validation</a:t>
              </a:r>
              <a:endParaRPr lang="en-IN" sz="1200" b="1" dirty="0">
                <a:solidFill>
                  <a:srgbClr val="EC6404"/>
                </a:solidFill>
              </a:endParaRPr>
            </a:p>
          </p:txBody>
        </p:sp>
        <p:pic>
          <p:nvPicPr>
            <p:cNvPr id="24" name="Graphic 23" descr="Clipboard Partially Checked outline">
              <a:extLst>
                <a:ext uri="{FF2B5EF4-FFF2-40B4-BE49-F238E27FC236}">
                  <a16:creationId xmlns:a16="http://schemas.microsoft.com/office/drawing/2014/main" id="{BDCE8F95-B7A4-F58A-ADB4-70D4CFE6F2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44147" y="2873637"/>
              <a:ext cx="523875" cy="523875"/>
            </a:xfrm>
            <a:prstGeom prst="rect">
              <a:avLst/>
            </a:prstGeom>
          </p:spPr>
        </p:pic>
      </p:grpSp>
      <p:grpSp>
        <p:nvGrpSpPr>
          <p:cNvPr id="36" name="Group 35">
            <a:extLst>
              <a:ext uri="{FF2B5EF4-FFF2-40B4-BE49-F238E27FC236}">
                <a16:creationId xmlns:a16="http://schemas.microsoft.com/office/drawing/2014/main" id="{CD1783B2-DDDA-EB49-9751-A231031DA2A6}"/>
              </a:ext>
            </a:extLst>
          </p:cNvPr>
          <p:cNvGrpSpPr/>
          <p:nvPr/>
        </p:nvGrpSpPr>
        <p:grpSpPr>
          <a:xfrm>
            <a:off x="7543801" y="2873637"/>
            <a:ext cx="1921665" cy="2215057"/>
            <a:chOff x="7543801" y="2873637"/>
            <a:chExt cx="1921665" cy="2215057"/>
          </a:xfrm>
        </p:grpSpPr>
        <p:sp>
          <p:nvSpPr>
            <p:cNvPr id="7" name="TextBox 6">
              <a:extLst>
                <a:ext uri="{FF2B5EF4-FFF2-40B4-BE49-F238E27FC236}">
                  <a16:creationId xmlns:a16="http://schemas.microsoft.com/office/drawing/2014/main" id="{304D4270-206D-0E65-9349-5F2C95C34CAB}"/>
                </a:ext>
              </a:extLst>
            </p:cNvPr>
            <p:cNvSpPr txBox="1"/>
            <p:nvPr/>
          </p:nvSpPr>
          <p:spPr>
            <a:xfrm>
              <a:off x="7677146" y="4257673"/>
              <a:ext cx="1788320" cy="646331"/>
            </a:xfrm>
            <a:prstGeom prst="rect">
              <a:avLst/>
            </a:prstGeom>
            <a:noFill/>
          </p:spPr>
          <p:txBody>
            <a:bodyPr wrap="square">
              <a:spAutoFit/>
            </a:bodyPr>
            <a:lstStyle/>
            <a:p>
              <a:r>
                <a:rPr lang="en-US" sz="1200" dirty="0">
                  <a:solidFill>
                    <a:schemeClr val="bg1">
                      <a:lumMod val="85000"/>
                    </a:schemeClr>
                  </a:solidFill>
                </a:rPr>
                <a:t>Expose hidden risks before they become irreversible.</a:t>
              </a:r>
              <a:endParaRPr lang="en-IN" sz="1200" dirty="0">
                <a:solidFill>
                  <a:srgbClr val="EC6404"/>
                </a:solidFill>
              </a:endParaRPr>
            </a:p>
          </p:txBody>
        </p:sp>
        <p:cxnSp>
          <p:nvCxnSpPr>
            <p:cNvPr id="12" name="Straight Connector 11">
              <a:extLst>
                <a:ext uri="{FF2B5EF4-FFF2-40B4-BE49-F238E27FC236}">
                  <a16:creationId xmlns:a16="http://schemas.microsoft.com/office/drawing/2014/main" id="{EB27D475-8C9F-B5E1-D2A5-4AB8CCDC9908}"/>
                </a:ext>
              </a:extLst>
            </p:cNvPr>
            <p:cNvCxnSpPr>
              <a:cxnSpLocks/>
            </p:cNvCxnSpPr>
            <p:nvPr/>
          </p:nvCxnSpPr>
          <p:spPr>
            <a:xfrm>
              <a:off x="7543801" y="3728714"/>
              <a:ext cx="0" cy="135998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8307BC05-A5C7-A8B1-D1DF-E746EE502B45}"/>
                </a:ext>
              </a:extLst>
            </p:cNvPr>
            <p:cNvSpPr txBox="1"/>
            <p:nvPr/>
          </p:nvSpPr>
          <p:spPr>
            <a:xfrm>
              <a:off x="7650954" y="3807853"/>
              <a:ext cx="1788319" cy="276999"/>
            </a:xfrm>
            <a:prstGeom prst="rect">
              <a:avLst/>
            </a:prstGeom>
            <a:noFill/>
          </p:spPr>
          <p:txBody>
            <a:bodyPr wrap="square">
              <a:spAutoFit/>
            </a:bodyPr>
            <a:lstStyle/>
            <a:p>
              <a:r>
                <a:rPr lang="en-US" sz="1200" b="1" dirty="0">
                  <a:solidFill>
                    <a:srgbClr val="EC6404"/>
                  </a:solidFill>
                </a:rPr>
                <a:t>Risk Mapping</a:t>
              </a:r>
              <a:endParaRPr lang="en-IN" sz="1200" b="1" dirty="0">
                <a:solidFill>
                  <a:srgbClr val="EC6404"/>
                </a:solidFill>
              </a:endParaRPr>
            </a:p>
          </p:txBody>
        </p:sp>
        <p:pic>
          <p:nvPicPr>
            <p:cNvPr id="26" name="Graphic 25" descr="Drawing compass outline">
              <a:extLst>
                <a:ext uri="{FF2B5EF4-FFF2-40B4-BE49-F238E27FC236}">
                  <a16:creationId xmlns:a16="http://schemas.microsoft.com/office/drawing/2014/main" id="{F5836CA6-F528-3F2D-A9A3-569CD50F991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83175" y="2873637"/>
              <a:ext cx="523875" cy="523875"/>
            </a:xfrm>
            <a:prstGeom prst="rect">
              <a:avLst/>
            </a:prstGeom>
          </p:spPr>
        </p:pic>
      </p:grpSp>
      <p:grpSp>
        <p:nvGrpSpPr>
          <p:cNvPr id="35" name="Group 34">
            <a:extLst>
              <a:ext uri="{FF2B5EF4-FFF2-40B4-BE49-F238E27FC236}">
                <a16:creationId xmlns:a16="http://schemas.microsoft.com/office/drawing/2014/main" id="{4B575CB6-0E90-5832-940C-B18E43E4E71C}"/>
              </a:ext>
            </a:extLst>
          </p:cNvPr>
          <p:cNvGrpSpPr/>
          <p:nvPr/>
        </p:nvGrpSpPr>
        <p:grpSpPr>
          <a:xfrm>
            <a:off x="5419726" y="2873637"/>
            <a:ext cx="1947860" cy="2215057"/>
            <a:chOff x="5419726" y="2873637"/>
            <a:chExt cx="1947860" cy="2215057"/>
          </a:xfrm>
        </p:grpSpPr>
        <p:sp>
          <p:nvSpPr>
            <p:cNvPr id="6" name="TextBox 5">
              <a:extLst>
                <a:ext uri="{FF2B5EF4-FFF2-40B4-BE49-F238E27FC236}">
                  <a16:creationId xmlns:a16="http://schemas.microsoft.com/office/drawing/2014/main" id="{AE2735DE-C8FF-B196-14F1-43B3A70F968E}"/>
                </a:ext>
              </a:extLst>
            </p:cNvPr>
            <p:cNvSpPr txBox="1"/>
            <p:nvPr/>
          </p:nvSpPr>
          <p:spPr>
            <a:xfrm>
              <a:off x="5579266" y="4257673"/>
              <a:ext cx="1788320" cy="830997"/>
            </a:xfrm>
            <a:prstGeom prst="rect">
              <a:avLst/>
            </a:prstGeom>
            <a:noFill/>
          </p:spPr>
          <p:txBody>
            <a:bodyPr wrap="square">
              <a:spAutoFit/>
            </a:bodyPr>
            <a:lstStyle/>
            <a:p>
              <a:r>
                <a:rPr lang="en-US" sz="1200" dirty="0">
                  <a:solidFill>
                    <a:schemeClr val="bg1">
                      <a:lumMod val="85000"/>
                    </a:schemeClr>
                  </a:solidFill>
                </a:rPr>
                <a:t>Pressure-tests your high-stakes decisions to avoid blind spots after it is too late.</a:t>
              </a:r>
              <a:endParaRPr lang="en-IN" sz="1200" dirty="0">
                <a:solidFill>
                  <a:srgbClr val="EC6404"/>
                </a:solidFill>
              </a:endParaRPr>
            </a:p>
          </p:txBody>
        </p:sp>
        <p:cxnSp>
          <p:nvCxnSpPr>
            <p:cNvPr id="11" name="Straight Connector 10">
              <a:extLst>
                <a:ext uri="{FF2B5EF4-FFF2-40B4-BE49-F238E27FC236}">
                  <a16:creationId xmlns:a16="http://schemas.microsoft.com/office/drawing/2014/main" id="{4AF71DB2-24DD-1428-F146-1003DBDC9AC8}"/>
                </a:ext>
              </a:extLst>
            </p:cNvPr>
            <p:cNvCxnSpPr>
              <a:cxnSpLocks/>
            </p:cNvCxnSpPr>
            <p:nvPr/>
          </p:nvCxnSpPr>
          <p:spPr>
            <a:xfrm>
              <a:off x="5419726" y="3728714"/>
              <a:ext cx="0" cy="135998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98498CB7-CA8A-0304-AF3E-C42F9B6038A4}"/>
                </a:ext>
              </a:extLst>
            </p:cNvPr>
            <p:cNvSpPr txBox="1"/>
            <p:nvPr/>
          </p:nvSpPr>
          <p:spPr>
            <a:xfrm>
              <a:off x="5526880" y="3807854"/>
              <a:ext cx="1788319" cy="276999"/>
            </a:xfrm>
            <a:prstGeom prst="rect">
              <a:avLst/>
            </a:prstGeom>
            <a:noFill/>
          </p:spPr>
          <p:txBody>
            <a:bodyPr wrap="square">
              <a:spAutoFit/>
            </a:bodyPr>
            <a:lstStyle/>
            <a:p>
              <a:r>
                <a:rPr lang="en-US" sz="1200" b="1" dirty="0">
                  <a:solidFill>
                    <a:srgbClr val="EC6404"/>
                  </a:solidFill>
                </a:rPr>
                <a:t>Blind-Spot Detection</a:t>
              </a:r>
              <a:endParaRPr lang="en-IN" sz="1200" b="1" dirty="0">
                <a:solidFill>
                  <a:srgbClr val="EC6404"/>
                </a:solidFill>
              </a:endParaRPr>
            </a:p>
          </p:txBody>
        </p:sp>
        <p:pic>
          <p:nvPicPr>
            <p:cNvPr id="28" name="Graphic 27" descr="Qr Code outline">
              <a:extLst>
                <a:ext uri="{FF2B5EF4-FFF2-40B4-BE49-F238E27FC236}">
                  <a16:creationId xmlns:a16="http://schemas.microsoft.com/office/drawing/2014/main" id="{69F5E62F-2725-A365-352B-C003F4571BF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24631" y="2873637"/>
              <a:ext cx="523875" cy="523875"/>
            </a:xfrm>
            <a:prstGeom prst="rect">
              <a:avLst/>
            </a:prstGeom>
          </p:spPr>
        </p:pic>
      </p:grpSp>
      <p:grpSp>
        <p:nvGrpSpPr>
          <p:cNvPr id="34" name="Group 33">
            <a:extLst>
              <a:ext uri="{FF2B5EF4-FFF2-40B4-BE49-F238E27FC236}">
                <a16:creationId xmlns:a16="http://schemas.microsoft.com/office/drawing/2014/main" id="{F6FEADB9-2503-76A5-AC0F-9C8609687962}"/>
              </a:ext>
            </a:extLst>
          </p:cNvPr>
          <p:cNvGrpSpPr/>
          <p:nvPr/>
        </p:nvGrpSpPr>
        <p:grpSpPr>
          <a:xfrm>
            <a:off x="3276601" y="2873638"/>
            <a:ext cx="1993105" cy="2215056"/>
            <a:chOff x="3276601" y="2873638"/>
            <a:chExt cx="1993105" cy="2215056"/>
          </a:xfrm>
        </p:grpSpPr>
        <p:sp>
          <p:nvSpPr>
            <p:cNvPr id="5" name="TextBox 4">
              <a:extLst>
                <a:ext uri="{FF2B5EF4-FFF2-40B4-BE49-F238E27FC236}">
                  <a16:creationId xmlns:a16="http://schemas.microsoft.com/office/drawing/2014/main" id="{565A8DBA-6A36-B20F-A2BE-0A1D6B5D19C2}"/>
                </a:ext>
              </a:extLst>
            </p:cNvPr>
            <p:cNvSpPr txBox="1"/>
            <p:nvPr/>
          </p:nvSpPr>
          <p:spPr>
            <a:xfrm>
              <a:off x="3481386" y="4257673"/>
              <a:ext cx="1788320" cy="646331"/>
            </a:xfrm>
            <a:prstGeom prst="rect">
              <a:avLst/>
            </a:prstGeom>
            <a:noFill/>
          </p:spPr>
          <p:txBody>
            <a:bodyPr wrap="square">
              <a:spAutoFit/>
            </a:bodyPr>
            <a:lstStyle/>
            <a:p>
              <a:r>
                <a:rPr lang="en-US" sz="1200" dirty="0">
                  <a:solidFill>
                    <a:schemeClr val="bg1">
                      <a:lumMod val="85000"/>
                    </a:schemeClr>
                  </a:solidFill>
                </a:rPr>
                <a:t>Before you act, it forces your decision to survive stress.</a:t>
              </a:r>
              <a:endParaRPr lang="en-IN" sz="1200" dirty="0">
                <a:solidFill>
                  <a:srgbClr val="EC6404"/>
                </a:solidFill>
              </a:endParaRPr>
            </a:p>
          </p:txBody>
        </p:sp>
        <p:cxnSp>
          <p:nvCxnSpPr>
            <p:cNvPr id="10" name="Straight Connector 9">
              <a:extLst>
                <a:ext uri="{FF2B5EF4-FFF2-40B4-BE49-F238E27FC236}">
                  <a16:creationId xmlns:a16="http://schemas.microsoft.com/office/drawing/2014/main" id="{77A1B26D-FCE3-ED54-A6C9-7C1C4A5B5053}"/>
                </a:ext>
              </a:extLst>
            </p:cNvPr>
            <p:cNvCxnSpPr>
              <a:cxnSpLocks/>
            </p:cNvCxnSpPr>
            <p:nvPr/>
          </p:nvCxnSpPr>
          <p:spPr>
            <a:xfrm>
              <a:off x="3276601" y="3728714"/>
              <a:ext cx="0" cy="135998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6A51680C-FF49-C89E-3435-DD7A60CD9B4C}"/>
                </a:ext>
              </a:extLst>
            </p:cNvPr>
            <p:cNvSpPr txBox="1"/>
            <p:nvPr/>
          </p:nvSpPr>
          <p:spPr>
            <a:xfrm>
              <a:off x="3402806" y="3807855"/>
              <a:ext cx="1788319" cy="276999"/>
            </a:xfrm>
            <a:prstGeom prst="rect">
              <a:avLst/>
            </a:prstGeom>
            <a:noFill/>
          </p:spPr>
          <p:txBody>
            <a:bodyPr wrap="square">
              <a:spAutoFit/>
            </a:bodyPr>
            <a:lstStyle/>
            <a:p>
              <a:r>
                <a:rPr lang="en-US" sz="1200" b="1" dirty="0">
                  <a:solidFill>
                    <a:srgbClr val="EC6404"/>
                  </a:solidFill>
                </a:rPr>
                <a:t>Assurance Discovery</a:t>
              </a:r>
              <a:endParaRPr lang="en-IN" sz="1200" b="1" dirty="0">
                <a:solidFill>
                  <a:srgbClr val="EC6404"/>
                </a:solidFill>
              </a:endParaRPr>
            </a:p>
          </p:txBody>
        </p:sp>
        <p:pic>
          <p:nvPicPr>
            <p:cNvPr id="30" name="Graphic 29" descr="Binoculars outline">
              <a:extLst>
                <a:ext uri="{FF2B5EF4-FFF2-40B4-BE49-F238E27FC236}">
                  <a16:creationId xmlns:a16="http://schemas.microsoft.com/office/drawing/2014/main" id="{3B6FDE3F-7D79-02D4-CD25-AD7B8F9B7C8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851671" y="2873638"/>
              <a:ext cx="523875" cy="523875"/>
            </a:xfrm>
            <a:prstGeom prst="rect">
              <a:avLst/>
            </a:prstGeom>
          </p:spPr>
        </p:pic>
      </p:grpSp>
      <p:grpSp>
        <p:nvGrpSpPr>
          <p:cNvPr id="33" name="Group 32">
            <a:extLst>
              <a:ext uri="{FF2B5EF4-FFF2-40B4-BE49-F238E27FC236}">
                <a16:creationId xmlns:a16="http://schemas.microsoft.com/office/drawing/2014/main" id="{FE58F0F9-7B7A-73FC-178A-EBB896E6C3FC}"/>
              </a:ext>
            </a:extLst>
          </p:cNvPr>
          <p:cNvGrpSpPr/>
          <p:nvPr/>
        </p:nvGrpSpPr>
        <p:grpSpPr>
          <a:xfrm>
            <a:off x="1383506" y="2873639"/>
            <a:ext cx="1790700" cy="2030367"/>
            <a:chOff x="1383506" y="2873639"/>
            <a:chExt cx="1790700" cy="2030367"/>
          </a:xfrm>
        </p:grpSpPr>
        <p:sp>
          <p:nvSpPr>
            <p:cNvPr id="4" name="TextBox 3">
              <a:extLst>
                <a:ext uri="{FF2B5EF4-FFF2-40B4-BE49-F238E27FC236}">
                  <a16:creationId xmlns:a16="http://schemas.microsoft.com/office/drawing/2014/main" id="{E797F1BD-EE80-F5D4-3C2B-86988983D9DE}"/>
                </a:ext>
              </a:extLst>
            </p:cNvPr>
            <p:cNvSpPr txBox="1"/>
            <p:nvPr/>
          </p:nvSpPr>
          <p:spPr>
            <a:xfrm>
              <a:off x="1383506" y="4257675"/>
              <a:ext cx="1788320" cy="646331"/>
            </a:xfrm>
            <a:prstGeom prst="rect">
              <a:avLst/>
            </a:prstGeom>
            <a:noFill/>
          </p:spPr>
          <p:txBody>
            <a:bodyPr wrap="square">
              <a:spAutoFit/>
            </a:bodyPr>
            <a:lstStyle/>
            <a:p>
              <a:r>
                <a:rPr lang="en-US" sz="1200" dirty="0">
                  <a:solidFill>
                    <a:schemeClr val="bg1">
                      <a:lumMod val="85000"/>
                    </a:schemeClr>
                  </a:solidFill>
                </a:rPr>
                <a:t>Shows you what your brain is hiding before you commit.</a:t>
              </a:r>
              <a:endParaRPr lang="en-IN" sz="1200" dirty="0">
                <a:solidFill>
                  <a:srgbClr val="EC6404"/>
                </a:solidFill>
              </a:endParaRPr>
            </a:p>
          </p:txBody>
        </p:sp>
        <p:sp>
          <p:nvSpPr>
            <p:cNvPr id="14" name="TextBox 13">
              <a:extLst>
                <a:ext uri="{FF2B5EF4-FFF2-40B4-BE49-F238E27FC236}">
                  <a16:creationId xmlns:a16="http://schemas.microsoft.com/office/drawing/2014/main" id="{D428559E-A6C7-78C1-F950-E92E9539C851}"/>
                </a:ext>
              </a:extLst>
            </p:cNvPr>
            <p:cNvSpPr txBox="1"/>
            <p:nvPr/>
          </p:nvSpPr>
          <p:spPr>
            <a:xfrm>
              <a:off x="1385887" y="3807855"/>
              <a:ext cx="1788319" cy="276999"/>
            </a:xfrm>
            <a:prstGeom prst="rect">
              <a:avLst/>
            </a:prstGeom>
            <a:noFill/>
          </p:spPr>
          <p:txBody>
            <a:bodyPr wrap="square">
              <a:spAutoFit/>
            </a:bodyPr>
            <a:lstStyle/>
            <a:p>
              <a:r>
                <a:rPr lang="en-US" sz="1200" b="1" dirty="0">
                  <a:solidFill>
                    <a:srgbClr val="EC6404"/>
                  </a:solidFill>
                </a:rPr>
                <a:t>Decision Mirror</a:t>
              </a:r>
              <a:endParaRPr lang="en-IN" sz="1200" b="1" dirty="0">
                <a:solidFill>
                  <a:srgbClr val="EC6404"/>
                </a:solidFill>
              </a:endParaRPr>
            </a:p>
          </p:txBody>
        </p:sp>
        <p:pic>
          <p:nvPicPr>
            <p:cNvPr id="32" name="Graphic 31" descr="Brain outline">
              <a:extLst>
                <a:ext uri="{FF2B5EF4-FFF2-40B4-BE49-F238E27FC236}">
                  <a16:creationId xmlns:a16="http://schemas.microsoft.com/office/drawing/2014/main" id="{2F42830B-2153-DA12-8A01-33A97F733B8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78711" y="2873639"/>
              <a:ext cx="523875" cy="523875"/>
            </a:xfrm>
            <a:prstGeom prst="rect">
              <a:avLst/>
            </a:prstGeom>
          </p:spPr>
        </p:pic>
      </p:grpSp>
      <p:sp>
        <p:nvSpPr>
          <p:cNvPr id="19" name="TextBox 18">
            <a:extLst>
              <a:ext uri="{FF2B5EF4-FFF2-40B4-BE49-F238E27FC236}">
                <a16:creationId xmlns:a16="http://schemas.microsoft.com/office/drawing/2014/main" id="{B5304FD3-3DC9-43C6-98AC-E1828A97B9DA}"/>
              </a:ext>
            </a:extLst>
          </p:cNvPr>
          <p:cNvSpPr txBox="1"/>
          <p:nvPr/>
        </p:nvSpPr>
        <p:spPr>
          <a:xfrm>
            <a:off x="3061152" y="5957606"/>
            <a:ext cx="6650832" cy="276999"/>
          </a:xfrm>
          <a:prstGeom prst="rect">
            <a:avLst/>
          </a:prstGeom>
          <a:noFill/>
        </p:spPr>
        <p:txBody>
          <a:bodyPr wrap="square">
            <a:spAutoFit/>
          </a:bodyPr>
          <a:lstStyle/>
          <a:p>
            <a:r>
              <a:rPr lang="en-US" sz="1200" b="1" dirty="0">
                <a:solidFill>
                  <a:schemeClr val="bg1">
                    <a:lumMod val="85000"/>
                  </a:schemeClr>
                </a:solidFill>
              </a:rPr>
              <a:t>AI + Validation Marketplace + Expert Network + Matching Engine + Risk Routing System</a:t>
            </a:r>
            <a:endParaRPr lang="en-IN" sz="1200" b="1" dirty="0">
              <a:solidFill>
                <a:schemeClr val="bg1">
                  <a:lumMod val="85000"/>
                </a:schemeClr>
              </a:solidFill>
            </a:endParaRPr>
          </a:p>
        </p:txBody>
      </p:sp>
    </p:spTree>
    <p:extLst>
      <p:ext uri="{BB962C8B-B14F-4D97-AF65-F5344CB8AC3E}">
        <p14:creationId xmlns:p14="http://schemas.microsoft.com/office/powerpoint/2010/main" val="3747509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randombar(horizont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randombar(horizontal)">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randombar(horizontal)">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randombar(horizontal)">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randombar(horizontal)">
                                      <p:cBhvr>
                                        <p:cTn id="2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a:extLst>
              <a:ext uri="{FF2B5EF4-FFF2-40B4-BE49-F238E27FC236}">
                <a16:creationId xmlns:a16="http://schemas.microsoft.com/office/drawing/2014/main" id="{BEC64544-D193-C1E0-2DB9-1D74FC1A1032}"/>
              </a:ext>
            </a:extLst>
          </p:cNvPr>
          <p:cNvSpPr txBox="1"/>
          <p:nvPr/>
        </p:nvSpPr>
        <p:spPr>
          <a:xfrm>
            <a:off x="184211" y="341589"/>
            <a:ext cx="2487476" cy="369332"/>
          </a:xfrm>
          <a:prstGeom prst="rect">
            <a:avLst/>
          </a:prstGeom>
          <a:noFill/>
        </p:spPr>
        <p:txBody>
          <a:bodyPr wrap="none" rtlCol="0">
            <a:spAutoFit/>
          </a:bodyPr>
          <a:lstStyle/>
          <a:p>
            <a:r>
              <a:rPr lang="en-US" b="1" dirty="0">
                <a:solidFill>
                  <a:schemeClr val="bg1">
                    <a:lumMod val="85000"/>
                  </a:schemeClr>
                </a:solidFill>
              </a:rPr>
              <a:t>How Hawksyn Works?</a:t>
            </a:r>
            <a:endParaRPr lang="en-IN" b="1" dirty="0">
              <a:solidFill>
                <a:schemeClr val="bg1">
                  <a:lumMod val="85000"/>
                </a:schemeClr>
              </a:solidFill>
            </a:endParaRPr>
          </a:p>
        </p:txBody>
      </p:sp>
      <p:sp>
        <p:nvSpPr>
          <p:cNvPr id="111" name="TextBox 110">
            <a:extLst>
              <a:ext uri="{FF2B5EF4-FFF2-40B4-BE49-F238E27FC236}">
                <a16:creationId xmlns:a16="http://schemas.microsoft.com/office/drawing/2014/main" id="{8A75B086-4E6A-81ED-7860-CC8EE7127E55}"/>
              </a:ext>
            </a:extLst>
          </p:cNvPr>
          <p:cNvSpPr txBox="1"/>
          <p:nvPr/>
        </p:nvSpPr>
        <p:spPr>
          <a:xfrm>
            <a:off x="184211" y="710921"/>
            <a:ext cx="3692236" cy="253916"/>
          </a:xfrm>
          <a:prstGeom prst="rect">
            <a:avLst/>
          </a:prstGeom>
          <a:noFill/>
        </p:spPr>
        <p:txBody>
          <a:bodyPr wrap="square" rtlCol="0">
            <a:spAutoFit/>
          </a:bodyPr>
          <a:lstStyle/>
          <a:p>
            <a:r>
              <a:rPr lang="en-US" sz="1050" b="1" dirty="0">
                <a:solidFill>
                  <a:srgbClr val="EC6404"/>
                </a:solidFill>
              </a:rPr>
              <a:t>The Core Concept </a:t>
            </a:r>
            <a:r>
              <a:rPr lang="en-US" sz="1050" b="1" dirty="0">
                <a:solidFill>
                  <a:srgbClr val="EC6404"/>
                </a:solidFill>
                <a:sym typeface="Wingdings" panose="05000000000000000000" pitchFamily="2" charset="2"/>
              </a:rPr>
              <a:t> Decision Moment Playbook</a:t>
            </a:r>
            <a:endParaRPr lang="en-IN" sz="1050" b="1" dirty="0">
              <a:solidFill>
                <a:srgbClr val="EC6404"/>
              </a:solidFill>
            </a:endParaRPr>
          </a:p>
        </p:txBody>
      </p:sp>
      <p:sp>
        <p:nvSpPr>
          <p:cNvPr id="126" name="Rectangle: Rounded Corners 125">
            <a:extLst>
              <a:ext uri="{FF2B5EF4-FFF2-40B4-BE49-F238E27FC236}">
                <a16:creationId xmlns:a16="http://schemas.microsoft.com/office/drawing/2014/main" id="{71AAF4D8-989D-9385-1B33-9111AA702769}"/>
              </a:ext>
            </a:extLst>
          </p:cNvPr>
          <p:cNvSpPr/>
          <p:nvPr/>
        </p:nvSpPr>
        <p:spPr>
          <a:xfrm>
            <a:off x="898013" y="2554140"/>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User Select Moment + Intent</a:t>
            </a:r>
            <a:endParaRPr lang="en-IN" sz="1100" dirty="0">
              <a:solidFill>
                <a:schemeClr val="bg1">
                  <a:lumMod val="75000"/>
                </a:schemeClr>
              </a:solidFill>
            </a:endParaRPr>
          </a:p>
        </p:txBody>
      </p:sp>
      <p:sp>
        <p:nvSpPr>
          <p:cNvPr id="127" name="Rectangle: Rounded Corners 126">
            <a:extLst>
              <a:ext uri="{FF2B5EF4-FFF2-40B4-BE49-F238E27FC236}">
                <a16:creationId xmlns:a16="http://schemas.microsoft.com/office/drawing/2014/main" id="{525F8B68-D2E0-3AD2-469A-97AC7A894D35}"/>
              </a:ext>
            </a:extLst>
          </p:cNvPr>
          <p:cNvSpPr/>
          <p:nvPr/>
        </p:nvSpPr>
        <p:spPr>
          <a:xfrm>
            <a:off x="898012" y="3232963"/>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User Agrees To Terms &amp; Conditions</a:t>
            </a:r>
            <a:endParaRPr lang="en-IN" sz="1100" dirty="0">
              <a:solidFill>
                <a:schemeClr val="bg1">
                  <a:lumMod val="75000"/>
                </a:schemeClr>
              </a:solidFill>
            </a:endParaRPr>
          </a:p>
        </p:txBody>
      </p:sp>
      <p:sp>
        <p:nvSpPr>
          <p:cNvPr id="128" name="Rectangle: Rounded Corners 127">
            <a:extLst>
              <a:ext uri="{FF2B5EF4-FFF2-40B4-BE49-F238E27FC236}">
                <a16:creationId xmlns:a16="http://schemas.microsoft.com/office/drawing/2014/main" id="{08A7EBE4-E2D9-365B-224D-56DFC5A11ED8}"/>
              </a:ext>
            </a:extLst>
          </p:cNvPr>
          <p:cNvSpPr/>
          <p:nvPr/>
        </p:nvSpPr>
        <p:spPr>
          <a:xfrm>
            <a:off x="3876447" y="5699402"/>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Ask User To Review Data</a:t>
            </a:r>
            <a:endParaRPr lang="en-IN" sz="1100" dirty="0">
              <a:solidFill>
                <a:schemeClr val="bg1">
                  <a:lumMod val="75000"/>
                </a:schemeClr>
              </a:solidFill>
            </a:endParaRPr>
          </a:p>
        </p:txBody>
      </p:sp>
      <p:sp>
        <p:nvSpPr>
          <p:cNvPr id="129" name="Rectangle: Rounded Corners 128">
            <a:extLst>
              <a:ext uri="{FF2B5EF4-FFF2-40B4-BE49-F238E27FC236}">
                <a16:creationId xmlns:a16="http://schemas.microsoft.com/office/drawing/2014/main" id="{63CE110D-0CB7-7FDC-4787-41E49C6D2790}"/>
              </a:ext>
            </a:extLst>
          </p:cNvPr>
          <p:cNvSpPr/>
          <p:nvPr/>
        </p:nvSpPr>
        <p:spPr>
          <a:xfrm>
            <a:off x="5009053" y="1989066"/>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Fetch Evaluation Library</a:t>
            </a:r>
            <a:endParaRPr lang="en-IN" sz="1100" dirty="0">
              <a:solidFill>
                <a:schemeClr val="bg1">
                  <a:lumMod val="75000"/>
                </a:schemeClr>
              </a:solidFill>
            </a:endParaRPr>
          </a:p>
        </p:txBody>
      </p:sp>
      <p:cxnSp>
        <p:nvCxnSpPr>
          <p:cNvPr id="131" name="Straight Arrow Connector 130">
            <a:extLst>
              <a:ext uri="{FF2B5EF4-FFF2-40B4-BE49-F238E27FC236}">
                <a16:creationId xmlns:a16="http://schemas.microsoft.com/office/drawing/2014/main" id="{1D432382-A64B-F768-A0B5-732E30E7E237}"/>
              </a:ext>
            </a:extLst>
          </p:cNvPr>
          <p:cNvCxnSpPr>
            <a:cxnSpLocks/>
            <a:stCxn id="126" idx="2"/>
            <a:endCxn id="127" idx="0"/>
          </p:cNvCxnSpPr>
          <p:nvPr/>
        </p:nvCxnSpPr>
        <p:spPr>
          <a:xfrm flipH="1">
            <a:off x="1633570" y="2968043"/>
            <a:ext cx="1" cy="264920"/>
          </a:xfrm>
          <a:prstGeom prst="straightConnector1">
            <a:avLst/>
          </a:prstGeom>
          <a:ln w="31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36" name="Straight Arrow Connector 135">
            <a:extLst>
              <a:ext uri="{FF2B5EF4-FFF2-40B4-BE49-F238E27FC236}">
                <a16:creationId xmlns:a16="http://schemas.microsoft.com/office/drawing/2014/main" id="{ACE81520-2989-6023-9612-D72A6BCB4CEF}"/>
              </a:ext>
            </a:extLst>
          </p:cNvPr>
          <p:cNvCxnSpPr>
            <a:cxnSpLocks/>
            <a:stCxn id="128" idx="0"/>
            <a:endCxn id="49" idx="2"/>
          </p:cNvCxnSpPr>
          <p:nvPr/>
        </p:nvCxnSpPr>
        <p:spPr>
          <a:xfrm flipH="1" flipV="1">
            <a:off x="4612003" y="5358326"/>
            <a:ext cx="2" cy="341076"/>
          </a:xfrm>
          <a:prstGeom prst="straightConnector1">
            <a:avLst/>
          </a:prstGeom>
          <a:ln w="31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41" name="TextBox 140">
            <a:extLst>
              <a:ext uri="{FF2B5EF4-FFF2-40B4-BE49-F238E27FC236}">
                <a16:creationId xmlns:a16="http://schemas.microsoft.com/office/drawing/2014/main" id="{371521D2-E12D-A99D-CC00-1BB14A769AE8}"/>
              </a:ext>
            </a:extLst>
          </p:cNvPr>
          <p:cNvSpPr txBox="1"/>
          <p:nvPr/>
        </p:nvSpPr>
        <p:spPr>
          <a:xfrm>
            <a:off x="2171374" y="4969399"/>
            <a:ext cx="395506" cy="253916"/>
          </a:xfrm>
          <a:prstGeom prst="rect">
            <a:avLst/>
          </a:prstGeom>
          <a:noFill/>
        </p:spPr>
        <p:txBody>
          <a:bodyPr wrap="square" rtlCol="0">
            <a:spAutoFit/>
          </a:bodyPr>
          <a:lstStyle/>
          <a:p>
            <a:r>
              <a:rPr lang="en-US" sz="1050" dirty="0">
                <a:solidFill>
                  <a:srgbClr val="EC6404"/>
                </a:solidFill>
              </a:rPr>
              <a:t>Yes</a:t>
            </a:r>
            <a:endParaRPr lang="en-IN" sz="1050" dirty="0">
              <a:solidFill>
                <a:srgbClr val="EC6404"/>
              </a:solidFill>
            </a:endParaRPr>
          </a:p>
        </p:txBody>
      </p:sp>
      <p:sp>
        <p:nvSpPr>
          <p:cNvPr id="5" name="Rectangle: Rounded Corners 4">
            <a:extLst>
              <a:ext uri="{FF2B5EF4-FFF2-40B4-BE49-F238E27FC236}">
                <a16:creationId xmlns:a16="http://schemas.microsoft.com/office/drawing/2014/main" id="{F57028E5-12DC-4A1A-D7AD-2E639F09A9BA}"/>
              </a:ext>
            </a:extLst>
          </p:cNvPr>
          <p:cNvSpPr/>
          <p:nvPr/>
        </p:nvSpPr>
        <p:spPr>
          <a:xfrm>
            <a:off x="898012" y="3934166"/>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Payment</a:t>
            </a:r>
            <a:endParaRPr lang="en-IN" sz="1100" dirty="0">
              <a:solidFill>
                <a:schemeClr val="bg1">
                  <a:lumMod val="75000"/>
                </a:schemeClr>
              </a:solidFill>
            </a:endParaRPr>
          </a:p>
        </p:txBody>
      </p:sp>
      <p:sp>
        <p:nvSpPr>
          <p:cNvPr id="6" name="Rectangle: Rounded Corners 5">
            <a:extLst>
              <a:ext uri="{FF2B5EF4-FFF2-40B4-BE49-F238E27FC236}">
                <a16:creationId xmlns:a16="http://schemas.microsoft.com/office/drawing/2014/main" id="{E5956E29-3DAC-B0D2-89E4-43B87B7A0C6A}"/>
              </a:ext>
            </a:extLst>
          </p:cNvPr>
          <p:cNvSpPr/>
          <p:nvPr/>
        </p:nvSpPr>
        <p:spPr>
          <a:xfrm>
            <a:off x="900544" y="1208430"/>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User Login</a:t>
            </a:r>
            <a:endParaRPr lang="en-IN" sz="1100" dirty="0">
              <a:solidFill>
                <a:schemeClr val="bg1">
                  <a:lumMod val="75000"/>
                </a:schemeClr>
              </a:solidFill>
            </a:endParaRPr>
          </a:p>
        </p:txBody>
      </p:sp>
      <p:sp>
        <p:nvSpPr>
          <p:cNvPr id="7" name="Rectangle: Rounded Corners 6">
            <a:extLst>
              <a:ext uri="{FF2B5EF4-FFF2-40B4-BE49-F238E27FC236}">
                <a16:creationId xmlns:a16="http://schemas.microsoft.com/office/drawing/2014/main" id="{7E298366-7789-6BCB-5311-7F91CB15DBB8}"/>
              </a:ext>
            </a:extLst>
          </p:cNvPr>
          <p:cNvSpPr/>
          <p:nvPr/>
        </p:nvSpPr>
        <p:spPr>
          <a:xfrm>
            <a:off x="900543" y="1857518"/>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Upload CV</a:t>
            </a:r>
            <a:endParaRPr lang="en-IN" sz="1100" dirty="0">
              <a:solidFill>
                <a:schemeClr val="bg1">
                  <a:lumMod val="75000"/>
                </a:schemeClr>
              </a:solidFill>
            </a:endParaRPr>
          </a:p>
        </p:txBody>
      </p:sp>
      <p:sp>
        <p:nvSpPr>
          <p:cNvPr id="8" name="Rectangle: Rounded Corners 7">
            <a:extLst>
              <a:ext uri="{FF2B5EF4-FFF2-40B4-BE49-F238E27FC236}">
                <a16:creationId xmlns:a16="http://schemas.microsoft.com/office/drawing/2014/main" id="{4E6FA436-71F9-0D80-F69E-56C065AC2696}"/>
              </a:ext>
            </a:extLst>
          </p:cNvPr>
          <p:cNvSpPr/>
          <p:nvPr/>
        </p:nvSpPr>
        <p:spPr>
          <a:xfrm>
            <a:off x="2852769" y="2564105"/>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Normalize CV By Gemini LLM</a:t>
            </a:r>
            <a:endParaRPr lang="en-IN" sz="1100" dirty="0">
              <a:solidFill>
                <a:schemeClr val="bg1">
                  <a:lumMod val="75000"/>
                </a:schemeClr>
              </a:solidFill>
            </a:endParaRPr>
          </a:p>
        </p:txBody>
      </p:sp>
      <p:sp>
        <p:nvSpPr>
          <p:cNvPr id="9" name="Flowchart: Decision 8">
            <a:extLst>
              <a:ext uri="{FF2B5EF4-FFF2-40B4-BE49-F238E27FC236}">
                <a16:creationId xmlns:a16="http://schemas.microsoft.com/office/drawing/2014/main" id="{3C40ED3A-4317-39F7-CC1B-371718A502FB}"/>
              </a:ext>
            </a:extLst>
          </p:cNvPr>
          <p:cNvSpPr/>
          <p:nvPr/>
        </p:nvSpPr>
        <p:spPr>
          <a:xfrm>
            <a:off x="978942" y="4646622"/>
            <a:ext cx="1309254" cy="1153387"/>
          </a:xfrm>
          <a:prstGeom prst="flowChartDecision">
            <a:avLst/>
          </a:prstGeom>
          <a:solidFill>
            <a:schemeClr val="tx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Re-Upload CV?</a:t>
            </a:r>
            <a:endParaRPr lang="en-IN" sz="1000" dirty="0">
              <a:solidFill>
                <a:schemeClr val="bg1"/>
              </a:solidFill>
            </a:endParaRPr>
          </a:p>
        </p:txBody>
      </p:sp>
      <p:cxnSp>
        <p:nvCxnSpPr>
          <p:cNvPr id="10" name="Straight Arrow Connector 9">
            <a:extLst>
              <a:ext uri="{FF2B5EF4-FFF2-40B4-BE49-F238E27FC236}">
                <a16:creationId xmlns:a16="http://schemas.microsoft.com/office/drawing/2014/main" id="{673E40FD-AB16-F30C-92B4-1A02D59EC40D}"/>
              </a:ext>
            </a:extLst>
          </p:cNvPr>
          <p:cNvCxnSpPr>
            <a:cxnSpLocks/>
            <a:stCxn id="6" idx="2"/>
            <a:endCxn id="7" idx="0"/>
          </p:cNvCxnSpPr>
          <p:nvPr/>
        </p:nvCxnSpPr>
        <p:spPr>
          <a:xfrm flipH="1">
            <a:off x="1636101" y="1622333"/>
            <a:ext cx="1" cy="235185"/>
          </a:xfrm>
          <a:prstGeom prst="straightConnector1">
            <a:avLst/>
          </a:prstGeom>
          <a:ln w="31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63D62902-7718-539F-9E04-24EED1CD93C4}"/>
              </a:ext>
            </a:extLst>
          </p:cNvPr>
          <p:cNvCxnSpPr>
            <a:cxnSpLocks/>
            <a:stCxn id="7" idx="2"/>
            <a:endCxn id="126" idx="0"/>
          </p:cNvCxnSpPr>
          <p:nvPr/>
        </p:nvCxnSpPr>
        <p:spPr>
          <a:xfrm flipH="1">
            <a:off x="1633571" y="2271421"/>
            <a:ext cx="2530" cy="282719"/>
          </a:xfrm>
          <a:prstGeom prst="straightConnector1">
            <a:avLst/>
          </a:prstGeom>
          <a:ln w="31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DAC43023-7F8E-F6CC-534C-19870A5DB1FE}"/>
              </a:ext>
            </a:extLst>
          </p:cNvPr>
          <p:cNvCxnSpPr>
            <a:cxnSpLocks/>
            <a:stCxn id="127" idx="2"/>
            <a:endCxn id="5" idx="0"/>
          </p:cNvCxnSpPr>
          <p:nvPr/>
        </p:nvCxnSpPr>
        <p:spPr>
          <a:xfrm>
            <a:off x="1633570" y="3646866"/>
            <a:ext cx="0" cy="287300"/>
          </a:xfrm>
          <a:prstGeom prst="straightConnector1">
            <a:avLst/>
          </a:prstGeom>
          <a:ln w="31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B1C25431-ADE2-ADF6-DA96-8956E1801A5F}"/>
              </a:ext>
            </a:extLst>
          </p:cNvPr>
          <p:cNvCxnSpPr>
            <a:cxnSpLocks/>
            <a:stCxn id="5" idx="2"/>
            <a:endCxn id="9" idx="0"/>
          </p:cNvCxnSpPr>
          <p:nvPr/>
        </p:nvCxnSpPr>
        <p:spPr>
          <a:xfrm flipH="1">
            <a:off x="1633569" y="4348069"/>
            <a:ext cx="1" cy="298553"/>
          </a:xfrm>
          <a:prstGeom prst="straightConnector1">
            <a:avLst/>
          </a:prstGeom>
          <a:ln w="31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DBED684F-E368-19FF-4F68-0F6D72404DD8}"/>
              </a:ext>
            </a:extLst>
          </p:cNvPr>
          <p:cNvSpPr/>
          <p:nvPr/>
        </p:nvSpPr>
        <p:spPr>
          <a:xfrm>
            <a:off x="5009055" y="1208430"/>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Collect Non-CV Data From User</a:t>
            </a:r>
            <a:endParaRPr lang="en-IN" sz="1100" dirty="0">
              <a:solidFill>
                <a:schemeClr val="bg1">
                  <a:lumMod val="75000"/>
                </a:schemeClr>
              </a:solidFill>
            </a:endParaRPr>
          </a:p>
        </p:txBody>
      </p:sp>
      <p:cxnSp>
        <p:nvCxnSpPr>
          <p:cNvPr id="25" name="Straight Arrow Connector 24">
            <a:extLst>
              <a:ext uri="{FF2B5EF4-FFF2-40B4-BE49-F238E27FC236}">
                <a16:creationId xmlns:a16="http://schemas.microsoft.com/office/drawing/2014/main" id="{0FBCFC8A-EB1C-54A7-510E-DE4310FF953A}"/>
              </a:ext>
            </a:extLst>
          </p:cNvPr>
          <p:cNvCxnSpPr>
            <a:cxnSpLocks/>
            <a:stCxn id="8" idx="2"/>
            <a:endCxn id="28" idx="0"/>
          </p:cNvCxnSpPr>
          <p:nvPr/>
        </p:nvCxnSpPr>
        <p:spPr>
          <a:xfrm flipH="1">
            <a:off x="3588326" y="2978008"/>
            <a:ext cx="1" cy="265003"/>
          </a:xfrm>
          <a:prstGeom prst="straightConnector1">
            <a:avLst/>
          </a:prstGeom>
          <a:ln w="31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B2634E6C-354A-3347-A055-9C61D9C483DE}"/>
              </a:ext>
            </a:extLst>
          </p:cNvPr>
          <p:cNvSpPr/>
          <p:nvPr/>
        </p:nvSpPr>
        <p:spPr>
          <a:xfrm>
            <a:off x="2852768" y="3243011"/>
            <a:ext cx="1471115" cy="413903"/>
          </a:xfrm>
          <a:prstGeom prst="roundRect">
            <a:avLst>
              <a:gd name="adj" fmla="val 3309"/>
            </a:avLst>
          </a:prstGeom>
          <a:solidFill>
            <a:srgbClr val="0D0D0D"/>
          </a:solidFill>
          <a:ln w="190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Store CV Data</a:t>
            </a:r>
            <a:endParaRPr lang="en-IN" sz="1100" dirty="0">
              <a:solidFill>
                <a:schemeClr val="bg1">
                  <a:lumMod val="75000"/>
                </a:schemeClr>
              </a:solidFill>
            </a:endParaRPr>
          </a:p>
        </p:txBody>
      </p:sp>
      <p:cxnSp>
        <p:nvCxnSpPr>
          <p:cNvPr id="30" name="Connector: Elbow 29">
            <a:extLst>
              <a:ext uri="{FF2B5EF4-FFF2-40B4-BE49-F238E27FC236}">
                <a16:creationId xmlns:a16="http://schemas.microsoft.com/office/drawing/2014/main" id="{5DDDA761-6147-9FD9-DB68-EB09386A064A}"/>
              </a:ext>
            </a:extLst>
          </p:cNvPr>
          <p:cNvCxnSpPr>
            <a:cxnSpLocks/>
            <a:stCxn id="9" idx="3"/>
            <a:endCxn id="8" idx="1"/>
          </p:cNvCxnSpPr>
          <p:nvPr/>
        </p:nvCxnSpPr>
        <p:spPr>
          <a:xfrm flipV="1">
            <a:off x="2288196" y="2771057"/>
            <a:ext cx="564573" cy="2452259"/>
          </a:xfrm>
          <a:prstGeom prst="bentConnector3">
            <a:avLst/>
          </a:prstGeom>
          <a:ln w="1905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Elbow 30">
            <a:extLst>
              <a:ext uri="{FF2B5EF4-FFF2-40B4-BE49-F238E27FC236}">
                <a16:creationId xmlns:a16="http://schemas.microsoft.com/office/drawing/2014/main" id="{FAEA8253-65D3-9FA5-7061-2C4EB7031681}"/>
              </a:ext>
            </a:extLst>
          </p:cNvPr>
          <p:cNvCxnSpPr>
            <a:cxnSpLocks/>
            <a:stCxn id="7" idx="3"/>
            <a:endCxn id="8" idx="0"/>
          </p:cNvCxnSpPr>
          <p:nvPr/>
        </p:nvCxnSpPr>
        <p:spPr>
          <a:xfrm>
            <a:off x="2371658" y="2064470"/>
            <a:ext cx="1216669" cy="499635"/>
          </a:xfrm>
          <a:prstGeom prst="bentConnector2">
            <a:avLst/>
          </a:prstGeom>
          <a:ln w="1905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Elbow 38">
            <a:extLst>
              <a:ext uri="{FF2B5EF4-FFF2-40B4-BE49-F238E27FC236}">
                <a16:creationId xmlns:a16="http://schemas.microsoft.com/office/drawing/2014/main" id="{C0C9D923-1AF3-EBD2-767A-AD557670B9B9}"/>
              </a:ext>
            </a:extLst>
          </p:cNvPr>
          <p:cNvCxnSpPr>
            <a:cxnSpLocks/>
            <a:stCxn id="28" idx="2"/>
            <a:endCxn id="128" idx="1"/>
          </p:cNvCxnSpPr>
          <p:nvPr/>
        </p:nvCxnSpPr>
        <p:spPr>
          <a:xfrm rot="16200000" flipH="1">
            <a:off x="2607666" y="4637573"/>
            <a:ext cx="2249440" cy="288121"/>
          </a:xfrm>
          <a:prstGeom prst="bentConnector2">
            <a:avLst/>
          </a:prstGeom>
          <a:ln w="19050">
            <a:solidFill>
              <a:schemeClr val="tx1">
                <a:lumMod val="50000"/>
                <a:lumOff val="50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106C16F1-341F-9518-F646-AC159151CB87}"/>
              </a:ext>
            </a:extLst>
          </p:cNvPr>
          <p:cNvCxnSpPr>
            <a:cxnSpLocks/>
            <a:stCxn id="9" idx="2"/>
            <a:endCxn id="128" idx="1"/>
          </p:cNvCxnSpPr>
          <p:nvPr/>
        </p:nvCxnSpPr>
        <p:spPr>
          <a:xfrm rot="16200000" flipH="1">
            <a:off x="2701836" y="4731742"/>
            <a:ext cx="106345" cy="2242878"/>
          </a:xfrm>
          <a:prstGeom prst="bentConnector2">
            <a:avLst/>
          </a:prstGeom>
          <a:ln w="1905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9" name="Flowchart: Decision 48">
            <a:extLst>
              <a:ext uri="{FF2B5EF4-FFF2-40B4-BE49-F238E27FC236}">
                <a16:creationId xmlns:a16="http://schemas.microsoft.com/office/drawing/2014/main" id="{2226DE04-A1AF-7947-A68E-72DD7890F25F}"/>
              </a:ext>
            </a:extLst>
          </p:cNvPr>
          <p:cNvSpPr/>
          <p:nvPr/>
        </p:nvSpPr>
        <p:spPr>
          <a:xfrm>
            <a:off x="3957376" y="4204939"/>
            <a:ext cx="1309254" cy="1153387"/>
          </a:xfrm>
          <a:prstGeom prst="flowChartDecision">
            <a:avLst/>
          </a:prstGeom>
          <a:solidFill>
            <a:schemeClr val="tx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User Edit Data?</a:t>
            </a:r>
            <a:endParaRPr lang="en-IN" sz="1000" dirty="0">
              <a:solidFill>
                <a:schemeClr val="bg1"/>
              </a:solidFill>
            </a:endParaRPr>
          </a:p>
        </p:txBody>
      </p:sp>
      <p:cxnSp>
        <p:nvCxnSpPr>
          <p:cNvPr id="52" name="Connector: Elbow 51">
            <a:extLst>
              <a:ext uri="{FF2B5EF4-FFF2-40B4-BE49-F238E27FC236}">
                <a16:creationId xmlns:a16="http://schemas.microsoft.com/office/drawing/2014/main" id="{3E1763A2-D9D8-536E-068F-2319849A89B5}"/>
              </a:ext>
            </a:extLst>
          </p:cNvPr>
          <p:cNvCxnSpPr>
            <a:cxnSpLocks/>
            <a:stCxn id="49" idx="0"/>
            <a:endCxn id="28" idx="3"/>
          </p:cNvCxnSpPr>
          <p:nvPr/>
        </p:nvCxnSpPr>
        <p:spPr>
          <a:xfrm rot="16200000" flipV="1">
            <a:off x="4090455" y="3683391"/>
            <a:ext cx="754976" cy="288120"/>
          </a:xfrm>
          <a:prstGeom prst="bentConnector2">
            <a:avLst/>
          </a:prstGeom>
          <a:ln w="1905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0BB9F203-C040-4600-61C1-8337BA2EDC95}"/>
              </a:ext>
            </a:extLst>
          </p:cNvPr>
          <p:cNvCxnSpPr>
            <a:cxnSpLocks/>
            <a:stCxn id="28" idx="3"/>
            <a:endCxn id="24" idx="1"/>
          </p:cNvCxnSpPr>
          <p:nvPr/>
        </p:nvCxnSpPr>
        <p:spPr>
          <a:xfrm flipV="1">
            <a:off x="4323883" y="1415382"/>
            <a:ext cx="685172" cy="2034581"/>
          </a:xfrm>
          <a:prstGeom prst="bentConnector3">
            <a:avLst>
              <a:gd name="adj1" fmla="val 65924"/>
            </a:avLst>
          </a:prstGeom>
          <a:ln w="19050">
            <a:solidFill>
              <a:schemeClr val="tx1">
                <a:lumMod val="50000"/>
                <a:lumOff val="50000"/>
              </a:schemeClr>
            </a:solidFill>
            <a:prstDash val="solid"/>
            <a:tailEnd type="triangle"/>
          </a:ln>
        </p:spPr>
        <p:style>
          <a:lnRef idx="2">
            <a:schemeClr val="accent1"/>
          </a:lnRef>
          <a:fillRef idx="0">
            <a:schemeClr val="accent1"/>
          </a:fillRef>
          <a:effectRef idx="1">
            <a:schemeClr val="accent1"/>
          </a:effectRef>
          <a:fontRef idx="minor">
            <a:schemeClr val="tx1"/>
          </a:fontRef>
        </p:style>
      </p:cxnSp>
      <p:grpSp>
        <p:nvGrpSpPr>
          <p:cNvPr id="64" name="Group 63">
            <a:extLst>
              <a:ext uri="{FF2B5EF4-FFF2-40B4-BE49-F238E27FC236}">
                <a16:creationId xmlns:a16="http://schemas.microsoft.com/office/drawing/2014/main" id="{A24314C1-6ECF-EF17-D935-69E7DCA8B113}"/>
              </a:ext>
            </a:extLst>
          </p:cNvPr>
          <p:cNvGrpSpPr/>
          <p:nvPr/>
        </p:nvGrpSpPr>
        <p:grpSpPr>
          <a:xfrm>
            <a:off x="6328646" y="2564105"/>
            <a:ext cx="1471115" cy="2659210"/>
            <a:chOff x="6328646" y="2564105"/>
            <a:chExt cx="1471115" cy="2659210"/>
          </a:xfrm>
        </p:grpSpPr>
        <p:sp>
          <p:nvSpPr>
            <p:cNvPr id="63" name="Rectangle: Rounded Corners 62">
              <a:extLst>
                <a:ext uri="{FF2B5EF4-FFF2-40B4-BE49-F238E27FC236}">
                  <a16:creationId xmlns:a16="http://schemas.microsoft.com/office/drawing/2014/main" id="{3842B472-1059-EB99-63CA-353F4EBF2A77}"/>
                </a:ext>
              </a:extLst>
            </p:cNvPr>
            <p:cNvSpPr/>
            <p:nvPr/>
          </p:nvSpPr>
          <p:spPr>
            <a:xfrm>
              <a:off x="6328646" y="2564105"/>
              <a:ext cx="1471115" cy="2659210"/>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100" dirty="0">
                  <a:solidFill>
                    <a:schemeClr val="bg1">
                      <a:lumMod val="75000"/>
                    </a:schemeClr>
                  </a:solidFill>
                </a:rPr>
                <a:t>Evaluation Process</a:t>
              </a:r>
              <a:endParaRPr lang="en-IN" sz="1100" dirty="0">
                <a:solidFill>
                  <a:schemeClr val="bg1">
                    <a:lumMod val="75000"/>
                  </a:schemeClr>
                </a:solidFill>
              </a:endParaRPr>
            </a:p>
          </p:txBody>
        </p:sp>
        <p:sp>
          <p:nvSpPr>
            <p:cNvPr id="59" name="Rectangle: Rounded Corners 58">
              <a:extLst>
                <a:ext uri="{FF2B5EF4-FFF2-40B4-BE49-F238E27FC236}">
                  <a16:creationId xmlns:a16="http://schemas.microsoft.com/office/drawing/2014/main" id="{E112345C-7415-C659-2F8B-864A307AE8D0}"/>
                </a:ext>
              </a:extLst>
            </p:cNvPr>
            <p:cNvSpPr/>
            <p:nvPr/>
          </p:nvSpPr>
          <p:spPr>
            <a:xfrm>
              <a:off x="6511571" y="2943833"/>
              <a:ext cx="1105270"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Constraint Scoring</a:t>
              </a:r>
              <a:endParaRPr lang="en-IN" sz="1100" dirty="0">
                <a:solidFill>
                  <a:schemeClr val="bg1">
                    <a:lumMod val="75000"/>
                  </a:schemeClr>
                </a:solidFill>
              </a:endParaRPr>
            </a:p>
          </p:txBody>
        </p:sp>
        <p:sp>
          <p:nvSpPr>
            <p:cNvPr id="60" name="Rectangle: Rounded Corners 59">
              <a:extLst>
                <a:ext uri="{FF2B5EF4-FFF2-40B4-BE49-F238E27FC236}">
                  <a16:creationId xmlns:a16="http://schemas.microsoft.com/office/drawing/2014/main" id="{5620301C-9196-E199-3481-1654E8E9594A}"/>
                </a:ext>
              </a:extLst>
            </p:cNvPr>
            <p:cNvSpPr/>
            <p:nvPr/>
          </p:nvSpPr>
          <p:spPr>
            <a:xfrm>
              <a:off x="6511570" y="3491858"/>
              <a:ext cx="1105270"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Contradiction Check</a:t>
              </a:r>
              <a:endParaRPr lang="en-IN" sz="1100" dirty="0">
                <a:solidFill>
                  <a:schemeClr val="bg1">
                    <a:lumMod val="75000"/>
                  </a:schemeClr>
                </a:solidFill>
              </a:endParaRPr>
            </a:p>
          </p:txBody>
        </p:sp>
        <p:sp>
          <p:nvSpPr>
            <p:cNvPr id="61" name="Rectangle: Rounded Corners 60">
              <a:extLst>
                <a:ext uri="{FF2B5EF4-FFF2-40B4-BE49-F238E27FC236}">
                  <a16:creationId xmlns:a16="http://schemas.microsoft.com/office/drawing/2014/main" id="{EA7CCB06-C0C8-FA8E-4C3F-7604219E967E}"/>
                </a:ext>
              </a:extLst>
            </p:cNvPr>
            <p:cNvSpPr/>
            <p:nvPr/>
          </p:nvSpPr>
          <p:spPr>
            <a:xfrm>
              <a:off x="6511570" y="4030584"/>
              <a:ext cx="1105270"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Apply Penalties</a:t>
              </a:r>
              <a:endParaRPr lang="en-IN" sz="1100" dirty="0">
                <a:solidFill>
                  <a:schemeClr val="bg1">
                    <a:lumMod val="75000"/>
                  </a:schemeClr>
                </a:solidFill>
              </a:endParaRPr>
            </a:p>
          </p:txBody>
        </p:sp>
        <p:sp>
          <p:nvSpPr>
            <p:cNvPr id="62" name="Rectangle: Rounded Corners 61">
              <a:extLst>
                <a:ext uri="{FF2B5EF4-FFF2-40B4-BE49-F238E27FC236}">
                  <a16:creationId xmlns:a16="http://schemas.microsoft.com/office/drawing/2014/main" id="{7C42C989-33D1-87D3-7057-DBA7BA528CD9}"/>
                </a:ext>
              </a:extLst>
            </p:cNvPr>
            <p:cNvSpPr/>
            <p:nvPr/>
          </p:nvSpPr>
          <p:spPr>
            <a:xfrm>
              <a:off x="6511569" y="4618235"/>
              <a:ext cx="1105270"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Warning Mapping</a:t>
              </a:r>
              <a:endParaRPr lang="en-IN" sz="1100" dirty="0">
                <a:solidFill>
                  <a:schemeClr val="bg1">
                    <a:lumMod val="75000"/>
                  </a:schemeClr>
                </a:solidFill>
              </a:endParaRPr>
            </a:p>
          </p:txBody>
        </p:sp>
      </p:grpSp>
      <p:cxnSp>
        <p:nvCxnSpPr>
          <p:cNvPr id="65" name="Connector: Elbow 64">
            <a:extLst>
              <a:ext uri="{FF2B5EF4-FFF2-40B4-BE49-F238E27FC236}">
                <a16:creationId xmlns:a16="http://schemas.microsoft.com/office/drawing/2014/main" id="{B4DF71C4-919C-8F10-B1B2-EE23AF34CA89}"/>
              </a:ext>
            </a:extLst>
          </p:cNvPr>
          <p:cNvCxnSpPr>
            <a:cxnSpLocks/>
            <a:stCxn id="129" idx="2"/>
            <a:endCxn id="63" idx="1"/>
          </p:cNvCxnSpPr>
          <p:nvPr/>
        </p:nvCxnSpPr>
        <p:spPr>
          <a:xfrm rot="16200000" flipH="1">
            <a:off x="5291258" y="2856321"/>
            <a:ext cx="1490741" cy="584035"/>
          </a:xfrm>
          <a:prstGeom prst="bentConnector2">
            <a:avLst/>
          </a:prstGeom>
          <a:ln w="19050">
            <a:solidFill>
              <a:schemeClr val="tx1">
                <a:lumMod val="50000"/>
                <a:lumOff val="50000"/>
              </a:schemeClr>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D69388B3-CF1B-6BB3-1EF5-335E99A92558}"/>
              </a:ext>
            </a:extLst>
          </p:cNvPr>
          <p:cNvCxnSpPr>
            <a:cxnSpLocks/>
            <a:stCxn id="24" idx="2"/>
            <a:endCxn id="129" idx="0"/>
          </p:cNvCxnSpPr>
          <p:nvPr/>
        </p:nvCxnSpPr>
        <p:spPr>
          <a:xfrm flipH="1">
            <a:off x="5744611" y="1622333"/>
            <a:ext cx="2" cy="366733"/>
          </a:xfrm>
          <a:prstGeom prst="straightConnector1">
            <a:avLst/>
          </a:prstGeom>
          <a:ln w="19050">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C8B0C5C8-CD62-3D97-12BA-26C990631743}"/>
              </a:ext>
            </a:extLst>
          </p:cNvPr>
          <p:cNvSpPr txBox="1"/>
          <p:nvPr/>
        </p:nvSpPr>
        <p:spPr>
          <a:xfrm>
            <a:off x="1767798" y="5649570"/>
            <a:ext cx="395506" cy="253916"/>
          </a:xfrm>
          <a:prstGeom prst="rect">
            <a:avLst/>
          </a:prstGeom>
          <a:noFill/>
        </p:spPr>
        <p:txBody>
          <a:bodyPr wrap="square" rtlCol="0">
            <a:spAutoFit/>
          </a:bodyPr>
          <a:lstStyle/>
          <a:p>
            <a:r>
              <a:rPr lang="en-US" sz="1050" dirty="0">
                <a:solidFill>
                  <a:srgbClr val="EC6404"/>
                </a:solidFill>
              </a:rPr>
              <a:t>No</a:t>
            </a:r>
            <a:endParaRPr lang="en-IN" sz="1050" dirty="0">
              <a:solidFill>
                <a:srgbClr val="EC6404"/>
              </a:solidFill>
            </a:endParaRPr>
          </a:p>
        </p:txBody>
      </p:sp>
      <p:sp>
        <p:nvSpPr>
          <p:cNvPr id="74" name="Rectangle: Rounded Corners 73">
            <a:extLst>
              <a:ext uri="{FF2B5EF4-FFF2-40B4-BE49-F238E27FC236}">
                <a16:creationId xmlns:a16="http://schemas.microsoft.com/office/drawing/2014/main" id="{086F53B6-7084-DB8D-7763-21C54B3320D0}"/>
              </a:ext>
            </a:extLst>
          </p:cNvPr>
          <p:cNvSpPr/>
          <p:nvPr/>
        </p:nvSpPr>
        <p:spPr>
          <a:xfrm>
            <a:off x="6328646" y="5426396"/>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Store Scores</a:t>
            </a:r>
            <a:endParaRPr lang="en-IN" sz="1100" dirty="0">
              <a:solidFill>
                <a:schemeClr val="bg1">
                  <a:lumMod val="75000"/>
                </a:schemeClr>
              </a:solidFill>
            </a:endParaRPr>
          </a:p>
        </p:txBody>
      </p:sp>
      <p:cxnSp>
        <p:nvCxnSpPr>
          <p:cNvPr id="75" name="Straight Arrow Connector 74">
            <a:extLst>
              <a:ext uri="{FF2B5EF4-FFF2-40B4-BE49-F238E27FC236}">
                <a16:creationId xmlns:a16="http://schemas.microsoft.com/office/drawing/2014/main" id="{7AE30823-4304-AE1B-5EE8-FA99D82FFAF3}"/>
              </a:ext>
            </a:extLst>
          </p:cNvPr>
          <p:cNvCxnSpPr>
            <a:cxnSpLocks/>
            <a:stCxn id="63" idx="2"/>
            <a:endCxn id="74" idx="0"/>
          </p:cNvCxnSpPr>
          <p:nvPr/>
        </p:nvCxnSpPr>
        <p:spPr>
          <a:xfrm>
            <a:off x="7064204" y="5223315"/>
            <a:ext cx="0" cy="203081"/>
          </a:xfrm>
          <a:prstGeom prst="straightConnector1">
            <a:avLst/>
          </a:prstGeom>
          <a:ln w="31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8" name="Rectangle: Rounded Corners 77">
            <a:extLst>
              <a:ext uri="{FF2B5EF4-FFF2-40B4-BE49-F238E27FC236}">
                <a16:creationId xmlns:a16="http://schemas.microsoft.com/office/drawing/2014/main" id="{9269BF7B-4276-16FE-25C3-0EFF1D410B96}"/>
              </a:ext>
            </a:extLst>
          </p:cNvPr>
          <p:cNvSpPr/>
          <p:nvPr/>
        </p:nvSpPr>
        <p:spPr>
          <a:xfrm>
            <a:off x="6328646" y="6069911"/>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Collect External Signal (Open AI)</a:t>
            </a:r>
            <a:endParaRPr lang="en-IN" sz="1100" dirty="0">
              <a:solidFill>
                <a:schemeClr val="bg1">
                  <a:lumMod val="75000"/>
                </a:schemeClr>
              </a:solidFill>
            </a:endParaRPr>
          </a:p>
        </p:txBody>
      </p:sp>
      <p:cxnSp>
        <p:nvCxnSpPr>
          <p:cNvPr id="79" name="Straight Arrow Connector 78">
            <a:extLst>
              <a:ext uri="{FF2B5EF4-FFF2-40B4-BE49-F238E27FC236}">
                <a16:creationId xmlns:a16="http://schemas.microsoft.com/office/drawing/2014/main" id="{A1BEEF5C-9FD4-DDFB-28F6-5134A49A863A}"/>
              </a:ext>
            </a:extLst>
          </p:cNvPr>
          <p:cNvCxnSpPr>
            <a:cxnSpLocks/>
            <a:stCxn id="74" idx="2"/>
            <a:endCxn id="78" idx="0"/>
          </p:cNvCxnSpPr>
          <p:nvPr/>
        </p:nvCxnSpPr>
        <p:spPr>
          <a:xfrm>
            <a:off x="7064204" y="5840299"/>
            <a:ext cx="0" cy="229612"/>
          </a:xfrm>
          <a:prstGeom prst="straightConnector1">
            <a:avLst/>
          </a:prstGeom>
          <a:ln w="31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3" name="Rectangle: Rounded Corners 82">
            <a:extLst>
              <a:ext uri="{FF2B5EF4-FFF2-40B4-BE49-F238E27FC236}">
                <a16:creationId xmlns:a16="http://schemas.microsoft.com/office/drawing/2014/main" id="{10B2948F-E1FB-D619-F3FF-E27A88B8FC02}"/>
              </a:ext>
            </a:extLst>
          </p:cNvPr>
          <p:cNvSpPr/>
          <p:nvPr/>
        </p:nvSpPr>
        <p:spPr>
          <a:xfrm>
            <a:off x="8282482" y="1208430"/>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Build Case</a:t>
            </a:r>
            <a:endParaRPr lang="en-IN" sz="1100" dirty="0">
              <a:solidFill>
                <a:schemeClr val="bg1">
                  <a:lumMod val="75000"/>
                </a:schemeClr>
              </a:solidFill>
            </a:endParaRPr>
          </a:p>
        </p:txBody>
      </p:sp>
      <p:cxnSp>
        <p:nvCxnSpPr>
          <p:cNvPr id="84" name="Connector: Elbow 83">
            <a:extLst>
              <a:ext uri="{FF2B5EF4-FFF2-40B4-BE49-F238E27FC236}">
                <a16:creationId xmlns:a16="http://schemas.microsoft.com/office/drawing/2014/main" id="{5270AF6B-4864-73E0-A3AB-FDC6442F2443}"/>
              </a:ext>
            </a:extLst>
          </p:cNvPr>
          <p:cNvCxnSpPr>
            <a:cxnSpLocks/>
            <a:stCxn id="78" idx="3"/>
            <a:endCxn id="83" idx="1"/>
          </p:cNvCxnSpPr>
          <p:nvPr/>
        </p:nvCxnSpPr>
        <p:spPr>
          <a:xfrm flipV="1">
            <a:off x="7799761" y="1415382"/>
            <a:ext cx="482721" cy="4861481"/>
          </a:xfrm>
          <a:prstGeom prst="bentConnector3">
            <a:avLst>
              <a:gd name="adj1" fmla="val 50000"/>
            </a:avLst>
          </a:prstGeom>
          <a:ln w="19050">
            <a:solidFill>
              <a:schemeClr val="tx1">
                <a:lumMod val="50000"/>
                <a:lumOff val="50000"/>
              </a:schemeClr>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88" name="Rectangle: Rounded Corners 87">
            <a:extLst>
              <a:ext uri="{FF2B5EF4-FFF2-40B4-BE49-F238E27FC236}">
                <a16:creationId xmlns:a16="http://schemas.microsoft.com/office/drawing/2014/main" id="{E2FC6F86-67CF-357C-02C8-E7ECACB2EA5C}"/>
              </a:ext>
            </a:extLst>
          </p:cNvPr>
          <p:cNvSpPr/>
          <p:nvPr/>
        </p:nvSpPr>
        <p:spPr>
          <a:xfrm>
            <a:off x="8282482" y="1900384"/>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Load Report Specification</a:t>
            </a:r>
            <a:endParaRPr lang="en-IN" sz="1100" dirty="0">
              <a:solidFill>
                <a:schemeClr val="bg1">
                  <a:lumMod val="75000"/>
                </a:schemeClr>
              </a:solidFill>
            </a:endParaRPr>
          </a:p>
        </p:txBody>
      </p:sp>
      <p:sp>
        <p:nvSpPr>
          <p:cNvPr id="89" name="Rectangle: Rounded Corners 88">
            <a:extLst>
              <a:ext uri="{FF2B5EF4-FFF2-40B4-BE49-F238E27FC236}">
                <a16:creationId xmlns:a16="http://schemas.microsoft.com/office/drawing/2014/main" id="{8960BF1B-8E5B-3BC4-7312-DAB44CE9F7B6}"/>
              </a:ext>
            </a:extLst>
          </p:cNvPr>
          <p:cNvSpPr/>
          <p:nvPr/>
        </p:nvSpPr>
        <p:spPr>
          <a:xfrm>
            <a:off x="8282482" y="2592338"/>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Select Required AEU From Case File</a:t>
            </a:r>
            <a:endParaRPr lang="en-IN" sz="1100" dirty="0">
              <a:solidFill>
                <a:schemeClr val="bg1">
                  <a:lumMod val="75000"/>
                </a:schemeClr>
              </a:solidFill>
            </a:endParaRPr>
          </a:p>
        </p:txBody>
      </p:sp>
      <p:sp>
        <p:nvSpPr>
          <p:cNvPr id="90" name="Rectangle: Rounded Corners 89">
            <a:extLst>
              <a:ext uri="{FF2B5EF4-FFF2-40B4-BE49-F238E27FC236}">
                <a16:creationId xmlns:a16="http://schemas.microsoft.com/office/drawing/2014/main" id="{0FA46F7C-7172-0001-F994-9F5CC73FAE93}"/>
              </a:ext>
            </a:extLst>
          </p:cNvPr>
          <p:cNvSpPr/>
          <p:nvPr/>
        </p:nvSpPr>
        <p:spPr>
          <a:xfrm>
            <a:off x="8282480" y="3277528"/>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Activate Pre-Defined Prompt</a:t>
            </a:r>
            <a:endParaRPr lang="en-IN" sz="1100" dirty="0">
              <a:solidFill>
                <a:schemeClr val="bg1">
                  <a:lumMod val="75000"/>
                </a:schemeClr>
              </a:solidFill>
            </a:endParaRPr>
          </a:p>
        </p:txBody>
      </p:sp>
      <p:sp>
        <p:nvSpPr>
          <p:cNvPr id="91" name="Rectangle: Rounded Corners 90">
            <a:extLst>
              <a:ext uri="{FF2B5EF4-FFF2-40B4-BE49-F238E27FC236}">
                <a16:creationId xmlns:a16="http://schemas.microsoft.com/office/drawing/2014/main" id="{38699F32-390F-0BB6-093C-5E61799F3D6D}"/>
              </a:ext>
            </a:extLst>
          </p:cNvPr>
          <p:cNvSpPr/>
          <p:nvPr/>
        </p:nvSpPr>
        <p:spPr>
          <a:xfrm>
            <a:off x="8282480" y="3970968"/>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Attach Guardrails</a:t>
            </a:r>
            <a:endParaRPr lang="en-IN" sz="1100" dirty="0">
              <a:solidFill>
                <a:schemeClr val="bg1">
                  <a:lumMod val="75000"/>
                </a:schemeClr>
              </a:solidFill>
            </a:endParaRPr>
          </a:p>
        </p:txBody>
      </p:sp>
      <p:sp>
        <p:nvSpPr>
          <p:cNvPr id="92" name="Rectangle: Rounded Corners 91">
            <a:extLst>
              <a:ext uri="{FF2B5EF4-FFF2-40B4-BE49-F238E27FC236}">
                <a16:creationId xmlns:a16="http://schemas.microsoft.com/office/drawing/2014/main" id="{4109457B-0A57-3CA6-9013-E8B7BA5A2AD3}"/>
              </a:ext>
            </a:extLst>
          </p:cNvPr>
          <p:cNvSpPr/>
          <p:nvPr/>
        </p:nvSpPr>
        <p:spPr>
          <a:xfrm>
            <a:off x="8282479" y="4631972"/>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Fetch LLM Specification</a:t>
            </a:r>
            <a:endParaRPr lang="en-IN" sz="1100" dirty="0">
              <a:solidFill>
                <a:schemeClr val="bg1">
                  <a:lumMod val="75000"/>
                </a:schemeClr>
              </a:solidFill>
            </a:endParaRPr>
          </a:p>
        </p:txBody>
      </p:sp>
      <p:sp>
        <p:nvSpPr>
          <p:cNvPr id="93" name="Rectangle: Rounded Corners 92">
            <a:extLst>
              <a:ext uri="{FF2B5EF4-FFF2-40B4-BE49-F238E27FC236}">
                <a16:creationId xmlns:a16="http://schemas.microsoft.com/office/drawing/2014/main" id="{2968DBAA-8093-6A19-7090-6B3A5D25385A}"/>
              </a:ext>
            </a:extLst>
          </p:cNvPr>
          <p:cNvSpPr/>
          <p:nvPr/>
        </p:nvSpPr>
        <p:spPr>
          <a:xfrm>
            <a:off x="8282479" y="5358326"/>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Fire Prompt</a:t>
            </a:r>
            <a:endParaRPr lang="en-IN" sz="1100" dirty="0">
              <a:solidFill>
                <a:schemeClr val="bg1">
                  <a:lumMod val="75000"/>
                </a:schemeClr>
              </a:solidFill>
            </a:endParaRPr>
          </a:p>
        </p:txBody>
      </p:sp>
      <p:cxnSp>
        <p:nvCxnSpPr>
          <p:cNvPr id="94" name="Straight Arrow Connector 93">
            <a:extLst>
              <a:ext uri="{FF2B5EF4-FFF2-40B4-BE49-F238E27FC236}">
                <a16:creationId xmlns:a16="http://schemas.microsoft.com/office/drawing/2014/main" id="{07D7AAED-12DA-64E9-F22A-2CAD1A507B6B}"/>
              </a:ext>
            </a:extLst>
          </p:cNvPr>
          <p:cNvCxnSpPr>
            <a:cxnSpLocks/>
            <a:stCxn id="83" idx="2"/>
            <a:endCxn id="88" idx="0"/>
          </p:cNvCxnSpPr>
          <p:nvPr/>
        </p:nvCxnSpPr>
        <p:spPr>
          <a:xfrm>
            <a:off x="9018040" y="1622333"/>
            <a:ext cx="0" cy="278051"/>
          </a:xfrm>
          <a:prstGeom prst="straightConnector1">
            <a:avLst/>
          </a:prstGeom>
          <a:ln w="31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7" name="Straight Arrow Connector 96">
            <a:extLst>
              <a:ext uri="{FF2B5EF4-FFF2-40B4-BE49-F238E27FC236}">
                <a16:creationId xmlns:a16="http://schemas.microsoft.com/office/drawing/2014/main" id="{63BBE7DE-709D-0E83-D2DE-441F8E59FEF4}"/>
              </a:ext>
            </a:extLst>
          </p:cNvPr>
          <p:cNvCxnSpPr>
            <a:cxnSpLocks/>
            <a:stCxn id="88" idx="2"/>
            <a:endCxn id="89" idx="0"/>
          </p:cNvCxnSpPr>
          <p:nvPr/>
        </p:nvCxnSpPr>
        <p:spPr>
          <a:xfrm>
            <a:off x="9018040" y="2314287"/>
            <a:ext cx="0" cy="278051"/>
          </a:xfrm>
          <a:prstGeom prst="straightConnector1">
            <a:avLst/>
          </a:prstGeom>
          <a:ln w="31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2CF59CB2-92C7-869B-0946-62D7877F105E}"/>
              </a:ext>
            </a:extLst>
          </p:cNvPr>
          <p:cNvCxnSpPr>
            <a:cxnSpLocks/>
            <a:stCxn id="89" idx="2"/>
            <a:endCxn id="90" idx="0"/>
          </p:cNvCxnSpPr>
          <p:nvPr/>
        </p:nvCxnSpPr>
        <p:spPr>
          <a:xfrm flipH="1">
            <a:off x="9018038" y="3006241"/>
            <a:ext cx="2" cy="271287"/>
          </a:xfrm>
          <a:prstGeom prst="straightConnector1">
            <a:avLst/>
          </a:prstGeom>
          <a:ln w="31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3" name="Straight Arrow Connector 102">
            <a:extLst>
              <a:ext uri="{FF2B5EF4-FFF2-40B4-BE49-F238E27FC236}">
                <a16:creationId xmlns:a16="http://schemas.microsoft.com/office/drawing/2014/main" id="{C5431CBC-FA1F-7E19-A6D8-34A78A40C42B}"/>
              </a:ext>
            </a:extLst>
          </p:cNvPr>
          <p:cNvCxnSpPr>
            <a:cxnSpLocks/>
            <a:stCxn id="90" idx="2"/>
            <a:endCxn id="91" idx="0"/>
          </p:cNvCxnSpPr>
          <p:nvPr/>
        </p:nvCxnSpPr>
        <p:spPr>
          <a:xfrm>
            <a:off x="9018038" y="3691431"/>
            <a:ext cx="0" cy="279537"/>
          </a:xfrm>
          <a:prstGeom prst="straightConnector1">
            <a:avLst/>
          </a:prstGeom>
          <a:ln w="31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105">
            <a:extLst>
              <a:ext uri="{FF2B5EF4-FFF2-40B4-BE49-F238E27FC236}">
                <a16:creationId xmlns:a16="http://schemas.microsoft.com/office/drawing/2014/main" id="{CCFDB02F-A639-AD93-DF45-E023C4FAB9DB}"/>
              </a:ext>
            </a:extLst>
          </p:cNvPr>
          <p:cNvCxnSpPr>
            <a:cxnSpLocks/>
            <a:stCxn id="91" idx="2"/>
            <a:endCxn id="92" idx="0"/>
          </p:cNvCxnSpPr>
          <p:nvPr/>
        </p:nvCxnSpPr>
        <p:spPr>
          <a:xfrm flipH="1">
            <a:off x="9018037" y="4384871"/>
            <a:ext cx="1" cy="247101"/>
          </a:xfrm>
          <a:prstGeom prst="straightConnector1">
            <a:avLst/>
          </a:prstGeom>
          <a:ln w="31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9" name="Straight Arrow Connector 108">
            <a:extLst>
              <a:ext uri="{FF2B5EF4-FFF2-40B4-BE49-F238E27FC236}">
                <a16:creationId xmlns:a16="http://schemas.microsoft.com/office/drawing/2014/main" id="{B3D5B496-F3C8-1429-5CC1-7932F692446E}"/>
              </a:ext>
            </a:extLst>
          </p:cNvPr>
          <p:cNvCxnSpPr>
            <a:cxnSpLocks/>
            <a:stCxn id="92" idx="2"/>
            <a:endCxn id="93" idx="0"/>
          </p:cNvCxnSpPr>
          <p:nvPr/>
        </p:nvCxnSpPr>
        <p:spPr>
          <a:xfrm>
            <a:off x="9018037" y="5045875"/>
            <a:ext cx="0" cy="312451"/>
          </a:xfrm>
          <a:prstGeom prst="straightConnector1">
            <a:avLst/>
          </a:prstGeom>
          <a:ln w="31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3" name="Rectangle: Rounded Corners 112">
            <a:extLst>
              <a:ext uri="{FF2B5EF4-FFF2-40B4-BE49-F238E27FC236}">
                <a16:creationId xmlns:a16="http://schemas.microsoft.com/office/drawing/2014/main" id="{49580EA4-B113-7EB9-46B9-F7797A1AC3F8}"/>
              </a:ext>
            </a:extLst>
          </p:cNvPr>
          <p:cNvSpPr/>
          <p:nvPr/>
        </p:nvSpPr>
        <p:spPr>
          <a:xfrm>
            <a:off x="8282479" y="6067979"/>
            <a:ext cx="1471115" cy="41390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Collect &amp; Store Output</a:t>
            </a:r>
            <a:endParaRPr lang="en-IN" sz="1100" dirty="0">
              <a:solidFill>
                <a:schemeClr val="bg1">
                  <a:lumMod val="75000"/>
                </a:schemeClr>
              </a:solidFill>
            </a:endParaRPr>
          </a:p>
        </p:txBody>
      </p:sp>
      <p:cxnSp>
        <p:nvCxnSpPr>
          <p:cNvPr id="114" name="Straight Arrow Connector 113">
            <a:extLst>
              <a:ext uri="{FF2B5EF4-FFF2-40B4-BE49-F238E27FC236}">
                <a16:creationId xmlns:a16="http://schemas.microsoft.com/office/drawing/2014/main" id="{85529B1B-7677-0E82-E48C-500C24847609}"/>
              </a:ext>
            </a:extLst>
          </p:cNvPr>
          <p:cNvCxnSpPr>
            <a:cxnSpLocks/>
            <a:stCxn id="93" idx="2"/>
            <a:endCxn id="113" idx="0"/>
          </p:cNvCxnSpPr>
          <p:nvPr/>
        </p:nvCxnSpPr>
        <p:spPr>
          <a:xfrm>
            <a:off x="9018037" y="5772229"/>
            <a:ext cx="0" cy="295750"/>
          </a:xfrm>
          <a:prstGeom prst="straightConnector1">
            <a:avLst/>
          </a:prstGeom>
          <a:ln w="31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9" name="Flowchart: Decision 118">
            <a:extLst>
              <a:ext uri="{FF2B5EF4-FFF2-40B4-BE49-F238E27FC236}">
                <a16:creationId xmlns:a16="http://schemas.microsoft.com/office/drawing/2014/main" id="{297DF3D0-8768-36B9-D8FB-45C51F954077}"/>
              </a:ext>
            </a:extLst>
          </p:cNvPr>
          <p:cNvSpPr/>
          <p:nvPr/>
        </p:nvSpPr>
        <p:spPr>
          <a:xfrm>
            <a:off x="9903803" y="2885123"/>
            <a:ext cx="1309254" cy="1153387"/>
          </a:xfrm>
          <a:prstGeom prst="flowChartDecision">
            <a:avLst/>
          </a:prstGeom>
          <a:solidFill>
            <a:schemeClr val="tx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All Section Built?</a:t>
            </a:r>
            <a:endParaRPr lang="en-IN" sz="1000" dirty="0">
              <a:solidFill>
                <a:schemeClr val="bg1"/>
              </a:solidFill>
            </a:endParaRPr>
          </a:p>
        </p:txBody>
      </p:sp>
      <p:cxnSp>
        <p:nvCxnSpPr>
          <p:cNvPr id="120" name="Connector: Elbow 119">
            <a:extLst>
              <a:ext uri="{FF2B5EF4-FFF2-40B4-BE49-F238E27FC236}">
                <a16:creationId xmlns:a16="http://schemas.microsoft.com/office/drawing/2014/main" id="{FD1C247C-EE20-C61C-4FA6-377BF7F1CC8B}"/>
              </a:ext>
            </a:extLst>
          </p:cNvPr>
          <p:cNvCxnSpPr>
            <a:cxnSpLocks/>
            <a:stCxn id="113" idx="3"/>
            <a:endCxn id="119" idx="2"/>
          </p:cNvCxnSpPr>
          <p:nvPr/>
        </p:nvCxnSpPr>
        <p:spPr>
          <a:xfrm flipV="1">
            <a:off x="9753594" y="4038510"/>
            <a:ext cx="804836" cy="2236421"/>
          </a:xfrm>
          <a:prstGeom prst="bentConnector2">
            <a:avLst/>
          </a:prstGeom>
          <a:ln w="19050">
            <a:solidFill>
              <a:schemeClr val="tx1">
                <a:lumMod val="50000"/>
                <a:lumOff val="50000"/>
              </a:schemeClr>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23" name="Connector: Elbow 122">
            <a:extLst>
              <a:ext uri="{FF2B5EF4-FFF2-40B4-BE49-F238E27FC236}">
                <a16:creationId xmlns:a16="http://schemas.microsoft.com/office/drawing/2014/main" id="{DDF99E31-764A-0D44-693E-EC5364B97A92}"/>
              </a:ext>
            </a:extLst>
          </p:cNvPr>
          <p:cNvCxnSpPr>
            <a:cxnSpLocks/>
            <a:stCxn id="119" idx="0"/>
            <a:endCxn id="88" idx="3"/>
          </p:cNvCxnSpPr>
          <p:nvPr/>
        </p:nvCxnSpPr>
        <p:spPr>
          <a:xfrm rot="16200000" flipV="1">
            <a:off x="9767121" y="2093813"/>
            <a:ext cx="777787" cy="804833"/>
          </a:xfrm>
          <a:prstGeom prst="bentConnector2">
            <a:avLst/>
          </a:prstGeom>
          <a:ln w="19050">
            <a:solidFill>
              <a:schemeClr val="tx1">
                <a:lumMod val="50000"/>
                <a:lumOff val="50000"/>
              </a:schemeClr>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135" name="Rectangle: Rounded Corners 134">
            <a:extLst>
              <a:ext uri="{FF2B5EF4-FFF2-40B4-BE49-F238E27FC236}">
                <a16:creationId xmlns:a16="http://schemas.microsoft.com/office/drawing/2014/main" id="{4FAC6338-0C8E-4755-B461-4758AA68DB13}"/>
              </a:ext>
            </a:extLst>
          </p:cNvPr>
          <p:cNvSpPr/>
          <p:nvPr/>
        </p:nvSpPr>
        <p:spPr>
          <a:xfrm>
            <a:off x="10828268" y="4426805"/>
            <a:ext cx="1098722" cy="709653"/>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Ensemble Report Section &amp; Show Report</a:t>
            </a:r>
            <a:endParaRPr lang="en-IN" sz="1100" dirty="0">
              <a:solidFill>
                <a:schemeClr val="bg1">
                  <a:lumMod val="75000"/>
                </a:schemeClr>
              </a:solidFill>
            </a:endParaRPr>
          </a:p>
        </p:txBody>
      </p:sp>
      <p:cxnSp>
        <p:nvCxnSpPr>
          <p:cNvPr id="137" name="Connector: Elbow 136">
            <a:extLst>
              <a:ext uri="{FF2B5EF4-FFF2-40B4-BE49-F238E27FC236}">
                <a16:creationId xmlns:a16="http://schemas.microsoft.com/office/drawing/2014/main" id="{43ABFB12-CBF1-1F37-D962-547719E390AB}"/>
              </a:ext>
            </a:extLst>
          </p:cNvPr>
          <p:cNvCxnSpPr>
            <a:cxnSpLocks/>
            <a:stCxn id="119" idx="3"/>
            <a:endCxn id="135" idx="0"/>
          </p:cNvCxnSpPr>
          <p:nvPr/>
        </p:nvCxnSpPr>
        <p:spPr>
          <a:xfrm>
            <a:off x="11213057" y="3461817"/>
            <a:ext cx="164572" cy="964988"/>
          </a:xfrm>
          <a:prstGeom prst="bentConnector2">
            <a:avLst/>
          </a:prstGeom>
          <a:ln w="19050">
            <a:solidFill>
              <a:schemeClr val="tx1">
                <a:lumMod val="50000"/>
                <a:lumOff val="50000"/>
              </a:schemeClr>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145" name="TextBox 144">
            <a:extLst>
              <a:ext uri="{FF2B5EF4-FFF2-40B4-BE49-F238E27FC236}">
                <a16:creationId xmlns:a16="http://schemas.microsoft.com/office/drawing/2014/main" id="{BC83CF7B-657F-C37C-952B-86E58FB0CEDD}"/>
              </a:ext>
            </a:extLst>
          </p:cNvPr>
          <p:cNvSpPr txBox="1"/>
          <p:nvPr/>
        </p:nvSpPr>
        <p:spPr>
          <a:xfrm>
            <a:off x="4262729" y="3887201"/>
            <a:ext cx="395506" cy="253916"/>
          </a:xfrm>
          <a:prstGeom prst="rect">
            <a:avLst/>
          </a:prstGeom>
          <a:noFill/>
        </p:spPr>
        <p:txBody>
          <a:bodyPr wrap="square" rtlCol="0">
            <a:spAutoFit/>
          </a:bodyPr>
          <a:lstStyle/>
          <a:p>
            <a:r>
              <a:rPr lang="en-US" sz="1050" dirty="0">
                <a:solidFill>
                  <a:srgbClr val="EC6404"/>
                </a:solidFill>
              </a:rPr>
              <a:t>Yes</a:t>
            </a:r>
            <a:endParaRPr lang="en-IN" sz="1050" dirty="0">
              <a:solidFill>
                <a:srgbClr val="EC6404"/>
              </a:solidFill>
            </a:endParaRPr>
          </a:p>
        </p:txBody>
      </p:sp>
      <p:sp>
        <p:nvSpPr>
          <p:cNvPr id="146" name="TextBox 145">
            <a:extLst>
              <a:ext uri="{FF2B5EF4-FFF2-40B4-BE49-F238E27FC236}">
                <a16:creationId xmlns:a16="http://schemas.microsoft.com/office/drawing/2014/main" id="{25BE7B24-9A66-81C3-F920-920F7E4C5B93}"/>
              </a:ext>
            </a:extLst>
          </p:cNvPr>
          <p:cNvSpPr txBox="1"/>
          <p:nvPr/>
        </p:nvSpPr>
        <p:spPr>
          <a:xfrm>
            <a:off x="11051796" y="3592206"/>
            <a:ext cx="395506" cy="253916"/>
          </a:xfrm>
          <a:prstGeom prst="rect">
            <a:avLst/>
          </a:prstGeom>
          <a:noFill/>
        </p:spPr>
        <p:txBody>
          <a:bodyPr wrap="square" rtlCol="0">
            <a:spAutoFit/>
          </a:bodyPr>
          <a:lstStyle/>
          <a:p>
            <a:r>
              <a:rPr lang="en-US" sz="1050" dirty="0">
                <a:solidFill>
                  <a:srgbClr val="EC6404"/>
                </a:solidFill>
              </a:rPr>
              <a:t>Yes</a:t>
            </a:r>
            <a:endParaRPr lang="en-IN" sz="1050" dirty="0">
              <a:solidFill>
                <a:srgbClr val="EC6404"/>
              </a:solidFill>
            </a:endParaRPr>
          </a:p>
        </p:txBody>
      </p:sp>
      <p:sp>
        <p:nvSpPr>
          <p:cNvPr id="147" name="TextBox 146">
            <a:extLst>
              <a:ext uri="{FF2B5EF4-FFF2-40B4-BE49-F238E27FC236}">
                <a16:creationId xmlns:a16="http://schemas.microsoft.com/office/drawing/2014/main" id="{C50ECABF-501A-DA36-1742-11DED1A888B5}"/>
              </a:ext>
            </a:extLst>
          </p:cNvPr>
          <p:cNvSpPr txBox="1"/>
          <p:nvPr/>
        </p:nvSpPr>
        <p:spPr>
          <a:xfrm>
            <a:off x="10630515" y="2592338"/>
            <a:ext cx="395506" cy="253916"/>
          </a:xfrm>
          <a:prstGeom prst="rect">
            <a:avLst/>
          </a:prstGeom>
          <a:noFill/>
        </p:spPr>
        <p:txBody>
          <a:bodyPr wrap="square" rtlCol="0">
            <a:spAutoFit/>
          </a:bodyPr>
          <a:lstStyle/>
          <a:p>
            <a:r>
              <a:rPr lang="en-US" sz="1050" dirty="0">
                <a:solidFill>
                  <a:srgbClr val="EC6404"/>
                </a:solidFill>
              </a:rPr>
              <a:t>No</a:t>
            </a:r>
            <a:endParaRPr lang="en-IN" sz="1050" dirty="0">
              <a:solidFill>
                <a:srgbClr val="EC6404"/>
              </a:solidFill>
            </a:endParaRPr>
          </a:p>
        </p:txBody>
      </p:sp>
      <p:sp>
        <p:nvSpPr>
          <p:cNvPr id="148" name="TextBox 147">
            <a:extLst>
              <a:ext uri="{FF2B5EF4-FFF2-40B4-BE49-F238E27FC236}">
                <a16:creationId xmlns:a16="http://schemas.microsoft.com/office/drawing/2014/main" id="{9B5128D1-E3F1-E5A8-AF84-50ED44180FC3}"/>
              </a:ext>
            </a:extLst>
          </p:cNvPr>
          <p:cNvSpPr txBox="1"/>
          <p:nvPr/>
        </p:nvSpPr>
        <p:spPr>
          <a:xfrm>
            <a:off x="5186934" y="4354873"/>
            <a:ext cx="395506" cy="253916"/>
          </a:xfrm>
          <a:prstGeom prst="rect">
            <a:avLst/>
          </a:prstGeom>
          <a:noFill/>
        </p:spPr>
        <p:txBody>
          <a:bodyPr wrap="square" rtlCol="0">
            <a:spAutoFit/>
          </a:bodyPr>
          <a:lstStyle/>
          <a:p>
            <a:r>
              <a:rPr lang="en-US" sz="1050" dirty="0">
                <a:solidFill>
                  <a:srgbClr val="EC6404"/>
                </a:solidFill>
              </a:rPr>
              <a:t>No</a:t>
            </a:r>
            <a:endParaRPr lang="en-IN" sz="1050" dirty="0">
              <a:solidFill>
                <a:srgbClr val="EC6404"/>
              </a:solidFill>
            </a:endParaRPr>
          </a:p>
        </p:txBody>
      </p:sp>
      <p:cxnSp>
        <p:nvCxnSpPr>
          <p:cNvPr id="149" name="Connector: Elbow 148">
            <a:extLst>
              <a:ext uri="{FF2B5EF4-FFF2-40B4-BE49-F238E27FC236}">
                <a16:creationId xmlns:a16="http://schemas.microsoft.com/office/drawing/2014/main" id="{81302B0E-9539-848B-1BD3-8A22F17A9B24}"/>
              </a:ext>
            </a:extLst>
          </p:cNvPr>
          <p:cNvCxnSpPr>
            <a:cxnSpLocks/>
            <a:stCxn id="49" idx="3"/>
            <a:endCxn id="24" idx="1"/>
          </p:cNvCxnSpPr>
          <p:nvPr/>
        </p:nvCxnSpPr>
        <p:spPr>
          <a:xfrm flipH="1" flipV="1">
            <a:off x="5009055" y="1415382"/>
            <a:ext cx="257575" cy="3366251"/>
          </a:xfrm>
          <a:prstGeom prst="bentConnector5">
            <a:avLst>
              <a:gd name="adj1" fmla="val -88751"/>
              <a:gd name="adj2" fmla="val 55492"/>
              <a:gd name="adj3" fmla="val 188751"/>
            </a:avLst>
          </a:prstGeom>
          <a:ln w="19050">
            <a:solidFill>
              <a:schemeClr val="tx1">
                <a:lumMod val="50000"/>
                <a:lumOff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4" name="Rectangle: Rounded Corners 3">
            <a:extLst>
              <a:ext uri="{FF2B5EF4-FFF2-40B4-BE49-F238E27FC236}">
                <a16:creationId xmlns:a16="http://schemas.microsoft.com/office/drawing/2014/main" id="{4E26BDC9-8517-52FE-9A82-6AAF1106C7D6}"/>
              </a:ext>
            </a:extLst>
          </p:cNvPr>
          <p:cNvSpPr/>
          <p:nvPr/>
        </p:nvSpPr>
        <p:spPr>
          <a:xfrm>
            <a:off x="10828269" y="5506201"/>
            <a:ext cx="1098722" cy="561778"/>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lumMod val="75000"/>
                  </a:schemeClr>
                </a:solidFill>
              </a:rPr>
              <a:t>Assign Risk Expert</a:t>
            </a:r>
            <a:endParaRPr lang="en-IN" sz="1100" dirty="0">
              <a:solidFill>
                <a:schemeClr val="bg1">
                  <a:lumMod val="75000"/>
                </a:schemeClr>
              </a:solidFill>
            </a:endParaRPr>
          </a:p>
        </p:txBody>
      </p:sp>
      <p:cxnSp>
        <p:nvCxnSpPr>
          <p:cNvPr id="11" name="Straight Arrow Connector 10">
            <a:extLst>
              <a:ext uri="{FF2B5EF4-FFF2-40B4-BE49-F238E27FC236}">
                <a16:creationId xmlns:a16="http://schemas.microsoft.com/office/drawing/2014/main" id="{2AB093B8-88B4-DEE6-37D5-35B8CD290EB4}"/>
              </a:ext>
            </a:extLst>
          </p:cNvPr>
          <p:cNvCxnSpPr>
            <a:cxnSpLocks/>
            <a:stCxn id="135" idx="2"/>
            <a:endCxn id="4" idx="0"/>
          </p:cNvCxnSpPr>
          <p:nvPr/>
        </p:nvCxnSpPr>
        <p:spPr>
          <a:xfrm>
            <a:off x="11377629" y="5136458"/>
            <a:ext cx="1" cy="369743"/>
          </a:xfrm>
          <a:prstGeom prst="straightConnector1">
            <a:avLst/>
          </a:prstGeom>
          <a:ln w="31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0773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ipe(down)">
                                      <p:cBhvr>
                                        <p:cTn id="15" dur="500"/>
                                        <p:tgtEl>
                                          <p:spTgt spid="31"/>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par>
                                <p:cTn id="19" presetID="22" presetClass="entr" presetSubtype="4"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wipe(down)">
                                      <p:cBhvr>
                                        <p:cTn id="21" dur="500"/>
                                        <p:tgtEl>
                                          <p:spTgt spid="25"/>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down)">
                                      <p:cBhvr>
                                        <p:cTn id="24" dur="5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down)">
                                      <p:cBhvr>
                                        <p:cTn id="29" dur="500"/>
                                        <p:tgtEl>
                                          <p:spTgt spid="13"/>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126"/>
                                        </p:tgtEl>
                                        <p:attrNameLst>
                                          <p:attrName>style.visibility</p:attrName>
                                        </p:attrNameLst>
                                      </p:cBhvr>
                                      <p:to>
                                        <p:strVal val="visible"/>
                                      </p:to>
                                    </p:set>
                                    <p:animEffect transition="in" filter="wipe(down)">
                                      <p:cBhvr>
                                        <p:cTn id="32" dur="500"/>
                                        <p:tgtEl>
                                          <p:spTgt spid="126"/>
                                        </p:tgtEl>
                                      </p:cBhvr>
                                    </p:animEffect>
                                  </p:childTnLst>
                                </p:cTn>
                              </p:par>
                              <p:par>
                                <p:cTn id="33" presetID="22" presetClass="entr" presetSubtype="4" fill="hold" nodeType="withEffect">
                                  <p:stCondLst>
                                    <p:cond delay="0"/>
                                  </p:stCondLst>
                                  <p:childTnLst>
                                    <p:set>
                                      <p:cBhvr>
                                        <p:cTn id="34" dur="1" fill="hold">
                                          <p:stCondLst>
                                            <p:cond delay="0"/>
                                          </p:stCondLst>
                                        </p:cTn>
                                        <p:tgtEl>
                                          <p:spTgt spid="131"/>
                                        </p:tgtEl>
                                        <p:attrNameLst>
                                          <p:attrName>style.visibility</p:attrName>
                                        </p:attrNameLst>
                                      </p:cBhvr>
                                      <p:to>
                                        <p:strVal val="visible"/>
                                      </p:to>
                                    </p:set>
                                    <p:animEffect transition="in" filter="wipe(down)">
                                      <p:cBhvr>
                                        <p:cTn id="35" dur="500"/>
                                        <p:tgtEl>
                                          <p:spTgt spid="131"/>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127"/>
                                        </p:tgtEl>
                                        <p:attrNameLst>
                                          <p:attrName>style.visibility</p:attrName>
                                        </p:attrNameLst>
                                      </p:cBhvr>
                                      <p:to>
                                        <p:strVal val="visible"/>
                                      </p:to>
                                    </p:set>
                                    <p:animEffect transition="in" filter="wipe(down)">
                                      <p:cBhvr>
                                        <p:cTn id="38" dur="500"/>
                                        <p:tgtEl>
                                          <p:spTgt spid="127"/>
                                        </p:tgtEl>
                                      </p:cBhvr>
                                    </p:animEffect>
                                  </p:childTnLst>
                                </p:cTn>
                              </p:par>
                              <p:par>
                                <p:cTn id="39" presetID="22" presetClass="entr" presetSubtype="4"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down)">
                                      <p:cBhvr>
                                        <p:cTn id="41" dur="500"/>
                                        <p:tgtEl>
                                          <p:spTgt spid="16"/>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wipe(down)">
                                      <p:cBhvr>
                                        <p:cTn id="44" dur="500"/>
                                        <p:tgtEl>
                                          <p:spTgt spid="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down)">
                                      <p:cBhvr>
                                        <p:cTn id="49" dur="500"/>
                                        <p:tgtEl>
                                          <p:spTgt spid="20"/>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down)">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41"/>
                                        </p:tgtEl>
                                        <p:attrNameLst>
                                          <p:attrName>style.visibility</p:attrName>
                                        </p:attrNameLst>
                                      </p:cBhvr>
                                      <p:to>
                                        <p:strVal val="visible"/>
                                      </p:to>
                                    </p:set>
                                    <p:animEffect transition="in" filter="wipe(down)">
                                      <p:cBhvr>
                                        <p:cTn id="57" dur="500"/>
                                        <p:tgtEl>
                                          <p:spTgt spid="141"/>
                                        </p:tgtEl>
                                      </p:cBhvr>
                                    </p:animEffect>
                                  </p:childTnLst>
                                </p:cTn>
                              </p:par>
                              <p:par>
                                <p:cTn id="58" presetID="22" presetClass="entr" presetSubtype="4" fill="hold"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wipe(down)">
                                      <p:cBhvr>
                                        <p:cTn id="60" dur="500"/>
                                        <p:tgtEl>
                                          <p:spTgt spid="30"/>
                                        </p:tgtEl>
                                      </p:cBhvr>
                                    </p:animEffect>
                                  </p:childTnLst>
                                </p:cTn>
                              </p:par>
                              <p:par>
                                <p:cTn id="61" presetID="22" presetClass="entr" presetSubtype="4" fill="hold" nodeType="with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wipe(down)">
                                      <p:cBhvr>
                                        <p:cTn id="63" dur="500"/>
                                        <p:tgtEl>
                                          <p:spTgt spid="39"/>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128"/>
                                        </p:tgtEl>
                                        <p:attrNameLst>
                                          <p:attrName>style.visibility</p:attrName>
                                        </p:attrNameLst>
                                      </p:cBhvr>
                                      <p:to>
                                        <p:strVal val="visible"/>
                                      </p:to>
                                    </p:set>
                                    <p:animEffect transition="in" filter="wipe(down)">
                                      <p:cBhvr>
                                        <p:cTn id="66" dur="500"/>
                                        <p:tgtEl>
                                          <p:spTgt spid="128"/>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73"/>
                                        </p:tgtEl>
                                        <p:attrNameLst>
                                          <p:attrName>style.visibility</p:attrName>
                                        </p:attrNameLst>
                                      </p:cBhvr>
                                      <p:to>
                                        <p:strVal val="visible"/>
                                      </p:to>
                                    </p:set>
                                    <p:animEffect transition="in" filter="wipe(down)">
                                      <p:cBhvr>
                                        <p:cTn id="71" dur="500"/>
                                        <p:tgtEl>
                                          <p:spTgt spid="73"/>
                                        </p:tgtEl>
                                      </p:cBhvr>
                                    </p:animEffect>
                                  </p:childTnLst>
                                </p:cTn>
                              </p:par>
                              <p:par>
                                <p:cTn id="72" presetID="22" presetClass="entr" presetSubtype="4" fill="hold"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wipe(down)">
                                      <p:cBhvr>
                                        <p:cTn id="74" dur="500"/>
                                        <p:tgtEl>
                                          <p:spTgt spid="43"/>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136"/>
                                        </p:tgtEl>
                                        <p:attrNameLst>
                                          <p:attrName>style.visibility</p:attrName>
                                        </p:attrNameLst>
                                      </p:cBhvr>
                                      <p:to>
                                        <p:strVal val="visible"/>
                                      </p:to>
                                    </p:set>
                                    <p:animEffect transition="in" filter="wipe(down)">
                                      <p:cBhvr>
                                        <p:cTn id="79" dur="500"/>
                                        <p:tgtEl>
                                          <p:spTgt spid="136"/>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49"/>
                                        </p:tgtEl>
                                        <p:attrNameLst>
                                          <p:attrName>style.visibility</p:attrName>
                                        </p:attrNameLst>
                                      </p:cBhvr>
                                      <p:to>
                                        <p:strVal val="visible"/>
                                      </p:to>
                                    </p:set>
                                    <p:animEffect transition="in" filter="wipe(down)">
                                      <p:cBhvr>
                                        <p:cTn id="82" dur="500"/>
                                        <p:tgtEl>
                                          <p:spTgt spid="49"/>
                                        </p:tgtEl>
                                      </p:cBhvr>
                                    </p:animEffect>
                                  </p:childTnLst>
                                </p:cTn>
                              </p:par>
                              <p:par>
                                <p:cTn id="83" presetID="22" presetClass="entr" presetSubtype="4" fill="hold" nodeType="withEffect">
                                  <p:stCondLst>
                                    <p:cond delay="0"/>
                                  </p:stCondLst>
                                  <p:childTnLst>
                                    <p:set>
                                      <p:cBhvr>
                                        <p:cTn id="84" dur="1" fill="hold">
                                          <p:stCondLst>
                                            <p:cond delay="0"/>
                                          </p:stCondLst>
                                        </p:cTn>
                                        <p:tgtEl>
                                          <p:spTgt spid="52"/>
                                        </p:tgtEl>
                                        <p:attrNameLst>
                                          <p:attrName>style.visibility</p:attrName>
                                        </p:attrNameLst>
                                      </p:cBhvr>
                                      <p:to>
                                        <p:strVal val="visible"/>
                                      </p:to>
                                    </p:set>
                                    <p:animEffect transition="in" filter="wipe(down)">
                                      <p:cBhvr>
                                        <p:cTn id="85" dur="500"/>
                                        <p:tgtEl>
                                          <p:spTgt spid="52"/>
                                        </p:tgtEl>
                                      </p:cBhvr>
                                    </p:animEffect>
                                  </p:childTnLst>
                                </p:cTn>
                              </p:par>
                              <p:par>
                                <p:cTn id="86" presetID="22" presetClass="entr" presetSubtype="4" fill="hold" nodeType="withEffect">
                                  <p:stCondLst>
                                    <p:cond delay="0"/>
                                  </p:stCondLst>
                                  <p:childTnLst>
                                    <p:set>
                                      <p:cBhvr>
                                        <p:cTn id="87" dur="1" fill="hold">
                                          <p:stCondLst>
                                            <p:cond delay="0"/>
                                          </p:stCondLst>
                                        </p:cTn>
                                        <p:tgtEl>
                                          <p:spTgt spid="55"/>
                                        </p:tgtEl>
                                        <p:attrNameLst>
                                          <p:attrName>style.visibility</p:attrName>
                                        </p:attrNameLst>
                                      </p:cBhvr>
                                      <p:to>
                                        <p:strVal val="visible"/>
                                      </p:to>
                                    </p:set>
                                    <p:animEffect transition="in" filter="wipe(down)">
                                      <p:cBhvr>
                                        <p:cTn id="88" dur="500"/>
                                        <p:tgtEl>
                                          <p:spTgt spid="55"/>
                                        </p:tgtEl>
                                      </p:cBhvr>
                                    </p:animEffect>
                                  </p:childTnLst>
                                </p:cTn>
                              </p:par>
                              <p:par>
                                <p:cTn id="89" presetID="22" presetClass="entr" presetSubtype="4"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Effect transition="in" filter="wipe(down)">
                                      <p:cBhvr>
                                        <p:cTn id="91" dur="500"/>
                                        <p:tgtEl>
                                          <p:spTgt spid="24"/>
                                        </p:tgtEl>
                                      </p:cBhvr>
                                    </p:animEffect>
                                  </p:childTnLst>
                                </p:cTn>
                              </p:par>
                              <p:par>
                                <p:cTn id="92" presetID="14" presetClass="entr" presetSubtype="10" fill="hold" grpId="0" nodeType="withEffect">
                                  <p:stCondLst>
                                    <p:cond delay="0"/>
                                  </p:stCondLst>
                                  <p:childTnLst>
                                    <p:set>
                                      <p:cBhvr>
                                        <p:cTn id="93" dur="1" fill="hold">
                                          <p:stCondLst>
                                            <p:cond delay="0"/>
                                          </p:stCondLst>
                                        </p:cTn>
                                        <p:tgtEl>
                                          <p:spTgt spid="145"/>
                                        </p:tgtEl>
                                        <p:attrNameLst>
                                          <p:attrName>style.visibility</p:attrName>
                                        </p:attrNameLst>
                                      </p:cBhvr>
                                      <p:to>
                                        <p:strVal val="visible"/>
                                      </p:to>
                                    </p:set>
                                    <p:animEffect transition="in" filter="randombar(horizontal)">
                                      <p:cBhvr>
                                        <p:cTn id="94" dur="500"/>
                                        <p:tgtEl>
                                          <p:spTgt spid="145"/>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grpId="0" nodeType="clickEffect">
                                  <p:stCondLst>
                                    <p:cond delay="0"/>
                                  </p:stCondLst>
                                  <p:childTnLst>
                                    <p:set>
                                      <p:cBhvr>
                                        <p:cTn id="98" dur="1" fill="hold">
                                          <p:stCondLst>
                                            <p:cond delay="0"/>
                                          </p:stCondLst>
                                        </p:cTn>
                                        <p:tgtEl>
                                          <p:spTgt spid="148"/>
                                        </p:tgtEl>
                                        <p:attrNameLst>
                                          <p:attrName>style.visibility</p:attrName>
                                        </p:attrNameLst>
                                      </p:cBhvr>
                                      <p:to>
                                        <p:strVal val="visible"/>
                                      </p:to>
                                    </p:set>
                                    <p:animEffect transition="in" filter="wipe(down)">
                                      <p:cBhvr>
                                        <p:cTn id="99" dur="500"/>
                                        <p:tgtEl>
                                          <p:spTgt spid="148"/>
                                        </p:tgtEl>
                                      </p:cBhvr>
                                    </p:animEffect>
                                  </p:childTnLst>
                                </p:cTn>
                              </p:par>
                              <p:par>
                                <p:cTn id="100" presetID="22" presetClass="entr" presetSubtype="4" fill="hold" nodeType="withEffect">
                                  <p:stCondLst>
                                    <p:cond delay="0"/>
                                  </p:stCondLst>
                                  <p:childTnLst>
                                    <p:set>
                                      <p:cBhvr>
                                        <p:cTn id="101" dur="1" fill="hold">
                                          <p:stCondLst>
                                            <p:cond delay="0"/>
                                          </p:stCondLst>
                                        </p:cTn>
                                        <p:tgtEl>
                                          <p:spTgt spid="149"/>
                                        </p:tgtEl>
                                        <p:attrNameLst>
                                          <p:attrName>style.visibility</p:attrName>
                                        </p:attrNameLst>
                                      </p:cBhvr>
                                      <p:to>
                                        <p:strVal val="visible"/>
                                      </p:to>
                                    </p:set>
                                    <p:animEffect transition="in" filter="wipe(down)">
                                      <p:cBhvr>
                                        <p:cTn id="102" dur="500"/>
                                        <p:tgtEl>
                                          <p:spTgt spid="149"/>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nodeType="clickEffect">
                                  <p:stCondLst>
                                    <p:cond delay="0"/>
                                  </p:stCondLst>
                                  <p:childTnLst>
                                    <p:set>
                                      <p:cBhvr>
                                        <p:cTn id="106" dur="1" fill="hold">
                                          <p:stCondLst>
                                            <p:cond delay="0"/>
                                          </p:stCondLst>
                                        </p:cTn>
                                        <p:tgtEl>
                                          <p:spTgt spid="69"/>
                                        </p:tgtEl>
                                        <p:attrNameLst>
                                          <p:attrName>style.visibility</p:attrName>
                                        </p:attrNameLst>
                                      </p:cBhvr>
                                      <p:to>
                                        <p:strVal val="visible"/>
                                      </p:to>
                                    </p:set>
                                    <p:animEffect transition="in" filter="wipe(down)">
                                      <p:cBhvr>
                                        <p:cTn id="107" dur="500"/>
                                        <p:tgtEl>
                                          <p:spTgt spid="69"/>
                                        </p:tgtEl>
                                      </p:cBhvr>
                                    </p:animEffect>
                                  </p:childTnLst>
                                </p:cTn>
                              </p:par>
                              <p:par>
                                <p:cTn id="108" presetID="22" presetClass="entr" presetSubtype="4" fill="hold" grpId="0" nodeType="withEffect">
                                  <p:stCondLst>
                                    <p:cond delay="0"/>
                                  </p:stCondLst>
                                  <p:childTnLst>
                                    <p:set>
                                      <p:cBhvr>
                                        <p:cTn id="109" dur="1" fill="hold">
                                          <p:stCondLst>
                                            <p:cond delay="0"/>
                                          </p:stCondLst>
                                        </p:cTn>
                                        <p:tgtEl>
                                          <p:spTgt spid="129"/>
                                        </p:tgtEl>
                                        <p:attrNameLst>
                                          <p:attrName>style.visibility</p:attrName>
                                        </p:attrNameLst>
                                      </p:cBhvr>
                                      <p:to>
                                        <p:strVal val="visible"/>
                                      </p:to>
                                    </p:set>
                                    <p:animEffect transition="in" filter="wipe(down)">
                                      <p:cBhvr>
                                        <p:cTn id="110" dur="500"/>
                                        <p:tgtEl>
                                          <p:spTgt spid="129"/>
                                        </p:tgtEl>
                                      </p:cBhvr>
                                    </p:animEffect>
                                  </p:childTnLst>
                                </p:cTn>
                              </p:par>
                              <p:par>
                                <p:cTn id="111" presetID="22" presetClass="entr" presetSubtype="4" fill="hold" nodeType="withEffect">
                                  <p:stCondLst>
                                    <p:cond delay="0"/>
                                  </p:stCondLst>
                                  <p:childTnLst>
                                    <p:set>
                                      <p:cBhvr>
                                        <p:cTn id="112" dur="1" fill="hold">
                                          <p:stCondLst>
                                            <p:cond delay="0"/>
                                          </p:stCondLst>
                                        </p:cTn>
                                        <p:tgtEl>
                                          <p:spTgt spid="65"/>
                                        </p:tgtEl>
                                        <p:attrNameLst>
                                          <p:attrName>style.visibility</p:attrName>
                                        </p:attrNameLst>
                                      </p:cBhvr>
                                      <p:to>
                                        <p:strVal val="visible"/>
                                      </p:to>
                                    </p:set>
                                    <p:animEffect transition="in" filter="wipe(down)">
                                      <p:cBhvr>
                                        <p:cTn id="113" dur="500"/>
                                        <p:tgtEl>
                                          <p:spTgt spid="65"/>
                                        </p:tgtEl>
                                      </p:cBhvr>
                                    </p:animEffect>
                                  </p:childTnLst>
                                </p:cTn>
                              </p:par>
                              <p:par>
                                <p:cTn id="114" presetID="22" presetClass="entr" presetSubtype="4" fill="hold" nodeType="withEffect">
                                  <p:stCondLst>
                                    <p:cond delay="0"/>
                                  </p:stCondLst>
                                  <p:childTnLst>
                                    <p:set>
                                      <p:cBhvr>
                                        <p:cTn id="115" dur="1" fill="hold">
                                          <p:stCondLst>
                                            <p:cond delay="0"/>
                                          </p:stCondLst>
                                        </p:cTn>
                                        <p:tgtEl>
                                          <p:spTgt spid="64"/>
                                        </p:tgtEl>
                                        <p:attrNameLst>
                                          <p:attrName>style.visibility</p:attrName>
                                        </p:attrNameLst>
                                      </p:cBhvr>
                                      <p:to>
                                        <p:strVal val="visible"/>
                                      </p:to>
                                    </p:set>
                                    <p:animEffect transition="in" filter="wipe(down)">
                                      <p:cBhvr>
                                        <p:cTn id="116" dur="500"/>
                                        <p:tgtEl>
                                          <p:spTgt spid="64"/>
                                        </p:tgtEl>
                                      </p:cBhvr>
                                    </p:animEffect>
                                  </p:childTnLst>
                                </p:cTn>
                              </p:par>
                              <p:par>
                                <p:cTn id="117" presetID="22" presetClass="entr" presetSubtype="4" fill="hold" nodeType="withEffect">
                                  <p:stCondLst>
                                    <p:cond delay="0"/>
                                  </p:stCondLst>
                                  <p:childTnLst>
                                    <p:set>
                                      <p:cBhvr>
                                        <p:cTn id="118" dur="1" fill="hold">
                                          <p:stCondLst>
                                            <p:cond delay="0"/>
                                          </p:stCondLst>
                                        </p:cTn>
                                        <p:tgtEl>
                                          <p:spTgt spid="75"/>
                                        </p:tgtEl>
                                        <p:attrNameLst>
                                          <p:attrName>style.visibility</p:attrName>
                                        </p:attrNameLst>
                                      </p:cBhvr>
                                      <p:to>
                                        <p:strVal val="visible"/>
                                      </p:to>
                                    </p:set>
                                    <p:animEffect transition="in" filter="wipe(down)">
                                      <p:cBhvr>
                                        <p:cTn id="119" dur="500"/>
                                        <p:tgtEl>
                                          <p:spTgt spid="75"/>
                                        </p:tgtEl>
                                      </p:cBhvr>
                                    </p:animEffect>
                                  </p:childTnLst>
                                </p:cTn>
                              </p:par>
                              <p:par>
                                <p:cTn id="120" presetID="22" presetClass="entr" presetSubtype="4" fill="hold" grpId="0" nodeType="withEffect">
                                  <p:stCondLst>
                                    <p:cond delay="0"/>
                                  </p:stCondLst>
                                  <p:childTnLst>
                                    <p:set>
                                      <p:cBhvr>
                                        <p:cTn id="121" dur="1" fill="hold">
                                          <p:stCondLst>
                                            <p:cond delay="0"/>
                                          </p:stCondLst>
                                        </p:cTn>
                                        <p:tgtEl>
                                          <p:spTgt spid="74"/>
                                        </p:tgtEl>
                                        <p:attrNameLst>
                                          <p:attrName>style.visibility</p:attrName>
                                        </p:attrNameLst>
                                      </p:cBhvr>
                                      <p:to>
                                        <p:strVal val="visible"/>
                                      </p:to>
                                    </p:set>
                                    <p:animEffect transition="in" filter="wipe(down)">
                                      <p:cBhvr>
                                        <p:cTn id="122" dur="500"/>
                                        <p:tgtEl>
                                          <p:spTgt spid="74"/>
                                        </p:tgtEl>
                                      </p:cBhvr>
                                    </p:animEffect>
                                  </p:childTnLst>
                                </p:cTn>
                              </p:par>
                            </p:childTnLst>
                          </p:cTn>
                        </p:par>
                      </p:childTnLst>
                    </p:cTn>
                  </p:par>
                  <p:par>
                    <p:cTn id="123" fill="hold">
                      <p:stCondLst>
                        <p:cond delay="indefinite"/>
                      </p:stCondLst>
                      <p:childTnLst>
                        <p:par>
                          <p:cTn id="124" fill="hold">
                            <p:stCondLst>
                              <p:cond delay="0"/>
                            </p:stCondLst>
                            <p:childTnLst>
                              <p:par>
                                <p:cTn id="125" presetID="14" presetClass="entr" presetSubtype="10" fill="hold" nodeType="clickEffect">
                                  <p:stCondLst>
                                    <p:cond delay="0"/>
                                  </p:stCondLst>
                                  <p:childTnLst>
                                    <p:set>
                                      <p:cBhvr>
                                        <p:cTn id="126" dur="1" fill="hold">
                                          <p:stCondLst>
                                            <p:cond delay="0"/>
                                          </p:stCondLst>
                                        </p:cTn>
                                        <p:tgtEl>
                                          <p:spTgt spid="79"/>
                                        </p:tgtEl>
                                        <p:attrNameLst>
                                          <p:attrName>style.visibility</p:attrName>
                                        </p:attrNameLst>
                                      </p:cBhvr>
                                      <p:to>
                                        <p:strVal val="visible"/>
                                      </p:to>
                                    </p:set>
                                    <p:animEffect transition="in" filter="randombar(horizontal)">
                                      <p:cBhvr>
                                        <p:cTn id="127" dur="500"/>
                                        <p:tgtEl>
                                          <p:spTgt spid="79"/>
                                        </p:tgtEl>
                                      </p:cBhvr>
                                    </p:animEffect>
                                  </p:childTnLst>
                                </p:cTn>
                              </p:par>
                              <p:par>
                                <p:cTn id="128" presetID="14" presetClass="entr" presetSubtype="10" fill="hold" grpId="0" nodeType="withEffect">
                                  <p:stCondLst>
                                    <p:cond delay="0"/>
                                  </p:stCondLst>
                                  <p:childTnLst>
                                    <p:set>
                                      <p:cBhvr>
                                        <p:cTn id="129" dur="1" fill="hold">
                                          <p:stCondLst>
                                            <p:cond delay="0"/>
                                          </p:stCondLst>
                                        </p:cTn>
                                        <p:tgtEl>
                                          <p:spTgt spid="78"/>
                                        </p:tgtEl>
                                        <p:attrNameLst>
                                          <p:attrName>style.visibility</p:attrName>
                                        </p:attrNameLst>
                                      </p:cBhvr>
                                      <p:to>
                                        <p:strVal val="visible"/>
                                      </p:to>
                                    </p:set>
                                    <p:animEffect transition="in" filter="randombar(horizontal)">
                                      <p:cBhvr>
                                        <p:cTn id="130" dur="500"/>
                                        <p:tgtEl>
                                          <p:spTgt spid="78"/>
                                        </p:tgtEl>
                                      </p:cBhvr>
                                    </p:animEffect>
                                  </p:childTnLst>
                                </p:cTn>
                              </p:par>
                              <p:par>
                                <p:cTn id="131" presetID="14" presetClass="entr" presetSubtype="10" fill="hold" nodeType="withEffect">
                                  <p:stCondLst>
                                    <p:cond delay="0"/>
                                  </p:stCondLst>
                                  <p:childTnLst>
                                    <p:set>
                                      <p:cBhvr>
                                        <p:cTn id="132" dur="1" fill="hold">
                                          <p:stCondLst>
                                            <p:cond delay="0"/>
                                          </p:stCondLst>
                                        </p:cTn>
                                        <p:tgtEl>
                                          <p:spTgt spid="84"/>
                                        </p:tgtEl>
                                        <p:attrNameLst>
                                          <p:attrName>style.visibility</p:attrName>
                                        </p:attrNameLst>
                                      </p:cBhvr>
                                      <p:to>
                                        <p:strVal val="visible"/>
                                      </p:to>
                                    </p:set>
                                    <p:animEffect transition="in" filter="randombar(horizontal)">
                                      <p:cBhvr>
                                        <p:cTn id="133" dur="500"/>
                                        <p:tgtEl>
                                          <p:spTgt spid="84"/>
                                        </p:tgtEl>
                                      </p:cBhvr>
                                    </p:animEffect>
                                  </p:childTnLst>
                                </p:cTn>
                              </p:par>
                              <p:par>
                                <p:cTn id="134" presetID="14" presetClass="entr" presetSubtype="10" fill="hold" grpId="0" nodeType="withEffect">
                                  <p:stCondLst>
                                    <p:cond delay="0"/>
                                  </p:stCondLst>
                                  <p:childTnLst>
                                    <p:set>
                                      <p:cBhvr>
                                        <p:cTn id="135" dur="1" fill="hold">
                                          <p:stCondLst>
                                            <p:cond delay="0"/>
                                          </p:stCondLst>
                                        </p:cTn>
                                        <p:tgtEl>
                                          <p:spTgt spid="83"/>
                                        </p:tgtEl>
                                        <p:attrNameLst>
                                          <p:attrName>style.visibility</p:attrName>
                                        </p:attrNameLst>
                                      </p:cBhvr>
                                      <p:to>
                                        <p:strVal val="visible"/>
                                      </p:to>
                                    </p:set>
                                    <p:animEffect transition="in" filter="randombar(horizontal)">
                                      <p:cBhvr>
                                        <p:cTn id="136" dur="500"/>
                                        <p:tgtEl>
                                          <p:spTgt spid="83"/>
                                        </p:tgtEl>
                                      </p:cBhvr>
                                    </p:animEffect>
                                  </p:childTnLst>
                                </p:cTn>
                              </p:par>
                            </p:childTnLst>
                          </p:cTn>
                        </p:par>
                      </p:childTnLst>
                    </p:cTn>
                  </p:par>
                  <p:par>
                    <p:cTn id="137" fill="hold">
                      <p:stCondLst>
                        <p:cond delay="indefinite"/>
                      </p:stCondLst>
                      <p:childTnLst>
                        <p:par>
                          <p:cTn id="138" fill="hold">
                            <p:stCondLst>
                              <p:cond delay="0"/>
                            </p:stCondLst>
                            <p:childTnLst>
                              <p:par>
                                <p:cTn id="139" presetID="14" presetClass="entr" presetSubtype="10" fill="hold" nodeType="clickEffect">
                                  <p:stCondLst>
                                    <p:cond delay="0"/>
                                  </p:stCondLst>
                                  <p:childTnLst>
                                    <p:set>
                                      <p:cBhvr>
                                        <p:cTn id="140" dur="1" fill="hold">
                                          <p:stCondLst>
                                            <p:cond delay="0"/>
                                          </p:stCondLst>
                                        </p:cTn>
                                        <p:tgtEl>
                                          <p:spTgt spid="94"/>
                                        </p:tgtEl>
                                        <p:attrNameLst>
                                          <p:attrName>style.visibility</p:attrName>
                                        </p:attrNameLst>
                                      </p:cBhvr>
                                      <p:to>
                                        <p:strVal val="visible"/>
                                      </p:to>
                                    </p:set>
                                    <p:animEffect transition="in" filter="randombar(horizontal)">
                                      <p:cBhvr>
                                        <p:cTn id="141" dur="500"/>
                                        <p:tgtEl>
                                          <p:spTgt spid="94"/>
                                        </p:tgtEl>
                                      </p:cBhvr>
                                    </p:animEffect>
                                  </p:childTnLst>
                                </p:cTn>
                              </p:par>
                              <p:par>
                                <p:cTn id="142" presetID="14" presetClass="entr" presetSubtype="10" fill="hold" grpId="0" nodeType="withEffect">
                                  <p:stCondLst>
                                    <p:cond delay="0"/>
                                  </p:stCondLst>
                                  <p:childTnLst>
                                    <p:set>
                                      <p:cBhvr>
                                        <p:cTn id="143" dur="1" fill="hold">
                                          <p:stCondLst>
                                            <p:cond delay="0"/>
                                          </p:stCondLst>
                                        </p:cTn>
                                        <p:tgtEl>
                                          <p:spTgt spid="88"/>
                                        </p:tgtEl>
                                        <p:attrNameLst>
                                          <p:attrName>style.visibility</p:attrName>
                                        </p:attrNameLst>
                                      </p:cBhvr>
                                      <p:to>
                                        <p:strVal val="visible"/>
                                      </p:to>
                                    </p:set>
                                    <p:animEffect transition="in" filter="randombar(horizontal)">
                                      <p:cBhvr>
                                        <p:cTn id="144" dur="500"/>
                                        <p:tgtEl>
                                          <p:spTgt spid="88"/>
                                        </p:tgtEl>
                                      </p:cBhvr>
                                    </p:animEffect>
                                  </p:childTnLst>
                                </p:cTn>
                              </p:par>
                              <p:par>
                                <p:cTn id="145" presetID="14" presetClass="entr" presetSubtype="10" fill="hold" nodeType="withEffect">
                                  <p:stCondLst>
                                    <p:cond delay="0"/>
                                  </p:stCondLst>
                                  <p:childTnLst>
                                    <p:set>
                                      <p:cBhvr>
                                        <p:cTn id="146" dur="1" fill="hold">
                                          <p:stCondLst>
                                            <p:cond delay="0"/>
                                          </p:stCondLst>
                                        </p:cTn>
                                        <p:tgtEl>
                                          <p:spTgt spid="97"/>
                                        </p:tgtEl>
                                        <p:attrNameLst>
                                          <p:attrName>style.visibility</p:attrName>
                                        </p:attrNameLst>
                                      </p:cBhvr>
                                      <p:to>
                                        <p:strVal val="visible"/>
                                      </p:to>
                                    </p:set>
                                    <p:animEffect transition="in" filter="randombar(horizontal)">
                                      <p:cBhvr>
                                        <p:cTn id="147" dur="500"/>
                                        <p:tgtEl>
                                          <p:spTgt spid="97"/>
                                        </p:tgtEl>
                                      </p:cBhvr>
                                    </p:animEffect>
                                  </p:childTnLst>
                                </p:cTn>
                              </p:par>
                              <p:par>
                                <p:cTn id="148" presetID="14" presetClass="entr" presetSubtype="10" fill="hold" grpId="0" nodeType="withEffect">
                                  <p:stCondLst>
                                    <p:cond delay="0"/>
                                  </p:stCondLst>
                                  <p:childTnLst>
                                    <p:set>
                                      <p:cBhvr>
                                        <p:cTn id="149" dur="1" fill="hold">
                                          <p:stCondLst>
                                            <p:cond delay="0"/>
                                          </p:stCondLst>
                                        </p:cTn>
                                        <p:tgtEl>
                                          <p:spTgt spid="89"/>
                                        </p:tgtEl>
                                        <p:attrNameLst>
                                          <p:attrName>style.visibility</p:attrName>
                                        </p:attrNameLst>
                                      </p:cBhvr>
                                      <p:to>
                                        <p:strVal val="visible"/>
                                      </p:to>
                                    </p:set>
                                    <p:animEffect transition="in" filter="randombar(horizontal)">
                                      <p:cBhvr>
                                        <p:cTn id="150" dur="500"/>
                                        <p:tgtEl>
                                          <p:spTgt spid="89"/>
                                        </p:tgtEl>
                                      </p:cBhvr>
                                    </p:animEffect>
                                  </p:childTnLst>
                                </p:cTn>
                              </p:par>
                              <p:par>
                                <p:cTn id="151" presetID="14" presetClass="entr" presetSubtype="10" fill="hold" nodeType="withEffect">
                                  <p:stCondLst>
                                    <p:cond delay="0"/>
                                  </p:stCondLst>
                                  <p:childTnLst>
                                    <p:set>
                                      <p:cBhvr>
                                        <p:cTn id="152" dur="1" fill="hold">
                                          <p:stCondLst>
                                            <p:cond delay="0"/>
                                          </p:stCondLst>
                                        </p:cTn>
                                        <p:tgtEl>
                                          <p:spTgt spid="100"/>
                                        </p:tgtEl>
                                        <p:attrNameLst>
                                          <p:attrName>style.visibility</p:attrName>
                                        </p:attrNameLst>
                                      </p:cBhvr>
                                      <p:to>
                                        <p:strVal val="visible"/>
                                      </p:to>
                                    </p:set>
                                    <p:animEffect transition="in" filter="randombar(horizontal)">
                                      <p:cBhvr>
                                        <p:cTn id="153" dur="500"/>
                                        <p:tgtEl>
                                          <p:spTgt spid="100"/>
                                        </p:tgtEl>
                                      </p:cBhvr>
                                    </p:animEffect>
                                  </p:childTnLst>
                                </p:cTn>
                              </p:par>
                              <p:par>
                                <p:cTn id="154" presetID="14" presetClass="entr" presetSubtype="10" fill="hold" grpId="0" nodeType="withEffect">
                                  <p:stCondLst>
                                    <p:cond delay="0"/>
                                  </p:stCondLst>
                                  <p:childTnLst>
                                    <p:set>
                                      <p:cBhvr>
                                        <p:cTn id="155" dur="1" fill="hold">
                                          <p:stCondLst>
                                            <p:cond delay="0"/>
                                          </p:stCondLst>
                                        </p:cTn>
                                        <p:tgtEl>
                                          <p:spTgt spid="90"/>
                                        </p:tgtEl>
                                        <p:attrNameLst>
                                          <p:attrName>style.visibility</p:attrName>
                                        </p:attrNameLst>
                                      </p:cBhvr>
                                      <p:to>
                                        <p:strVal val="visible"/>
                                      </p:to>
                                    </p:set>
                                    <p:animEffect transition="in" filter="randombar(horizontal)">
                                      <p:cBhvr>
                                        <p:cTn id="156" dur="500"/>
                                        <p:tgtEl>
                                          <p:spTgt spid="90"/>
                                        </p:tgtEl>
                                      </p:cBhvr>
                                    </p:animEffect>
                                  </p:childTnLst>
                                </p:cTn>
                              </p:par>
                              <p:par>
                                <p:cTn id="157" presetID="14" presetClass="entr" presetSubtype="10" fill="hold" nodeType="withEffect">
                                  <p:stCondLst>
                                    <p:cond delay="0"/>
                                  </p:stCondLst>
                                  <p:childTnLst>
                                    <p:set>
                                      <p:cBhvr>
                                        <p:cTn id="158" dur="1" fill="hold">
                                          <p:stCondLst>
                                            <p:cond delay="0"/>
                                          </p:stCondLst>
                                        </p:cTn>
                                        <p:tgtEl>
                                          <p:spTgt spid="103"/>
                                        </p:tgtEl>
                                        <p:attrNameLst>
                                          <p:attrName>style.visibility</p:attrName>
                                        </p:attrNameLst>
                                      </p:cBhvr>
                                      <p:to>
                                        <p:strVal val="visible"/>
                                      </p:to>
                                    </p:set>
                                    <p:animEffect transition="in" filter="randombar(horizontal)">
                                      <p:cBhvr>
                                        <p:cTn id="159" dur="500"/>
                                        <p:tgtEl>
                                          <p:spTgt spid="103"/>
                                        </p:tgtEl>
                                      </p:cBhvr>
                                    </p:animEffect>
                                  </p:childTnLst>
                                </p:cTn>
                              </p:par>
                              <p:par>
                                <p:cTn id="160" presetID="14" presetClass="entr" presetSubtype="10" fill="hold" grpId="0" nodeType="withEffect">
                                  <p:stCondLst>
                                    <p:cond delay="0"/>
                                  </p:stCondLst>
                                  <p:childTnLst>
                                    <p:set>
                                      <p:cBhvr>
                                        <p:cTn id="161" dur="1" fill="hold">
                                          <p:stCondLst>
                                            <p:cond delay="0"/>
                                          </p:stCondLst>
                                        </p:cTn>
                                        <p:tgtEl>
                                          <p:spTgt spid="91"/>
                                        </p:tgtEl>
                                        <p:attrNameLst>
                                          <p:attrName>style.visibility</p:attrName>
                                        </p:attrNameLst>
                                      </p:cBhvr>
                                      <p:to>
                                        <p:strVal val="visible"/>
                                      </p:to>
                                    </p:set>
                                    <p:animEffect transition="in" filter="randombar(horizontal)">
                                      <p:cBhvr>
                                        <p:cTn id="162" dur="500"/>
                                        <p:tgtEl>
                                          <p:spTgt spid="91"/>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4" fill="hold" nodeType="clickEffect">
                                  <p:stCondLst>
                                    <p:cond delay="0"/>
                                  </p:stCondLst>
                                  <p:childTnLst>
                                    <p:set>
                                      <p:cBhvr>
                                        <p:cTn id="166" dur="1" fill="hold">
                                          <p:stCondLst>
                                            <p:cond delay="0"/>
                                          </p:stCondLst>
                                        </p:cTn>
                                        <p:tgtEl>
                                          <p:spTgt spid="106"/>
                                        </p:tgtEl>
                                        <p:attrNameLst>
                                          <p:attrName>style.visibility</p:attrName>
                                        </p:attrNameLst>
                                      </p:cBhvr>
                                      <p:to>
                                        <p:strVal val="visible"/>
                                      </p:to>
                                    </p:set>
                                    <p:animEffect transition="in" filter="wipe(down)">
                                      <p:cBhvr>
                                        <p:cTn id="167" dur="500"/>
                                        <p:tgtEl>
                                          <p:spTgt spid="106"/>
                                        </p:tgtEl>
                                      </p:cBhvr>
                                    </p:animEffect>
                                  </p:childTnLst>
                                </p:cTn>
                              </p:par>
                              <p:par>
                                <p:cTn id="168" presetID="22" presetClass="entr" presetSubtype="4" fill="hold" grpId="0" nodeType="withEffect">
                                  <p:stCondLst>
                                    <p:cond delay="0"/>
                                  </p:stCondLst>
                                  <p:childTnLst>
                                    <p:set>
                                      <p:cBhvr>
                                        <p:cTn id="169" dur="1" fill="hold">
                                          <p:stCondLst>
                                            <p:cond delay="0"/>
                                          </p:stCondLst>
                                        </p:cTn>
                                        <p:tgtEl>
                                          <p:spTgt spid="92"/>
                                        </p:tgtEl>
                                        <p:attrNameLst>
                                          <p:attrName>style.visibility</p:attrName>
                                        </p:attrNameLst>
                                      </p:cBhvr>
                                      <p:to>
                                        <p:strVal val="visible"/>
                                      </p:to>
                                    </p:set>
                                    <p:animEffect transition="in" filter="wipe(down)">
                                      <p:cBhvr>
                                        <p:cTn id="170" dur="500"/>
                                        <p:tgtEl>
                                          <p:spTgt spid="92"/>
                                        </p:tgtEl>
                                      </p:cBhvr>
                                    </p:animEffect>
                                  </p:childTnLst>
                                </p:cTn>
                              </p:par>
                              <p:par>
                                <p:cTn id="171" presetID="22" presetClass="entr" presetSubtype="4" fill="hold" nodeType="withEffect">
                                  <p:stCondLst>
                                    <p:cond delay="0"/>
                                  </p:stCondLst>
                                  <p:childTnLst>
                                    <p:set>
                                      <p:cBhvr>
                                        <p:cTn id="172" dur="1" fill="hold">
                                          <p:stCondLst>
                                            <p:cond delay="0"/>
                                          </p:stCondLst>
                                        </p:cTn>
                                        <p:tgtEl>
                                          <p:spTgt spid="109"/>
                                        </p:tgtEl>
                                        <p:attrNameLst>
                                          <p:attrName>style.visibility</p:attrName>
                                        </p:attrNameLst>
                                      </p:cBhvr>
                                      <p:to>
                                        <p:strVal val="visible"/>
                                      </p:to>
                                    </p:set>
                                    <p:animEffect transition="in" filter="wipe(down)">
                                      <p:cBhvr>
                                        <p:cTn id="173" dur="500"/>
                                        <p:tgtEl>
                                          <p:spTgt spid="109"/>
                                        </p:tgtEl>
                                      </p:cBhvr>
                                    </p:animEffect>
                                  </p:childTnLst>
                                </p:cTn>
                              </p:par>
                              <p:par>
                                <p:cTn id="174" presetID="22" presetClass="entr" presetSubtype="4" fill="hold" grpId="0" nodeType="withEffect">
                                  <p:stCondLst>
                                    <p:cond delay="0"/>
                                  </p:stCondLst>
                                  <p:childTnLst>
                                    <p:set>
                                      <p:cBhvr>
                                        <p:cTn id="175" dur="1" fill="hold">
                                          <p:stCondLst>
                                            <p:cond delay="0"/>
                                          </p:stCondLst>
                                        </p:cTn>
                                        <p:tgtEl>
                                          <p:spTgt spid="93"/>
                                        </p:tgtEl>
                                        <p:attrNameLst>
                                          <p:attrName>style.visibility</p:attrName>
                                        </p:attrNameLst>
                                      </p:cBhvr>
                                      <p:to>
                                        <p:strVal val="visible"/>
                                      </p:to>
                                    </p:set>
                                    <p:animEffect transition="in" filter="wipe(down)">
                                      <p:cBhvr>
                                        <p:cTn id="176" dur="500"/>
                                        <p:tgtEl>
                                          <p:spTgt spid="93"/>
                                        </p:tgtEl>
                                      </p:cBhvr>
                                    </p:animEffect>
                                  </p:childTnLst>
                                </p:cTn>
                              </p:par>
                              <p:par>
                                <p:cTn id="177" presetID="22" presetClass="entr" presetSubtype="4" fill="hold" nodeType="withEffect">
                                  <p:stCondLst>
                                    <p:cond delay="0"/>
                                  </p:stCondLst>
                                  <p:childTnLst>
                                    <p:set>
                                      <p:cBhvr>
                                        <p:cTn id="178" dur="1" fill="hold">
                                          <p:stCondLst>
                                            <p:cond delay="0"/>
                                          </p:stCondLst>
                                        </p:cTn>
                                        <p:tgtEl>
                                          <p:spTgt spid="114"/>
                                        </p:tgtEl>
                                        <p:attrNameLst>
                                          <p:attrName>style.visibility</p:attrName>
                                        </p:attrNameLst>
                                      </p:cBhvr>
                                      <p:to>
                                        <p:strVal val="visible"/>
                                      </p:to>
                                    </p:set>
                                    <p:animEffect transition="in" filter="wipe(down)">
                                      <p:cBhvr>
                                        <p:cTn id="179" dur="500"/>
                                        <p:tgtEl>
                                          <p:spTgt spid="114"/>
                                        </p:tgtEl>
                                      </p:cBhvr>
                                    </p:animEffect>
                                  </p:childTnLst>
                                </p:cTn>
                              </p:par>
                              <p:par>
                                <p:cTn id="180" presetID="22" presetClass="entr" presetSubtype="4" fill="hold" grpId="0" nodeType="withEffect">
                                  <p:stCondLst>
                                    <p:cond delay="0"/>
                                  </p:stCondLst>
                                  <p:childTnLst>
                                    <p:set>
                                      <p:cBhvr>
                                        <p:cTn id="181" dur="1" fill="hold">
                                          <p:stCondLst>
                                            <p:cond delay="0"/>
                                          </p:stCondLst>
                                        </p:cTn>
                                        <p:tgtEl>
                                          <p:spTgt spid="113"/>
                                        </p:tgtEl>
                                        <p:attrNameLst>
                                          <p:attrName>style.visibility</p:attrName>
                                        </p:attrNameLst>
                                      </p:cBhvr>
                                      <p:to>
                                        <p:strVal val="visible"/>
                                      </p:to>
                                    </p:set>
                                    <p:animEffect transition="in" filter="wipe(down)">
                                      <p:cBhvr>
                                        <p:cTn id="182" dur="500"/>
                                        <p:tgtEl>
                                          <p:spTgt spid="113"/>
                                        </p:tgtEl>
                                      </p:cBhvr>
                                    </p:animEffect>
                                  </p:childTnLst>
                                </p:cTn>
                              </p:par>
                            </p:childTnLst>
                          </p:cTn>
                        </p:par>
                      </p:childTnLst>
                    </p:cTn>
                  </p:par>
                  <p:par>
                    <p:cTn id="183" fill="hold">
                      <p:stCondLst>
                        <p:cond delay="indefinite"/>
                      </p:stCondLst>
                      <p:childTnLst>
                        <p:par>
                          <p:cTn id="184" fill="hold">
                            <p:stCondLst>
                              <p:cond delay="0"/>
                            </p:stCondLst>
                            <p:childTnLst>
                              <p:par>
                                <p:cTn id="185" presetID="14" presetClass="entr" presetSubtype="10" fill="hold" nodeType="clickEffect">
                                  <p:stCondLst>
                                    <p:cond delay="0"/>
                                  </p:stCondLst>
                                  <p:childTnLst>
                                    <p:set>
                                      <p:cBhvr>
                                        <p:cTn id="186" dur="1" fill="hold">
                                          <p:stCondLst>
                                            <p:cond delay="0"/>
                                          </p:stCondLst>
                                        </p:cTn>
                                        <p:tgtEl>
                                          <p:spTgt spid="120"/>
                                        </p:tgtEl>
                                        <p:attrNameLst>
                                          <p:attrName>style.visibility</p:attrName>
                                        </p:attrNameLst>
                                      </p:cBhvr>
                                      <p:to>
                                        <p:strVal val="visible"/>
                                      </p:to>
                                    </p:set>
                                    <p:animEffect transition="in" filter="randombar(horizontal)">
                                      <p:cBhvr>
                                        <p:cTn id="187" dur="500"/>
                                        <p:tgtEl>
                                          <p:spTgt spid="120"/>
                                        </p:tgtEl>
                                      </p:cBhvr>
                                    </p:animEffect>
                                  </p:childTnLst>
                                </p:cTn>
                              </p:par>
                              <p:par>
                                <p:cTn id="188" presetID="14" presetClass="entr" presetSubtype="10" fill="hold" grpId="0" nodeType="withEffect">
                                  <p:stCondLst>
                                    <p:cond delay="0"/>
                                  </p:stCondLst>
                                  <p:childTnLst>
                                    <p:set>
                                      <p:cBhvr>
                                        <p:cTn id="189" dur="1" fill="hold">
                                          <p:stCondLst>
                                            <p:cond delay="0"/>
                                          </p:stCondLst>
                                        </p:cTn>
                                        <p:tgtEl>
                                          <p:spTgt spid="119"/>
                                        </p:tgtEl>
                                        <p:attrNameLst>
                                          <p:attrName>style.visibility</p:attrName>
                                        </p:attrNameLst>
                                      </p:cBhvr>
                                      <p:to>
                                        <p:strVal val="visible"/>
                                      </p:to>
                                    </p:set>
                                    <p:animEffect transition="in" filter="randombar(horizontal)">
                                      <p:cBhvr>
                                        <p:cTn id="190" dur="500"/>
                                        <p:tgtEl>
                                          <p:spTgt spid="119"/>
                                        </p:tgtEl>
                                      </p:cBhvr>
                                    </p:animEffect>
                                  </p:childTnLst>
                                </p:cTn>
                              </p:par>
                              <p:par>
                                <p:cTn id="191" presetID="14" presetClass="entr" presetSubtype="10" fill="hold" grpId="0" nodeType="withEffect">
                                  <p:stCondLst>
                                    <p:cond delay="0"/>
                                  </p:stCondLst>
                                  <p:childTnLst>
                                    <p:set>
                                      <p:cBhvr>
                                        <p:cTn id="192" dur="1" fill="hold">
                                          <p:stCondLst>
                                            <p:cond delay="0"/>
                                          </p:stCondLst>
                                        </p:cTn>
                                        <p:tgtEl>
                                          <p:spTgt spid="147"/>
                                        </p:tgtEl>
                                        <p:attrNameLst>
                                          <p:attrName>style.visibility</p:attrName>
                                        </p:attrNameLst>
                                      </p:cBhvr>
                                      <p:to>
                                        <p:strVal val="visible"/>
                                      </p:to>
                                    </p:set>
                                    <p:animEffect transition="in" filter="randombar(horizontal)">
                                      <p:cBhvr>
                                        <p:cTn id="193" dur="500"/>
                                        <p:tgtEl>
                                          <p:spTgt spid="147"/>
                                        </p:tgtEl>
                                      </p:cBhvr>
                                    </p:animEffect>
                                  </p:childTnLst>
                                </p:cTn>
                              </p:par>
                              <p:par>
                                <p:cTn id="194" presetID="14" presetClass="entr" presetSubtype="10" fill="hold" nodeType="withEffect">
                                  <p:stCondLst>
                                    <p:cond delay="0"/>
                                  </p:stCondLst>
                                  <p:childTnLst>
                                    <p:set>
                                      <p:cBhvr>
                                        <p:cTn id="195" dur="1" fill="hold">
                                          <p:stCondLst>
                                            <p:cond delay="0"/>
                                          </p:stCondLst>
                                        </p:cTn>
                                        <p:tgtEl>
                                          <p:spTgt spid="123"/>
                                        </p:tgtEl>
                                        <p:attrNameLst>
                                          <p:attrName>style.visibility</p:attrName>
                                        </p:attrNameLst>
                                      </p:cBhvr>
                                      <p:to>
                                        <p:strVal val="visible"/>
                                      </p:to>
                                    </p:set>
                                    <p:animEffect transition="in" filter="randombar(horizontal)">
                                      <p:cBhvr>
                                        <p:cTn id="196" dur="500"/>
                                        <p:tgtEl>
                                          <p:spTgt spid="123"/>
                                        </p:tgtEl>
                                      </p:cBhvr>
                                    </p:animEffect>
                                  </p:childTnLst>
                                </p:cTn>
                              </p:par>
                            </p:childTnLst>
                          </p:cTn>
                        </p:par>
                      </p:childTnLst>
                    </p:cTn>
                  </p:par>
                  <p:par>
                    <p:cTn id="197" fill="hold">
                      <p:stCondLst>
                        <p:cond delay="indefinite"/>
                      </p:stCondLst>
                      <p:childTnLst>
                        <p:par>
                          <p:cTn id="198" fill="hold">
                            <p:stCondLst>
                              <p:cond delay="0"/>
                            </p:stCondLst>
                            <p:childTnLst>
                              <p:par>
                                <p:cTn id="199" presetID="14" presetClass="entr" presetSubtype="10" fill="hold" grpId="0" nodeType="clickEffect">
                                  <p:stCondLst>
                                    <p:cond delay="0"/>
                                  </p:stCondLst>
                                  <p:childTnLst>
                                    <p:set>
                                      <p:cBhvr>
                                        <p:cTn id="200" dur="1" fill="hold">
                                          <p:stCondLst>
                                            <p:cond delay="0"/>
                                          </p:stCondLst>
                                        </p:cTn>
                                        <p:tgtEl>
                                          <p:spTgt spid="146"/>
                                        </p:tgtEl>
                                        <p:attrNameLst>
                                          <p:attrName>style.visibility</p:attrName>
                                        </p:attrNameLst>
                                      </p:cBhvr>
                                      <p:to>
                                        <p:strVal val="visible"/>
                                      </p:to>
                                    </p:set>
                                    <p:animEffect transition="in" filter="randombar(horizontal)">
                                      <p:cBhvr>
                                        <p:cTn id="201" dur="500"/>
                                        <p:tgtEl>
                                          <p:spTgt spid="146"/>
                                        </p:tgtEl>
                                      </p:cBhvr>
                                    </p:animEffect>
                                  </p:childTnLst>
                                </p:cTn>
                              </p:par>
                              <p:par>
                                <p:cTn id="202" presetID="14" presetClass="entr" presetSubtype="10" fill="hold" nodeType="withEffect">
                                  <p:stCondLst>
                                    <p:cond delay="0"/>
                                  </p:stCondLst>
                                  <p:childTnLst>
                                    <p:set>
                                      <p:cBhvr>
                                        <p:cTn id="203" dur="1" fill="hold">
                                          <p:stCondLst>
                                            <p:cond delay="0"/>
                                          </p:stCondLst>
                                        </p:cTn>
                                        <p:tgtEl>
                                          <p:spTgt spid="137"/>
                                        </p:tgtEl>
                                        <p:attrNameLst>
                                          <p:attrName>style.visibility</p:attrName>
                                        </p:attrNameLst>
                                      </p:cBhvr>
                                      <p:to>
                                        <p:strVal val="visible"/>
                                      </p:to>
                                    </p:set>
                                    <p:animEffect transition="in" filter="randombar(horizontal)">
                                      <p:cBhvr>
                                        <p:cTn id="204" dur="500"/>
                                        <p:tgtEl>
                                          <p:spTgt spid="137"/>
                                        </p:tgtEl>
                                      </p:cBhvr>
                                    </p:animEffect>
                                  </p:childTnLst>
                                </p:cTn>
                              </p:par>
                              <p:par>
                                <p:cTn id="205" presetID="14" presetClass="entr" presetSubtype="10" fill="hold" grpId="0" nodeType="withEffect">
                                  <p:stCondLst>
                                    <p:cond delay="0"/>
                                  </p:stCondLst>
                                  <p:childTnLst>
                                    <p:set>
                                      <p:cBhvr>
                                        <p:cTn id="206" dur="1" fill="hold">
                                          <p:stCondLst>
                                            <p:cond delay="0"/>
                                          </p:stCondLst>
                                        </p:cTn>
                                        <p:tgtEl>
                                          <p:spTgt spid="135"/>
                                        </p:tgtEl>
                                        <p:attrNameLst>
                                          <p:attrName>style.visibility</p:attrName>
                                        </p:attrNameLst>
                                      </p:cBhvr>
                                      <p:to>
                                        <p:strVal val="visible"/>
                                      </p:to>
                                    </p:set>
                                    <p:animEffect transition="in" filter="randombar(horizontal)">
                                      <p:cBhvr>
                                        <p:cTn id="207" dur="500"/>
                                        <p:tgtEl>
                                          <p:spTgt spid="135"/>
                                        </p:tgtEl>
                                      </p:cBhvr>
                                    </p:animEffect>
                                  </p:childTnLst>
                                </p:cTn>
                              </p:par>
                              <p:par>
                                <p:cTn id="208" presetID="22" presetClass="entr" presetSubtype="4" fill="hold" grpId="0" nodeType="withEffect">
                                  <p:stCondLst>
                                    <p:cond delay="0"/>
                                  </p:stCondLst>
                                  <p:childTnLst>
                                    <p:set>
                                      <p:cBhvr>
                                        <p:cTn id="209" dur="1" fill="hold">
                                          <p:stCondLst>
                                            <p:cond delay="0"/>
                                          </p:stCondLst>
                                        </p:cTn>
                                        <p:tgtEl>
                                          <p:spTgt spid="4"/>
                                        </p:tgtEl>
                                        <p:attrNameLst>
                                          <p:attrName>style.visibility</p:attrName>
                                        </p:attrNameLst>
                                      </p:cBhvr>
                                      <p:to>
                                        <p:strVal val="visible"/>
                                      </p:to>
                                    </p:set>
                                    <p:animEffect transition="in" filter="wipe(down)">
                                      <p:cBhvr>
                                        <p:cTn id="210" dur="500"/>
                                        <p:tgtEl>
                                          <p:spTgt spid="4"/>
                                        </p:tgtEl>
                                      </p:cBhvr>
                                    </p:animEffect>
                                  </p:childTnLst>
                                </p:cTn>
                              </p:par>
                              <p:par>
                                <p:cTn id="211" presetID="22" presetClass="entr" presetSubtype="4" fill="hold" nodeType="withEffect">
                                  <p:stCondLst>
                                    <p:cond delay="0"/>
                                  </p:stCondLst>
                                  <p:childTnLst>
                                    <p:set>
                                      <p:cBhvr>
                                        <p:cTn id="212" dur="1" fill="hold">
                                          <p:stCondLst>
                                            <p:cond delay="0"/>
                                          </p:stCondLst>
                                        </p:cTn>
                                        <p:tgtEl>
                                          <p:spTgt spid="11"/>
                                        </p:tgtEl>
                                        <p:attrNameLst>
                                          <p:attrName>style.visibility</p:attrName>
                                        </p:attrNameLst>
                                      </p:cBhvr>
                                      <p:to>
                                        <p:strVal val="visible"/>
                                      </p:to>
                                    </p:set>
                                    <p:animEffect transition="in" filter="wipe(down)">
                                      <p:cBhvr>
                                        <p:cTn id="2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P spid="127" grpId="0" animBg="1"/>
      <p:bldP spid="128" grpId="0" animBg="1"/>
      <p:bldP spid="129" grpId="0" animBg="1"/>
      <p:bldP spid="141" grpId="0"/>
      <p:bldP spid="5" grpId="0" animBg="1"/>
      <p:bldP spid="7" grpId="0" animBg="1"/>
      <p:bldP spid="8" grpId="0" animBg="1"/>
      <p:bldP spid="9" grpId="0" animBg="1"/>
      <p:bldP spid="24" grpId="0" animBg="1"/>
      <p:bldP spid="28" grpId="0" animBg="1"/>
      <p:bldP spid="49" grpId="0" animBg="1"/>
      <p:bldP spid="73" grpId="0"/>
      <p:bldP spid="74" grpId="0" animBg="1"/>
      <p:bldP spid="78" grpId="0" animBg="1"/>
      <p:bldP spid="83" grpId="0" animBg="1"/>
      <p:bldP spid="88" grpId="0" animBg="1"/>
      <p:bldP spid="89" grpId="0" animBg="1"/>
      <p:bldP spid="90" grpId="0" animBg="1"/>
      <p:bldP spid="91" grpId="0" animBg="1"/>
      <p:bldP spid="92" grpId="0" animBg="1"/>
      <p:bldP spid="93" grpId="0" animBg="1"/>
      <p:bldP spid="113" grpId="0" animBg="1"/>
      <p:bldP spid="119" grpId="0" animBg="1"/>
      <p:bldP spid="135" grpId="0" animBg="1"/>
      <p:bldP spid="145" grpId="0"/>
      <p:bldP spid="146" grpId="0"/>
      <p:bldP spid="147" grpId="0"/>
      <p:bldP spid="148" grpId="0"/>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D478B-6BAE-AE55-4D80-8C0DE77F1B33}"/>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BD4B4164-A1D7-C4A2-35D1-13DC22EC87A7}"/>
              </a:ext>
            </a:extLst>
          </p:cNvPr>
          <p:cNvSpPr txBox="1"/>
          <p:nvPr/>
        </p:nvSpPr>
        <p:spPr>
          <a:xfrm>
            <a:off x="184211" y="341589"/>
            <a:ext cx="3292953" cy="369332"/>
          </a:xfrm>
          <a:prstGeom prst="rect">
            <a:avLst/>
          </a:prstGeom>
          <a:noFill/>
        </p:spPr>
        <p:txBody>
          <a:bodyPr wrap="none" rtlCol="0">
            <a:spAutoFit/>
          </a:bodyPr>
          <a:lstStyle/>
          <a:p>
            <a:r>
              <a:rPr lang="en-US" b="1" dirty="0">
                <a:solidFill>
                  <a:schemeClr val="bg1">
                    <a:lumMod val="85000"/>
                  </a:schemeClr>
                </a:solidFill>
              </a:rPr>
              <a:t>Hawksyn Architectural Layers</a:t>
            </a:r>
            <a:endParaRPr lang="en-IN" b="1" dirty="0">
              <a:solidFill>
                <a:schemeClr val="bg1">
                  <a:lumMod val="85000"/>
                </a:schemeClr>
              </a:solidFill>
            </a:endParaRPr>
          </a:p>
        </p:txBody>
      </p:sp>
      <p:grpSp>
        <p:nvGrpSpPr>
          <p:cNvPr id="120" name="Group 119">
            <a:extLst>
              <a:ext uri="{FF2B5EF4-FFF2-40B4-BE49-F238E27FC236}">
                <a16:creationId xmlns:a16="http://schemas.microsoft.com/office/drawing/2014/main" id="{F58BA637-4F91-640F-5FD2-87B04EDDD79E}"/>
              </a:ext>
            </a:extLst>
          </p:cNvPr>
          <p:cNvGrpSpPr/>
          <p:nvPr/>
        </p:nvGrpSpPr>
        <p:grpSpPr>
          <a:xfrm>
            <a:off x="7159335" y="469324"/>
            <a:ext cx="2130137" cy="933450"/>
            <a:chOff x="7159335" y="469324"/>
            <a:chExt cx="2130137" cy="933450"/>
          </a:xfrm>
        </p:grpSpPr>
        <p:grpSp>
          <p:nvGrpSpPr>
            <p:cNvPr id="7" name="Group 6">
              <a:extLst>
                <a:ext uri="{FF2B5EF4-FFF2-40B4-BE49-F238E27FC236}">
                  <a16:creationId xmlns:a16="http://schemas.microsoft.com/office/drawing/2014/main" id="{DFF1EBFC-F476-FD3C-5DE3-1D3782CA2662}"/>
                </a:ext>
              </a:extLst>
            </p:cNvPr>
            <p:cNvGrpSpPr/>
            <p:nvPr/>
          </p:nvGrpSpPr>
          <p:grpSpPr>
            <a:xfrm>
              <a:off x="7159335" y="469324"/>
              <a:ext cx="2130137" cy="933450"/>
              <a:chOff x="4405745" y="625186"/>
              <a:chExt cx="2130137" cy="933450"/>
            </a:xfrm>
          </p:grpSpPr>
          <p:sp>
            <p:nvSpPr>
              <p:cNvPr id="3" name="Rectangle: Rounded Corners 2">
                <a:extLst>
                  <a:ext uri="{FF2B5EF4-FFF2-40B4-BE49-F238E27FC236}">
                    <a16:creationId xmlns:a16="http://schemas.microsoft.com/office/drawing/2014/main" id="{5AA40F6F-4CAC-EAC3-E0EE-BE914D4CF030}"/>
                  </a:ext>
                </a:extLst>
              </p:cNvPr>
              <p:cNvSpPr/>
              <p:nvPr/>
            </p:nvSpPr>
            <p:spPr>
              <a:xfrm>
                <a:off x="4405745" y="625186"/>
                <a:ext cx="2130137" cy="933450"/>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Rounded Corners 1">
                <a:extLst>
                  <a:ext uri="{FF2B5EF4-FFF2-40B4-BE49-F238E27FC236}">
                    <a16:creationId xmlns:a16="http://schemas.microsoft.com/office/drawing/2014/main" id="{CCFDBE90-07A5-B8FA-B641-11B385825903}"/>
                  </a:ext>
                </a:extLst>
              </p:cNvPr>
              <p:cNvSpPr/>
              <p:nvPr/>
            </p:nvSpPr>
            <p:spPr>
              <a:xfrm>
                <a:off x="4618758" y="1059137"/>
                <a:ext cx="1704109" cy="337548"/>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Application</a:t>
                </a:r>
                <a:endParaRPr lang="en-IN" sz="1000" b="1" dirty="0"/>
              </a:p>
            </p:txBody>
          </p:sp>
          <p:sp>
            <p:nvSpPr>
              <p:cNvPr id="4" name="TextBox 3">
                <a:extLst>
                  <a:ext uri="{FF2B5EF4-FFF2-40B4-BE49-F238E27FC236}">
                    <a16:creationId xmlns:a16="http://schemas.microsoft.com/office/drawing/2014/main" id="{27D03301-C763-51E5-3192-7353DE0FBD01}"/>
                  </a:ext>
                </a:extLst>
              </p:cNvPr>
              <p:cNvSpPr txBox="1"/>
              <p:nvPr/>
            </p:nvSpPr>
            <p:spPr>
              <a:xfrm>
                <a:off x="4618757" y="711357"/>
                <a:ext cx="1704109" cy="261610"/>
              </a:xfrm>
              <a:prstGeom prst="rect">
                <a:avLst/>
              </a:prstGeom>
              <a:noFill/>
            </p:spPr>
            <p:txBody>
              <a:bodyPr wrap="square" rtlCol="0">
                <a:spAutoFit/>
              </a:bodyPr>
              <a:lstStyle/>
              <a:p>
                <a:pPr algn="ctr"/>
                <a:r>
                  <a:rPr lang="en-US" sz="1100" b="1" dirty="0">
                    <a:solidFill>
                      <a:srgbClr val="EC6404"/>
                    </a:solidFill>
                  </a:rPr>
                  <a:t>Experience Domain</a:t>
                </a:r>
                <a:endParaRPr lang="en-IN" sz="1100" b="1" dirty="0">
                  <a:solidFill>
                    <a:srgbClr val="EC6404"/>
                  </a:solidFill>
                </a:endParaRPr>
              </a:p>
            </p:txBody>
          </p:sp>
        </p:grpSp>
        <p:grpSp>
          <p:nvGrpSpPr>
            <p:cNvPr id="47" name="Group 46">
              <a:extLst>
                <a:ext uri="{FF2B5EF4-FFF2-40B4-BE49-F238E27FC236}">
                  <a16:creationId xmlns:a16="http://schemas.microsoft.com/office/drawing/2014/main" id="{ABA5BC9E-0F5E-3B06-2700-BB93DCFE1B48}"/>
                </a:ext>
              </a:extLst>
            </p:cNvPr>
            <p:cNvGrpSpPr/>
            <p:nvPr/>
          </p:nvGrpSpPr>
          <p:grpSpPr>
            <a:xfrm>
              <a:off x="8858072" y="813406"/>
              <a:ext cx="301686" cy="215444"/>
              <a:chOff x="1008232" y="2191874"/>
              <a:chExt cx="301686" cy="215444"/>
            </a:xfrm>
          </p:grpSpPr>
          <p:sp>
            <p:nvSpPr>
              <p:cNvPr id="46" name="Flowchart: Connector 45">
                <a:extLst>
                  <a:ext uri="{FF2B5EF4-FFF2-40B4-BE49-F238E27FC236}">
                    <a16:creationId xmlns:a16="http://schemas.microsoft.com/office/drawing/2014/main" id="{6407ABB4-CFA6-9759-5ABD-1251964BF04A}"/>
                  </a:ext>
                </a:extLst>
              </p:cNvPr>
              <p:cNvSpPr/>
              <p:nvPr/>
            </p:nvSpPr>
            <p:spPr>
              <a:xfrm>
                <a:off x="1049657" y="2198520"/>
                <a:ext cx="209313" cy="192629"/>
              </a:xfrm>
              <a:prstGeom prst="flowChartConnector">
                <a:avLst/>
              </a:prstGeom>
              <a:solidFill>
                <a:srgbClr val="002060"/>
              </a:solidFill>
              <a:ln>
                <a:solidFill>
                  <a:srgbClr val="0070C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45" name="TextBox 44">
                <a:extLst>
                  <a:ext uri="{FF2B5EF4-FFF2-40B4-BE49-F238E27FC236}">
                    <a16:creationId xmlns:a16="http://schemas.microsoft.com/office/drawing/2014/main" id="{3AA8AEA7-1D83-40F9-A71B-26991807BCC9}"/>
                  </a:ext>
                </a:extLst>
              </p:cNvPr>
              <p:cNvSpPr txBox="1"/>
              <p:nvPr/>
            </p:nvSpPr>
            <p:spPr>
              <a:xfrm>
                <a:off x="1008232" y="2191874"/>
                <a:ext cx="301686" cy="215444"/>
              </a:xfrm>
              <a:prstGeom prst="rect">
                <a:avLst/>
              </a:prstGeom>
              <a:noFill/>
            </p:spPr>
            <p:txBody>
              <a:bodyPr wrap="none" rtlCol="0" anchor="ctr">
                <a:spAutoFit/>
              </a:bodyPr>
              <a:lstStyle/>
              <a:p>
                <a:r>
                  <a:rPr lang="en-US" sz="800" b="1" dirty="0">
                    <a:solidFill>
                      <a:schemeClr val="bg1"/>
                    </a:solidFill>
                  </a:rPr>
                  <a:t>V1</a:t>
                </a:r>
                <a:endParaRPr lang="en-IN" sz="800" b="1" dirty="0">
                  <a:solidFill>
                    <a:schemeClr val="bg1"/>
                  </a:solidFill>
                </a:endParaRPr>
              </a:p>
            </p:txBody>
          </p:sp>
        </p:grpSp>
      </p:grpSp>
      <p:grpSp>
        <p:nvGrpSpPr>
          <p:cNvPr id="121" name="Group 120">
            <a:extLst>
              <a:ext uri="{FF2B5EF4-FFF2-40B4-BE49-F238E27FC236}">
                <a16:creationId xmlns:a16="http://schemas.microsoft.com/office/drawing/2014/main" id="{0D361CC0-AC23-9324-11A3-0C5A9D8AC4BC}"/>
              </a:ext>
            </a:extLst>
          </p:cNvPr>
          <p:cNvGrpSpPr/>
          <p:nvPr/>
        </p:nvGrpSpPr>
        <p:grpSpPr>
          <a:xfrm>
            <a:off x="6292556" y="1491906"/>
            <a:ext cx="3856746" cy="933450"/>
            <a:chOff x="6292556" y="1491906"/>
            <a:chExt cx="3856746" cy="933450"/>
          </a:xfrm>
        </p:grpSpPr>
        <p:grpSp>
          <p:nvGrpSpPr>
            <p:cNvPr id="14" name="Group 13">
              <a:extLst>
                <a:ext uri="{FF2B5EF4-FFF2-40B4-BE49-F238E27FC236}">
                  <a16:creationId xmlns:a16="http://schemas.microsoft.com/office/drawing/2014/main" id="{2FA6AD58-FF04-FE6F-009F-EF3C93137E21}"/>
                </a:ext>
              </a:extLst>
            </p:cNvPr>
            <p:cNvGrpSpPr/>
            <p:nvPr/>
          </p:nvGrpSpPr>
          <p:grpSpPr>
            <a:xfrm>
              <a:off x="6292556" y="1491906"/>
              <a:ext cx="3855026" cy="933450"/>
              <a:chOff x="893619" y="2024496"/>
              <a:chExt cx="3855026" cy="933450"/>
            </a:xfrm>
          </p:grpSpPr>
          <p:sp>
            <p:nvSpPr>
              <p:cNvPr id="8" name="Rectangle: Rounded Corners 7">
                <a:extLst>
                  <a:ext uri="{FF2B5EF4-FFF2-40B4-BE49-F238E27FC236}">
                    <a16:creationId xmlns:a16="http://schemas.microsoft.com/office/drawing/2014/main" id="{AD2BF0CB-0DD2-D2F3-168D-233F25D745DF}"/>
                  </a:ext>
                </a:extLst>
              </p:cNvPr>
              <p:cNvSpPr/>
              <p:nvPr/>
            </p:nvSpPr>
            <p:spPr>
              <a:xfrm>
                <a:off x="893619" y="2024496"/>
                <a:ext cx="3855026" cy="933450"/>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Rectangle: Rounded Corners 8">
                <a:extLst>
                  <a:ext uri="{FF2B5EF4-FFF2-40B4-BE49-F238E27FC236}">
                    <a16:creationId xmlns:a16="http://schemas.microsoft.com/office/drawing/2014/main" id="{9CE98677-B77B-37EA-21DC-164B4641E949}"/>
                  </a:ext>
                </a:extLst>
              </p:cNvPr>
              <p:cNvSpPr/>
              <p:nvPr/>
            </p:nvSpPr>
            <p:spPr>
              <a:xfrm>
                <a:off x="968085" y="2379519"/>
                <a:ext cx="1182833" cy="415559"/>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Identity &amp; Access</a:t>
                </a:r>
                <a:endParaRPr lang="en-IN" sz="1000" b="1" dirty="0"/>
              </a:p>
            </p:txBody>
          </p:sp>
          <p:sp>
            <p:nvSpPr>
              <p:cNvPr id="10" name="Rectangle: Rounded Corners 9">
                <a:extLst>
                  <a:ext uri="{FF2B5EF4-FFF2-40B4-BE49-F238E27FC236}">
                    <a16:creationId xmlns:a16="http://schemas.microsoft.com/office/drawing/2014/main" id="{E46BE717-3A30-8CB0-3FF5-FBABF50FD89B}"/>
                  </a:ext>
                </a:extLst>
              </p:cNvPr>
              <p:cNvSpPr/>
              <p:nvPr/>
            </p:nvSpPr>
            <p:spPr>
              <a:xfrm>
                <a:off x="2225384" y="2379519"/>
                <a:ext cx="1182833" cy="415559"/>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Edge &amp; Delivery System</a:t>
                </a:r>
                <a:endParaRPr lang="en-IN" sz="1000" b="1" dirty="0"/>
              </a:p>
            </p:txBody>
          </p:sp>
          <p:sp>
            <p:nvSpPr>
              <p:cNvPr id="12" name="Rectangle: Rounded Corners 11">
                <a:extLst>
                  <a:ext uri="{FF2B5EF4-FFF2-40B4-BE49-F238E27FC236}">
                    <a16:creationId xmlns:a16="http://schemas.microsoft.com/office/drawing/2014/main" id="{23D95E78-EC38-307E-7E1B-306F81655EE4}"/>
                  </a:ext>
                </a:extLst>
              </p:cNvPr>
              <p:cNvSpPr/>
              <p:nvPr/>
            </p:nvSpPr>
            <p:spPr>
              <a:xfrm>
                <a:off x="3482683" y="2386848"/>
                <a:ext cx="1182833" cy="415559"/>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API Gateway System</a:t>
                </a:r>
                <a:endParaRPr lang="en-IN" sz="1000" b="1" dirty="0"/>
              </a:p>
            </p:txBody>
          </p:sp>
          <p:sp>
            <p:nvSpPr>
              <p:cNvPr id="13" name="TextBox 12">
                <a:extLst>
                  <a:ext uri="{FF2B5EF4-FFF2-40B4-BE49-F238E27FC236}">
                    <a16:creationId xmlns:a16="http://schemas.microsoft.com/office/drawing/2014/main" id="{701D3E53-6CC3-3D7A-964C-D6F9D19B24E3}"/>
                  </a:ext>
                </a:extLst>
              </p:cNvPr>
              <p:cNvSpPr txBox="1"/>
              <p:nvPr/>
            </p:nvSpPr>
            <p:spPr>
              <a:xfrm>
                <a:off x="1766020" y="2074867"/>
                <a:ext cx="2101560" cy="261610"/>
              </a:xfrm>
              <a:prstGeom prst="rect">
                <a:avLst/>
              </a:prstGeom>
              <a:noFill/>
            </p:spPr>
            <p:txBody>
              <a:bodyPr wrap="square" rtlCol="0">
                <a:spAutoFit/>
              </a:bodyPr>
              <a:lstStyle/>
              <a:p>
                <a:pPr algn="ctr"/>
                <a:r>
                  <a:rPr lang="en-US" sz="1100" b="1" dirty="0">
                    <a:solidFill>
                      <a:srgbClr val="EC6404"/>
                    </a:solidFill>
                  </a:rPr>
                  <a:t>Trust &amp; Entry Domain</a:t>
                </a:r>
                <a:endParaRPr lang="en-IN" sz="1100" b="1" dirty="0">
                  <a:solidFill>
                    <a:srgbClr val="EC6404"/>
                  </a:solidFill>
                </a:endParaRPr>
              </a:p>
            </p:txBody>
          </p:sp>
        </p:grpSp>
        <p:grpSp>
          <p:nvGrpSpPr>
            <p:cNvPr id="48" name="Group 47">
              <a:extLst>
                <a:ext uri="{FF2B5EF4-FFF2-40B4-BE49-F238E27FC236}">
                  <a16:creationId xmlns:a16="http://schemas.microsoft.com/office/drawing/2014/main" id="{6D4AC220-9917-B1B9-66ED-110EF37F045A}"/>
                </a:ext>
              </a:extLst>
            </p:cNvPr>
            <p:cNvGrpSpPr/>
            <p:nvPr/>
          </p:nvGrpSpPr>
          <p:grpSpPr>
            <a:xfrm>
              <a:off x="7248169" y="1746536"/>
              <a:ext cx="301686" cy="215444"/>
              <a:chOff x="1008232" y="2191874"/>
              <a:chExt cx="301686" cy="215444"/>
            </a:xfrm>
          </p:grpSpPr>
          <p:sp>
            <p:nvSpPr>
              <p:cNvPr id="49" name="Flowchart: Connector 48">
                <a:extLst>
                  <a:ext uri="{FF2B5EF4-FFF2-40B4-BE49-F238E27FC236}">
                    <a16:creationId xmlns:a16="http://schemas.microsoft.com/office/drawing/2014/main" id="{A55A2A6B-6C1D-3BDB-2F44-6418812A7726}"/>
                  </a:ext>
                </a:extLst>
              </p:cNvPr>
              <p:cNvSpPr/>
              <p:nvPr/>
            </p:nvSpPr>
            <p:spPr>
              <a:xfrm>
                <a:off x="1049657" y="2198520"/>
                <a:ext cx="209313" cy="192629"/>
              </a:xfrm>
              <a:prstGeom prst="flowChartConnector">
                <a:avLst/>
              </a:prstGeom>
              <a:solidFill>
                <a:srgbClr val="002060"/>
              </a:solidFill>
              <a:ln>
                <a:solidFill>
                  <a:srgbClr val="0070C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0" name="TextBox 49">
                <a:extLst>
                  <a:ext uri="{FF2B5EF4-FFF2-40B4-BE49-F238E27FC236}">
                    <a16:creationId xmlns:a16="http://schemas.microsoft.com/office/drawing/2014/main" id="{0E38498A-8B78-D217-5444-825110381578}"/>
                  </a:ext>
                </a:extLst>
              </p:cNvPr>
              <p:cNvSpPr txBox="1"/>
              <p:nvPr/>
            </p:nvSpPr>
            <p:spPr>
              <a:xfrm>
                <a:off x="1008232" y="2191874"/>
                <a:ext cx="301686" cy="215444"/>
              </a:xfrm>
              <a:prstGeom prst="rect">
                <a:avLst/>
              </a:prstGeom>
              <a:noFill/>
            </p:spPr>
            <p:txBody>
              <a:bodyPr wrap="none" rtlCol="0" anchor="ctr">
                <a:spAutoFit/>
              </a:bodyPr>
              <a:lstStyle/>
              <a:p>
                <a:r>
                  <a:rPr lang="en-US" sz="800" b="1" dirty="0">
                    <a:solidFill>
                      <a:schemeClr val="bg1"/>
                    </a:solidFill>
                  </a:rPr>
                  <a:t>V1</a:t>
                </a:r>
                <a:endParaRPr lang="en-IN" sz="800" b="1" dirty="0">
                  <a:solidFill>
                    <a:schemeClr val="bg1"/>
                  </a:solidFill>
                </a:endParaRPr>
              </a:p>
            </p:txBody>
          </p:sp>
        </p:grpSp>
        <p:grpSp>
          <p:nvGrpSpPr>
            <p:cNvPr id="51" name="Group 50">
              <a:extLst>
                <a:ext uri="{FF2B5EF4-FFF2-40B4-BE49-F238E27FC236}">
                  <a16:creationId xmlns:a16="http://schemas.microsoft.com/office/drawing/2014/main" id="{B7A05052-21E4-3E86-34DC-12A57072E3A9}"/>
                </a:ext>
              </a:extLst>
            </p:cNvPr>
            <p:cNvGrpSpPr/>
            <p:nvPr/>
          </p:nvGrpSpPr>
          <p:grpSpPr>
            <a:xfrm>
              <a:off x="9847616" y="1746536"/>
              <a:ext cx="301686" cy="215444"/>
              <a:chOff x="1008232" y="2191874"/>
              <a:chExt cx="301686" cy="215444"/>
            </a:xfrm>
          </p:grpSpPr>
          <p:sp>
            <p:nvSpPr>
              <p:cNvPr id="52" name="Flowchart: Connector 51">
                <a:extLst>
                  <a:ext uri="{FF2B5EF4-FFF2-40B4-BE49-F238E27FC236}">
                    <a16:creationId xmlns:a16="http://schemas.microsoft.com/office/drawing/2014/main" id="{120C2F03-6ACF-119C-A127-AB69016CF7CC}"/>
                  </a:ext>
                </a:extLst>
              </p:cNvPr>
              <p:cNvSpPr/>
              <p:nvPr/>
            </p:nvSpPr>
            <p:spPr>
              <a:xfrm>
                <a:off x="1049657" y="2198520"/>
                <a:ext cx="209313" cy="192629"/>
              </a:xfrm>
              <a:prstGeom prst="flowChartConnector">
                <a:avLst/>
              </a:prstGeom>
              <a:solidFill>
                <a:srgbClr val="002060"/>
              </a:solidFill>
              <a:ln>
                <a:solidFill>
                  <a:srgbClr val="0070C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3" name="TextBox 52">
                <a:extLst>
                  <a:ext uri="{FF2B5EF4-FFF2-40B4-BE49-F238E27FC236}">
                    <a16:creationId xmlns:a16="http://schemas.microsoft.com/office/drawing/2014/main" id="{5251C9B6-AD15-6EFC-C8F2-9179DB996F73}"/>
                  </a:ext>
                </a:extLst>
              </p:cNvPr>
              <p:cNvSpPr txBox="1"/>
              <p:nvPr/>
            </p:nvSpPr>
            <p:spPr>
              <a:xfrm>
                <a:off x="1008232" y="2191874"/>
                <a:ext cx="301686" cy="215444"/>
              </a:xfrm>
              <a:prstGeom prst="rect">
                <a:avLst/>
              </a:prstGeom>
              <a:noFill/>
            </p:spPr>
            <p:txBody>
              <a:bodyPr wrap="none" rtlCol="0" anchor="ctr">
                <a:spAutoFit/>
              </a:bodyPr>
              <a:lstStyle/>
              <a:p>
                <a:r>
                  <a:rPr lang="en-US" sz="800" b="1" dirty="0">
                    <a:solidFill>
                      <a:schemeClr val="bg1"/>
                    </a:solidFill>
                  </a:rPr>
                  <a:t>V1</a:t>
                </a:r>
                <a:endParaRPr lang="en-IN" sz="800" b="1" dirty="0">
                  <a:solidFill>
                    <a:schemeClr val="bg1"/>
                  </a:solidFill>
                </a:endParaRPr>
              </a:p>
            </p:txBody>
          </p:sp>
        </p:grpSp>
        <p:grpSp>
          <p:nvGrpSpPr>
            <p:cNvPr id="60" name="Group 59">
              <a:extLst>
                <a:ext uri="{FF2B5EF4-FFF2-40B4-BE49-F238E27FC236}">
                  <a16:creationId xmlns:a16="http://schemas.microsoft.com/office/drawing/2014/main" id="{924B1720-6A04-37D8-F503-1A6522BFABE8}"/>
                </a:ext>
              </a:extLst>
            </p:cNvPr>
            <p:cNvGrpSpPr/>
            <p:nvPr/>
          </p:nvGrpSpPr>
          <p:grpSpPr>
            <a:xfrm>
              <a:off x="8515851" y="1753182"/>
              <a:ext cx="453970" cy="215444"/>
              <a:chOff x="1005760" y="1799305"/>
              <a:chExt cx="453970" cy="215444"/>
            </a:xfrm>
          </p:grpSpPr>
          <p:sp>
            <p:nvSpPr>
              <p:cNvPr id="58" name="Flowchart: Connector 57">
                <a:extLst>
                  <a:ext uri="{FF2B5EF4-FFF2-40B4-BE49-F238E27FC236}">
                    <a16:creationId xmlns:a16="http://schemas.microsoft.com/office/drawing/2014/main" id="{42AADD2C-C42A-F722-CCF3-21F2B44CFCA8}"/>
                  </a:ext>
                </a:extLst>
              </p:cNvPr>
              <p:cNvSpPr/>
              <p:nvPr/>
            </p:nvSpPr>
            <p:spPr>
              <a:xfrm>
                <a:off x="1050933" y="1805951"/>
                <a:ext cx="209313" cy="192629"/>
              </a:xfrm>
              <a:prstGeom prst="flowChartConnector">
                <a:avLst/>
              </a:prstGeom>
              <a:solidFill>
                <a:schemeClr val="tx1">
                  <a:lumMod val="85000"/>
                  <a:lumOff val="15000"/>
                </a:schemeClr>
              </a:solidFill>
              <a:ln>
                <a:solidFill>
                  <a:schemeClr val="tx1">
                    <a:lumMod val="75000"/>
                    <a:lumOff val="2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9" name="TextBox 58">
                <a:extLst>
                  <a:ext uri="{FF2B5EF4-FFF2-40B4-BE49-F238E27FC236}">
                    <a16:creationId xmlns:a16="http://schemas.microsoft.com/office/drawing/2014/main" id="{3C751CAD-F419-C9E7-21CF-AF6F756C8DDC}"/>
                  </a:ext>
                </a:extLst>
              </p:cNvPr>
              <p:cNvSpPr txBox="1"/>
              <p:nvPr/>
            </p:nvSpPr>
            <p:spPr>
              <a:xfrm>
                <a:off x="1005760" y="1799305"/>
                <a:ext cx="453970" cy="215444"/>
              </a:xfrm>
              <a:prstGeom prst="rect">
                <a:avLst/>
              </a:prstGeom>
              <a:noFill/>
            </p:spPr>
            <p:txBody>
              <a:bodyPr wrap="none" rtlCol="0" anchor="ctr">
                <a:spAutoFit/>
              </a:bodyPr>
              <a:lstStyle/>
              <a:p>
                <a:r>
                  <a:rPr lang="en-US" sz="800" b="1" dirty="0">
                    <a:solidFill>
                      <a:schemeClr val="tx1">
                        <a:lumMod val="50000"/>
                        <a:lumOff val="50000"/>
                      </a:schemeClr>
                    </a:solidFill>
                  </a:rPr>
                  <a:t>V1</a:t>
                </a:r>
                <a:r>
                  <a:rPr lang="en-US" sz="800" b="1" baseline="30000" dirty="0">
                    <a:solidFill>
                      <a:schemeClr val="bg1"/>
                    </a:solidFill>
                  </a:rPr>
                  <a:t>Light</a:t>
                </a:r>
                <a:endParaRPr lang="en-IN" sz="800" b="1" baseline="30000" dirty="0">
                  <a:solidFill>
                    <a:schemeClr val="bg1"/>
                  </a:solidFill>
                </a:endParaRPr>
              </a:p>
            </p:txBody>
          </p:sp>
        </p:grpSp>
      </p:grpSp>
      <p:grpSp>
        <p:nvGrpSpPr>
          <p:cNvPr id="122" name="Group 121">
            <a:extLst>
              <a:ext uri="{FF2B5EF4-FFF2-40B4-BE49-F238E27FC236}">
                <a16:creationId xmlns:a16="http://schemas.microsoft.com/office/drawing/2014/main" id="{576D7DDC-3006-74D3-D098-1608F4739B54}"/>
              </a:ext>
            </a:extLst>
          </p:cNvPr>
          <p:cNvGrpSpPr/>
          <p:nvPr/>
        </p:nvGrpSpPr>
        <p:grpSpPr>
          <a:xfrm>
            <a:off x="5491152" y="2514488"/>
            <a:ext cx="5555197" cy="933450"/>
            <a:chOff x="5491152" y="2514488"/>
            <a:chExt cx="5555197" cy="933450"/>
          </a:xfrm>
        </p:grpSpPr>
        <p:grpSp>
          <p:nvGrpSpPr>
            <p:cNvPr id="23" name="Group 22">
              <a:extLst>
                <a:ext uri="{FF2B5EF4-FFF2-40B4-BE49-F238E27FC236}">
                  <a16:creationId xmlns:a16="http://schemas.microsoft.com/office/drawing/2014/main" id="{3174F9FE-87D3-3550-81AA-A5878F33EA13}"/>
                </a:ext>
              </a:extLst>
            </p:cNvPr>
            <p:cNvGrpSpPr/>
            <p:nvPr/>
          </p:nvGrpSpPr>
          <p:grpSpPr>
            <a:xfrm>
              <a:off x="5491152" y="2514488"/>
              <a:ext cx="5449170" cy="933450"/>
              <a:chOff x="3538966" y="2880186"/>
              <a:chExt cx="5449170" cy="933450"/>
            </a:xfrm>
          </p:grpSpPr>
          <p:sp>
            <p:nvSpPr>
              <p:cNvPr id="15" name="Rectangle: Rounded Corners 14">
                <a:extLst>
                  <a:ext uri="{FF2B5EF4-FFF2-40B4-BE49-F238E27FC236}">
                    <a16:creationId xmlns:a16="http://schemas.microsoft.com/office/drawing/2014/main" id="{9E73E502-E51C-FDA5-0762-D0405CFE0D81}"/>
                  </a:ext>
                </a:extLst>
              </p:cNvPr>
              <p:cNvSpPr/>
              <p:nvPr/>
            </p:nvSpPr>
            <p:spPr>
              <a:xfrm>
                <a:off x="3538966" y="2880186"/>
                <a:ext cx="5449170" cy="933450"/>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21007023-320D-9D4E-367A-3E08D7CE6562}"/>
                  </a:ext>
                </a:extLst>
              </p:cNvPr>
              <p:cNvSpPr txBox="1"/>
              <p:nvPr/>
            </p:nvSpPr>
            <p:spPr>
              <a:xfrm>
                <a:off x="5173374" y="2923271"/>
                <a:ext cx="2101560" cy="261610"/>
              </a:xfrm>
              <a:prstGeom prst="rect">
                <a:avLst/>
              </a:prstGeom>
              <a:noFill/>
            </p:spPr>
            <p:txBody>
              <a:bodyPr wrap="square" rtlCol="0">
                <a:spAutoFit/>
              </a:bodyPr>
              <a:lstStyle/>
              <a:p>
                <a:pPr algn="ctr"/>
                <a:r>
                  <a:rPr lang="en-US" sz="1100" b="1" dirty="0">
                    <a:solidFill>
                      <a:srgbClr val="EC6404"/>
                    </a:solidFill>
                  </a:rPr>
                  <a:t>Core Decision Domain</a:t>
                </a:r>
                <a:endParaRPr lang="en-IN" sz="1100" b="1" dirty="0">
                  <a:solidFill>
                    <a:srgbClr val="EC6404"/>
                  </a:solidFill>
                </a:endParaRPr>
              </a:p>
            </p:txBody>
          </p:sp>
          <p:sp>
            <p:nvSpPr>
              <p:cNvPr id="19" name="Rectangle: Rounded Corners 18">
                <a:extLst>
                  <a:ext uri="{FF2B5EF4-FFF2-40B4-BE49-F238E27FC236}">
                    <a16:creationId xmlns:a16="http://schemas.microsoft.com/office/drawing/2014/main" id="{5272B489-CA94-3751-B304-4154D03DF594}"/>
                  </a:ext>
                </a:extLst>
              </p:cNvPr>
              <p:cNvSpPr/>
              <p:nvPr/>
            </p:nvSpPr>
            <p:spPr>
              <a:xfrm>
                <a:off x="3640711" y="3261254"/>
                <a:ext cx="1159886" cy="415559"/>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Profile &amp; CV Intake</a:t>
                </a:r>
                <a:endParaRPr lang="en-IN" sz="1000" b="1" dirty="0"/>
              </a:p>
            </p:txBody>
          </p:sp>
          <p:sp>
            <p:nvSpPr>
              <p:cNvPr id="20" name="Rectangle: Rounded Corners 19">
                <a:extLst>
                  <a:ext uri="{FF2B5EF4-FFF2-40B4-BE49-F238E27FC236}">
                    <a16:creationId xmlns:a16="http://schemas.microsoft.com/office/drawing/2014/main" id="{CCAA29C5-BA80-7E48-039B-97727A20AB9B}"/>
                  </a:ext>
                </a:extLst>
              </p:cNvPr>
              <p:cNvSpPr/>
              <p:nvPr/>
            </p:nvSpPr>
            <p:spPr>
              <a:xfrm>
                <a:off x="4886535" y="3261253"/>
                <a:ext cx="1337619" cy="415559"/>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Normalization &amp; Knowledge Graph</a:t>
                </a:r>
                <a:endParaRPr lang="en-IN" sz="1000" b="1" dirty="0"/>
              </a:p>
            </p:txBody>
          </p:sp>
          <p:sp>
            <p:nvSpPr>
              <p:cNvPr id="21" name="Rectangle: Rounded Corners 20">
                <a:extLst>
                  <a:ext uri="{FF2B5EF4-FFF2-40B4-BE49-F238E27FC236}">
                    <a16:creationId xmlns:a16="http://schemas.microsoft.com/office/drawing/2014/main" id="{6C23438D-82BA-4541-57A1-303658EF6CFC}"/>
                  </a:ext>
                </a:extLst>
              </p:cNvPr>
              <p:cNvSpPr/>
              <p:nvPr/>
            </p:nvSpPr>
            <p:spPr>
              <a:xfrm>
                <a:off x="6310092" y="3270965"/>
                <a:ext cx="1159887" cy="415559"/>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Decision Intake &amp; Context</a:t>
                </a:r>
                <a:endParaRPr lang="en-IN" sz="1000" b="1" dirty="0"/>
              </a:p>
            </p:txBody>
          </p:sp>
          <p:sp>
            <p:nvSpPr>
              <p:cNvPr id="22" name="Rectangle: Rounded Corners 21">
                <a:extLst>
                  <a:ext uri="{FF2B5EF4-FFF2-40B4-BE49-F238E27FC236}">
                    <a16:creationId xmlns:a16="http://schemas.microsoft.com/office/drawing/2014/main" id="{CCF4B016-7004-20F8-82DE-F9C4E4ADA28C}"/>
                  </a:ext>
                </a:extLst>
              </p:cNvPr>
              <p:cNvSpPr/>
              <p:nvPr/>
            </p:nvSpPr>
            <p:spPr>
              <a:xfrm>
                <a:off x="7571723" y="3270964"/>
                <a:ext cx="1337619" cy="415559"/>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Orchestration &amp; Workflow Engine</a:t>
                </a:r>
                <a:endParaRPr lang="en-IN" sz="1000" b="1" dirty="0"/>
              </a:p>
            </p:txBody>
          </p:sp>
        </p:grpSp>
        <p:grpSp>
          <p:nvGrpSpPr>
            <p:cNvPr id="54" name="Group 53">
              <a:extLst>
                <a:ext uri="{FF2B5EF4-FFF2-40B4-BE49-F238E27FC236}">
                  <a16:creationId xmlns:a16="http://schemas.microsoft.com/office/drawing/2014/main" id="{1A6645B4-46FE-A17F-2B93-754B8F52CE71}"/>
                </a:ext>
              </a:extLst>
            </p:cNvPr>
            <p:cNvGrpSpPr/>
            <p:nvPr/>
          </p:nvGrpSpPr>
          <p:grpSpPr>
            <a:xfrm>
              <a:off x="6501969" y="2797544"/>
              <a:ext cx="301686" cy="215444"/>
              <a:chOff x="1008232" y="2191874"/>
              <a:chExt cx="301686" cy="215444"/>
            </a:xfrm>
          </p:grpSpPr>
          <p:sp>
            <p:nvSpPr>
              <p:cNvPr id="55" name="Flowchart: Connector 54">
                <a:extLst>
                  <a:ext uri="{FF2B5EF4-FFF2-40B4-BE49-F238E27FC236}">
                    <a16:creationId xmlns:a16="http://schemas.microsoft.com/office/drawing/2014/main" id="{374FBB3F-7DBA-D957-FFEE-FA7A4E1A88E1}"/>
                  </a:ext>
                </a:extLst>
              </p:cNvPr>
              <p:cNvSpPr/>
              <p:nvPr/>
            </p:nvSpPr>
            <p:spPr>
              <a:xfrm>
                <a:off x="1049657" y="2198520"/>
                <a:ext cx="209313" cy="192629"/>
              </a:xfrm>
              <a:prstGeom prst="flowChartConnector">
                <a:avLst/>
              </a:prstGeom>
              <a:solidFill>
                <a:srgbClr val="002060"/>
              </a:solidFill>
              <a:ln>
                <a:solidFill>
                  <a:srgbClr val="0070C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6" name="TextBox 55">
                <a:extLst>
                  <a:ext uri="{FF2B5EF4-FFF2-40B4-BE49-F238E27FC236}">
                    <a16:creationId xmlns:a16="http://schemas.microsoft.com/office/drawing/2014/main" id="{1707903E-9924-D054-C9EB-A7ECA8AB5643}"/>
                  </a:ext>
                </a:extLst>
              </p:cNvPr>
              <p:cNvSpPr txBox="1"/>
              <p:nvPr/>
            </p:nvSpPr>
            <p:spPr>
              <a:xfrm>
                <a:off x="1008232" y="2191874"/>
                <a:ext cx="301686" cy="215444"/>
              </a:xfrm>
              <a:prstGeom prst="rect">
                <a:avLst/>
              </a:prstGeom>
              <a:noFill/>
            </p:spPr>
            <p:txBody>
              <a:bodyPr wrap="none" rtlCol="0" anchor="ctr">
                <a:spAutoFit/>
              </a:bodyPr>
              <a:lstStyle/>
              <a:p>
                <a:r>
                  <a:rPr lang="en-US" sz="800" b="1" dirty="0">
                    <a:solidFill>
                      <a:schemeClr val="bg1"/>
                    </a:solidFill>
                  </a:rPr>
                  <a:t>V1</a:t>
                </a:r>
                <a:endParaRPr lang="en-IN" sz="800" b="1" dirty="0">
                  <a:solidFill>
                    <a:schemeClr val="bg1"/>
                  </a:solidFill>
                </a:endParaRPr>
              </a:p>
            </p:txBody>
          </p:sp>
        </p:grpSp>
        <p:grpSp>
          <p:nvGrpSpPr>
            <p:cNvPr id="61" name="Group 60">
              <a:extLst>
                <a:ext uri="{FF2B5EF4-FFF2-40B4-BE49-F238E27FC236}">
                  <a16:creationId xmlns:a16="http://schemas.microsoft.com/office/drawing/2014/main" id="{E65D056B-0AE7-3A0A-84D3-6938AEFCDCBE}"/>
                </a:ext>
              </a:extLst>
            </p:cNvPr>
            <p:cNvGrpSpPr/>
            <p:nvPr/>
          </p:nvGrpSpPr>
          <p:grpSpPr>
            <a:xfrm>
              <a:off x="7835249" y="2787833"/>
              <a:ext cx="453970" cy="215444"/>
              <a:chOff x="1005760" y="1799305"/>
              <a:chExt cx="453970" cy="215444"/>
            </a:xfrm>
          </p:grpSpPr>
          <p:sp>
            <p:nvSpPr>
              <p:cNvPr id="62" name="Flowchart: Connector 61">
                <a:extLst>
                  <a:ext uri="{FF2B5EF4-FFF2-40B4-BE49-F238E27FC236}">
                    <a16:creationId xmlns:a16="http://schemas.microsoft.com/office/drawing/2014/main" id="{8B5549B3-0F7F-1E6C-DECE-C7E6A2FDB0BB}"/>
                  </a:ext>
                </a:extLst>
              </p:cNvPr>
              <p:cNvSpPr/>
              <p:nvPr/>
            </p:nvSpPr>
            <p:spPr>
              <a:xfrm>
                <a:off x="1050933" y="1805951"/>
                <a:ext cx="209313" cy="192629"/>
              </a:xfrm>
              <a:prstGeom prst="flowChartConnector">
                <a:avLst/>
              </a:prstGeom>
              <a:solidFill>
                <a:schemeClr val="tx1">
                  <a:lumMod val="85000"/>
                  <a:lumOff val="15000"/>
                </a:schemeClr>
              </a:solidFill>
              <a:ln>
                <a:solidFill>
                  <a:schemeClr val="tx1">
                    <a:lumMod val="75000"/>
                    <a:lumOff val="2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63" name="TextBox 62">
                <a:extLst>
                  <a:ext uri="{FF2B5EF4-FFF2-40B4-BE49-F238E27FC236}">
                    <a16:creationId xmlns:a16="http://schemas.microsoft.com/office/drawing/2014/main" id="{A0647B62-E6CD-D8B8-97E3-7ED94F99F1A2}"/>
                  </a:ext>
                </a:extLst>
              </p:cNvPr>
              <p:cNvSpPr txBox="1"/>
              <p:nvPr/>
            </p:nvSpPr>
            <p:spPr>
              <a:xfrm>
                <a:off x="1005760" y="1799305"/>
                <a:ext cx="453970" cy="215444"/>
              </a:xfrm>
              <a:prstGeom prst="rect">
                <a:avLst/>
              </a:prstGeom>
              <a:noFill/>
            </p:spPr>
            <p:txBody>
              <a:bodyPr wrap="none" rtlCol="0" anchor="ctr">
                <a:spAutoFit/>
              </a:bodyPr>
              <a:lstStyle/>
              <a:p>
                <a:r>
                  <a:rPr lang="en-US" sz="800" b="1" dirty="0">
                    <a:solidFill>
                      <a:schemeClr val="tx1">
                        <a:lumMod val="50000"/>
                        <a:lumOff val="50000"/>
                      </a:schemeClr>
                    </a:solidFill>
                  </a:rPr>
                  <a:t>V1</a:t>
                </a:r>
                <a:r>
                  <a:rPr lang="en-US" sz="800" b="1" baseline="30000" dirty="0">
                    <a:solidFill>
                      <a:schemeClr val="bg1"/>
                    </a:solidFill>
                  </a:rPr>
                  <a:t>Light</a:t>
                </a:r>
                <a:endParaRPr lang="en-IN" sz="800" b="1" baseline="30000" dirty="0">
                  <a:solidFill>
                    <a:schemeClr val="bg1"/>
                  </a:solidFill>
                </a:endParaRPr>
              </a:p>
            </p:txBody>
          </p:sp>
        </p:grpSp>
        <p:grpSp>
          <p:nvGrpSpPr>
            <p:cNvPr id="64" name="Group 63">
              <a:extLst>
                <a:ext uri="{FF2B5EF4-FFF2-40B4-BE49-F238E27FC236}">
                  <a16:creationId xmlns:a16="http://schemas.microsoft.com/office/drawing/2014/main" id="{21712E18-583F-B54E-48D9-2E7283B39B98}"/>
                </a:ext>
              </a:extLst>
            </p:cNvPr>
            <p:cNvGrpSpPr/>
            <p:nvPr/>
          </p:nvGrpSpPr>
          <p:grpSpPr>
            <a:xfrm>
              <a:off x="9120479" y="2797544"/>
              <a:ext cx="301686" cy="215444"/>
              <a:chOff x="1008232" y="2191874"/>
              <a:chExt cx="301686" cy="215444"/>
            </a:xfrm>
          </p:grpSpPr>
          <p:sp>
            <p:nvSpPr>
              <p:cNvPr id="65" name="Flowchart: Connector 64">
                <a:extLst>
                  <a:ext uri="{FF2B5EF4-FFF2-40B4-BE49-F238E27FC236}">
                    <a16:creationId xmlns:a16="http://schemas.microsoft.com/office/drawing/2014/main" id="{7CEDD3E7-D2D5-2A31-B892-D264234D0CD0}"/>
                  </a:ext>
                </a:extLst>
              </p:cNvPr>
              <p:cNvSpPr/>
              <p:nvPr/>
            </p:nvSpPr>
            <p:spPr>
              <a:xfrm>
                <a:off x="1049657" y="2198520"/>
                <a:ext cx="209313" cy="192629"/>
              </a:xfrm>
              <a:prstGeom prst="flowChartConnector">
                <a:avLst/>
              </a:prstGeom>
              <a:solidFill>
                <a:srgbClr val="002060"/>
              </a:solidFill>
              <a:ln>
                <a:solidFill>
                  <a:srgbClr val="0070C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66" name="TextBox 65">
                <a:extLst>
                  <a:ext uri="{FF2B5EF4-FFF2-40B4-BE49-F238E27FC236}">
                    <a16:creationId xmlns:a16="http://schemas.microsoft.com/office/drawing/2014/main" id="{758D857A-1580-5FD2-D36F-E95DDB88F4EA}"/>
                  </a:ext>
                </a:extLst>
              </p:cNvPr>
              <p:cNvSpPr txBox="1"/>
              <p:nvPr/>
            </p:nvSpPr>
            <p:spPr>
              <a:xfrm>
                <a:off x="1008232" y="2191874"/>
                <a:ext cx="301686" cy="215444"/>
              </a:xfrm>
              <a:prstGeom prst="rect">
                <a:avLst/>
              </a:prstGeom>
              <a:noFill/>
            </p:spPr>
            <p:txBody>
              <a:bodyPr wrap="none" rtlCol="0" anchor="ctr">
                <a:spAutoFit/>
              </a:bodyPr>
              <a:lstStyle/>
              <a:p>
                <a:r>
                  <a:rPr lang="en-US" sz="800" b="1" dirty="0">
                    <a:solidFill>
                      <a:schemeClr val="bg1"/>
                    </a:solidFill>
                  </a:rPr>
                  <a:t>V1</a:t>
                </a:r>
                <a:endParaRPr lang="en-IN" sz="800" b="1" dirty="0">
                  <a:solidFill>
                    <a:schemeClr val="bg1"/>
                  </a:solidFill>
                </a:endParaRPr>
              </a:p>
            </p:txBody>
          </p:sp>
        </p:grpSp>
        <p:grpSp>
          <p:nvGrpSpPr>
            <p:cNvPr id="67" name="Group 66">
              <a:extLst>
                <a:ext uri="{FF2B5EF4-FFF2-40B4-BE49-F238E27FC236}">
                  <a16:creationId xmlns:a16="http://schemas.microsoft.com/office/drawing/2014/main" id="{A3A3252F-B4E7-7E76-E40B-AF66C93975AC}"/>
                </a:ext>
              </a:extLst>
            </p:cNvPr>
            <p:cNvGrpSpPr/>
            <p:nvPr/>
          </p:nvGrpSpPr>
          <p:grpSpPr>
            <a:xfrm>
              <a:off x="10592379" y="2794479"/>
              <a:ext cx="453970" cy="215444"/>
              <a:chOff x="1005760" y="1799305"/>
              <a:chExt cx="453970" cy="215444"/>
            </a:xfrm>
          </p:grpSpPr>
          <p:sp>
            <p:nvSpPr>
              <p:cNvPr id="68" name="Flowchart: Connector 67">
                <a:extLst>
                  <a:ext uri="{FF2B5EF4-FFF2-40B4-BE49-F238E27FC236}">
                    <a16:creationId xmlns:a16="http://schemas.microsoft.com/office/drawing/2014/main" id="{6D43E1BF-D9E5-D9B8-C54D-DD2772D2111A}"/>
                  </a:ext>
                </a:extLst>
              </p:cNvPr>
              <p:cNvSpPr/>
              <p:nvPr/>
            </p:nvSpPr>
            <p:spPr>
              <a:xfrm>
                <a:off x="1050933" y="1805951"/>
                <a:ext cx="209313" cy="192629"/>
              </a:xfrm>
              <a:prstGeom prst="flowChartConnector">
                <a:avLst/>
              </a:prstGeom>
              <a:solidFill>
                <a:schemeClr val="tx1">
                  <a:lumMod val="85000"/>
                  <a:lumOff val="15000"/>
                </a:schemeClr>
              </a:solidFill>
              <a:ln>
                <a:solidFill>
                  <a:schemeClr val="tx1">
                    <a:lumMod val="75000"/>
                    <a:lumOff val="2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69" name="TextBox 68">
                <a:extLst>
                  <a:ext uri="{FF2B5EF4-FFF2-40B4-BE49-F238E27FC236}">
                    <a16:creationId xmlns:a16="http://schemas.microsoft.com/office/drawing/2014/main" id="{E8D1929B-7E94-C6CC-991C-D3B525440682}"/>
                  </a:ext>
                </a:extLst>
              </p:cNvPr>
              <p:cNvSpPr txBox="1"/>
              <p:nvPr/>
            </p:nvSpPr>
            <p:spPr>
              <a:xfrm>
                <a:off x="1005760" y="1799305"/>
                <a:ext cx="453970" cy="215444"/>
              </a:xfrm>
              <a:prstGeom prst="rect">
                <a:avLst/>
              </a:prstGeom>
              <a:noFill/>
            </p:spPr>
            <p:txBody>
              <a:bodyPr wrap="none" rtlCol="0" anchor="ctr">
                <a:spAutoFit/>
              </a:bodyPr>
              <a:lstStyle/>
              <a:p>
                <a:r>
                  <a:rPr lang="en-US" sz="800" b="1" dirty="0">
                    <a:solidFill>
                      <a:schemeClr val="tx1">
                        <a:lumMod val="50000"/>
                        <a:lumOff val="50000"/>
                      </a:schemeClr>
                    </a:solidFill>
                  </a:rPr>
                  <a:t>V1</a:t>
                </a:r>
                <a:r>
                  <a:rPr lang="en-US" sz="800" b="1" baseline="30000" dirty="0">
                    <a:solidFill>
                      <a:schemeClr val="bg1"/>
                    </a:solidFill>
                  </a:rPr>
                  <a:t>Light</a:t>
                </a:r>
                <a:endParaRPr lang="en-IN" sz="800" b="1" baseline="30000" dirty="0">
                  <a:solidFill>
                    <a:schemeClr val="bg1"/>
                  </a:solidFill>
                </a:endParaRPr>
              </a:p>
            </p:txBody>
          </p:sp>
        </p:grpSp>
      </p:grpSp>
      <p:grpSp>
        <p:nvGrpSpPr>
          <p:cNvPr id="123" name="Group 122">
            <a:extLst>
              <a:ext uri="{FF2B5EF4-FFF2-40B4-BE49-F238E27FC236}">
                <a16:creationId xmlns:a16="http://schemas.microsoft.com/office/drawing/2014/main" id="{03C75D10-5230-7A40-15C5-54E277F91E5B}"/>
              </a:ext>
            </a:extLst>
          </p:cNvPr>
          <p:cNvGrpSpPr/>
          <p:nvPr/>
        </p:nvGrpSpPr>
        <p:grpSpPr>
          <a:xfrm>
            <a:off x="5491152" y="3534022"/>
            <a:ext cx="5449170" cy="933450"/>
            <a:chOff x="5491152" y="3534022"/>
            <a:chExt cx="5449170" cy="933450"/>
          </a:xfrm>
        </p:grpSpPr>
        <p:grpSp>
          <p:nvGrpSpPr>
            <p:cNvPr id="29" name="Group 28">
              <a:extLst>
                <a:ext uri="{FF2B5EF4-FFF2-40B4-BE49-F238E27FC236}">
                  <a16:creationId xmlns:a16="http://schemas.microsoft.com/office/drawing/2014/main" id="{D835B81E-B1A2-ABFD-8357-91519FEA414C}"/>
                </a:ext>
              </a:extLst>
            </p:cNvPr>
            <p:cNvGrpSpPr/>
            <p:nvPr/>
          </p:nvGrpSpPr>
          <p:grpSpPr>
            <a:xfrm>
              <a:off x="5491152" y="3534022"/>
              <a:ext cx="5449170" cy="933450"/>
              <a:chOff x="2737562" y="3689884"/>
              <a:chExt cx="5449170" cy="933450"/>
            </a:xfrm>
          </p:grpSpPr>
          <p:sp>
            <p:nvSpPr>
              <p:cNvPr id="24" name="Rectangle: Rounded Corners 23">
                <a:extLst>
                  <a:ext uri="{FF2B5EF4-FFF2-40B4-BE49-F238E27FC236}">
                    <a16:creationId xmlns:a16="http://schemas.microsoft.com/office/drawing/2014/main" id="{4B8A53E7-B900-61CB-132B-D11E6D70CF7D}"/>
                  </a:ext>
                </a:extLst>
              </p:cNvPr>
              <p:cNvSpPr/>
              <p:nvPr/>
            </p:nvSpPr>
            <p:spPr>
              <a:xfrm>
                <a:off x="2737562" y="3689884"/>
                <a:ext cx="5449170" cy="933450"/>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TextBox 24">
                <a:extLst>
                  <a:ext uri="{FF2B5EF4-FFF2-40B4-BE49-F238E27FC236}">
                    <a16:creationId xmlns:a16="http://schemas.microsoft.com/office/drawing/2014/main" id="{64249568-2380-4748-268C-10F5BAE3541D}"/>
                  </a:ext>
                </a:extLst>
              </p:cNvPr>
              <p:cNvSpPr txBox="1"/>
              <p:nvPr/>
            </p:nvSpPr>
            <p:spPr>
              <a:xfrm>
                <a:off x="4457908" y="3736662"/>
                <a:ext cx="2101560" cy="261610"/>
              </a:xfrm>
              <a:prstGeom prst="rect">
                <a:avLst/>
              </a:prstGeom>
              <a:noFill/>
            </p:spPr>
            <p:txBody>
              <a:bodyPr wrap="square" rtlCol="0">
                <a:spAutoFit/>
              </a:bodyPr>
              <a:lstStyle/>
              <a:p>
                <a:pPr algn="ctr"/>
                <a:r>
                  <a:rPr lang="en-US" sz="1100" b="1" dirty="0">
                    <a:solidFill>
                      <a:srgbClr val="EC6404"/>
                    </a:solidFill>
                  </a:rPr>
                  <a:t>Intelligence Domain</a:t>
                </a:r>
                <a:endParaRPr lang="en-IN" sz="1100" b="1" dirty="0">
                  <a:solidFill>
                    <a:srgbClr val="EC6404"/>
                  </a:solidFill>
                </a:endParaRPr>
              </a:p>
            </p:txBody>
          </p:sp>
          <p:sp>
            <p:nvSpPr>
              <p:cNvPr id="26" name="Rectangle: Rounded Corners 25">
                <a:extLst>
                  <a:ext uri="{FF2B5EF4-FFF2-40B4-BE49-F238E27FC236}">
                    <a16:creationId xmlns:a16="http://schemas.microsoft.com/office/drawing/2014/main" id="{E5C3CD40-985C-FEF9-4969-4831C5849208}"/>
                  </a:ext>
                </a:extLst>
              </p:cNvPr>
              <p:cNvSpPr/>
              <p:nvPr/>
            </p:nvSpPr>
            <p:spPr>
              <a:xfrm>
                <a:off x="2839307" y="4019054"/>
                <a:ext cx="1487644" cy="415559"/>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AI &amp; Expert Reasoning</a:t>
                </a:r>
                <a:endParaRPr lang="en-IN" sz="1000" b="1" dirty="0"/>
              </a:p>
            </p:txBody>
          </p:sp>
          <p:sp>
            <p:nvSpPr>
              <p:cNvPr id="27" name="Rectangle: Rounded Corners 26">
                <a:extLst>
                  <a:ext uri="{FF2B5EF4-FFF2-40B4-BE49-F238E27FC236}">
                    <a16:creationId xmlns:a16="http://schemas.microsoft.com/office/drawing/2014/main" id="{E21F5CED-D9A5-B0C8-32E7-C614EB16FC4F}"/>
                  </a:ext>
                </a:extLst>
              </p:cNvPr>
              <p:cNvSpPr/>
              <p:nvPr/>
            </p:nvSpPr>
            <p:spPr>
              <a:xfrm>
                <a:off x="4374572" y="4019052"/>
                <a:ext cx="1880753" cy="415559"/>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Benchmarking &amp; External Intelligence</a:t>
                </a:r>
                <a:endParaRPr lang="en-IN" sz="1000" b="1" dirty="0"/>
              </a:p>
            </p:txBody>
          </p:sp>
          <p:sp>
            <p:nvSpPr>
              <p:cNvPr id="28" name="Rectangle: Rounded Corners 27">
                <a:extLst>
                  <a:ext uri="{FF2B5EF4-FFF2-40B4-BE49-F238E27FC236}">
                    <a16:creationId xmlns:a16="http://schemas.microsoft.com/office/drawing/2014/main" id="{64C535AF-83A7-2E4D-0E02-B7E068407D4B}"/>
                  </a:ext>
                </a:extLst>
              </p:cNvPr>
              <p:cNvSpPr/>
              <p:nvPr/>
            </p:nvSpPr>
            <p:spPr>
              <a:xfrm>
                <a:off x="6307283" y="4019052"/>
                <a:ext cx="1800655" cy="415559"/>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Report Composition &amp; Visualization</a:t>
                </a:r>
                <a:endParaRPr lang="en-IN" sz="1000" b="1" dirty="0"/>
              </a:p>
            </p:txBody>
          </p:sp>
        </p:grpSp>
        <p:grpSp>
          <p:nvGrpSpPr>
            <p:cNvPr id="70" name="Group 69">
              <a:extLst>
                <a:ext uri="{FF2B5EF4-FFF2-40B4-BE49-F238E27FC236}">
                  <a16:creationId xmlns:a16="http://schemas.microsoft.com/office/drawing/2014/main" id="{59CD6EE2-C233-E6AB-46D3-BF4A4291598F}"/>
                </a:ext>
              </a:extLst>
            </p:cNvPr>
            <p:cNvGrpSpPr/>
            <p:nvPr/>
          </p:nvGrpSpPr>
          <p:grpSpPr>
            <a:xfrm>
              <a:off x="6732990" y="3755468"/>
              <a:ext cx="301686" cy="215444"/>
              <a:chOff x="1008232" y="2191874"/>
              <a:chExt cx="301686" cy="215444"/>
            </a:xfrm>
          </p:grpSpPr>
          <p:sp>
            <p:nvSpPr>
              <p:cNvPr id="71" name="Flowchart: Connector 70">
                <a:extLst>
                  <a:ext uri="{FF2B5EF4-FFF2-40B4-BE49-F238E27FC236}">
                    <a16:creationId xmlns:a16="http://schemas.microsoft.com/office/drawing/2014/main" id="{7BF93F62-05E9-6105-2B9C-B97FA0C4617B}"/>
                  </a:ext>
                </a:extLst>
              </p:cNvPr>
              <p:cNvSpPr/>
              <p:nvPr/>
            </p:nvSpPr>
            <p:spPr>
              <a:xfrm>
                <a:off x="1049657" y="2198520"/>
                <a:ext cx="209313" cy="192629"/>
              </a:xfrm>
              <a:prstGeom prst="flowChartConnector">
                <a:avLst/>
              </a:prstGeom>
              <a:solidFill>
                <a:srgbClr val="002060"/>
              </a:solidFill>
              <a:ln>
                <a:solidFill>
                  <a:srgbClr val="0070C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72" name="TextBox 71">
                <a:extLst>
                  <a:ext uri="{FF2B5EF4-FFF2-40B4-BE49-F238E27FC236}">
                    <a16:creationId xmlns:a16="http://schemas.microsoft.com/office/drawing/2014/main" id="{AA307F06-E0C3-8961-D9CB-14CC9DD9CE05}"/>
                  </a:ext>
                </a:extLst>
              </p:cNvPr>
              <p:cNvSpPr txBox="1"/>
              <p:nvPr/>
            </p:nvSpPr>
            <p:spPr>
              <a:xfrm>
                <a:off x="1008232" y="2191874"/>
                <a:ext cx="301686" cy="215444"/>
              </a:xfrm>
              <a:prstGeom prst="rect">
                <a:avLst/>
              </a:prstGeom>
              <a:noFill/>
            </p:spPr>
            <p:txBody>
              <a:bodyPr wrap="none" rtlCol="0" anchor="ctr">
                <a:spAutoFit/>
              </a:bodyPr>
              <a:lstStyle/>
              <a:p>
                <a:r>
                  <a:rPr lang="en-US" sz="800" b="1" dirty="0">
                    <a:solidFill>
                      <a:schemeClr val="bg1"/>
                    </a:solidFill>
                  </a:rPr>
                  <a:t>V1</a:t>
                </a:r>
                <a:endParaRPr lang="en-IN" sz="800" b="1" dirty="0">
                  <a:solidFill>
                    <a:schemeClr val="bg1"/>
                  </a:solidFill>
                </a:endParaRPr>
              </a:p>
            </p:txBody>
          </p:sp>
        </p:grpSp>
        <p:grpSp>
          <p:nvGrpSpPr>
            <p:cNvPr id="76" name="Group 75">
              <a:extLst>
                <a:ext uri="{FF2B5EF4-FFF2-40B4-BE49-F238E27FC236}">
                  <a16:creationId xmlns:a16="http://schemas.microsoft.com/office/drawing/2014/main" id="{E8806C73-E0B7-AEC7-F3E7-840EA55CBA22}"/>
                </a:ext>
              </a:extLst>
            </p:cNvPr>
            <p:cNvGrpSpPr/>
            <p:nvPr/>
          </p:nvGrpSpPr>
          <p:grpSpPr>
            <a:xfrm>
              <a:off x="8770337" y="3746695"/>
              <a:ext cx="301686" cy="215444"/>
              <a:chOff x="6525901" y="3746695"/>
              <a:chExt cx="301686" cy="215444"/>
            </a:xfrm>
          </p:grpSpPr>
          <p:sp>
            <p:nvSpPr>
              <p:cNvPr id="74" name="Flowchart: Connector 73">
                <a:extLst>
                  <a:ext uri="{FF2B5EF4-FFF2-40B4-BE49-F238E27FC236}">
                    <a16:creationId xmlns:a16="http://schemas.microsoft.com/office/drawing/2014/main" id="{56CFB253-DB55-46CD-26A6-674909010344}"/>
                  </a:ext>
                </a:extLst>
              </p:cNvPr>
              <p:cNvSpPr/>
              <p:nvPr/>
            </p:nvSpPr>
            <p:spPr>
              <a:xfrm>
                <a:off x="6569071" y="3757352"/>
                <a:ext cx="209313" cy="192629"/>
              </a:xfrm>
              <a:prstGeom prst="flowChartConnector">
                <a:avLst/>
              </a:prstGeom>
              <a:solidFill>
                <a:srgbClr val="740000"/>
              </a:solidFill>
              <a:ln>
                <a:solidFill>
                  <a:srgbClr val="C0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75" name="TextBox 74">
                <a:extLst>
                  <a:ext uri="{FF2B5EF4-FFF2-40B4-BE49-F238E27FC236}">
                    <a16:creationId xmlns:a16="http://schemas.microsoft.com/office/drawing/2014/main" id="{0B6C5F0B-4E2C-EF21-2094-40F2AF9B5792}"/>
                  </a:ext>
                </a:extLst>
              </p:cNvPr>
              <p:cNvSpPr txBox="1"/>
              <p:nvPr/>
            </p:nvSpPr>
            <p:spPr>
              <a:xfrm>
                <a:off x="6525901" y="3746695"/>
                <a:ext cx="301686" cy="215444"/>
              </a:xfrm>
              <a:prstGeom prst="rect">
                <a:avLst/>
              </a:prstGeom>
              <a:noFill/>
            </p:spPr>
            <p:txBody>
              <a:bodyPr wrap="none" rtlCol="0" anchor="ctr">
                <a:spAutoFit/>
              </a:bodyPr>
              <a:lstStyle/>
              <a:p>
                <a:r>
                  <a:rPr lang="en-US" sz="800" b="1" dirty="0">
                    <a:solidFill>
                      <a:schemeClr val="bg1"/>
                    </a:solidFill>
                  </a:rPr>
                  <a:t>V2</a:t>
                </a:r>
                <a:endParaRPr lang="en-IN" sz="800" b="1" dirty="0">
                  <a:solidFill>
                    <a:schemeClr val="bg1"/>
                  </a:solidFill>
                </a:endParaRPr>
              </a:p>
            </p:txBody>
          </p:sp>
        </p:grpSp>
        <p:grpSp>
          <p:nvGrpSpPr>
            <p:cNvPr id="77" name="Group 76">
              <a:extLst>
                <a:ext uri="{FF2B5EF4-FFF2-40B4-BE49-F238E27FC236}">
                  <a16:creationId xmlns:a16="http://schemas.microsoft.com/office/drawing/2014/main" id="{75CA175D-F5D9-4794-4503-0D9221623256}"/>
                </a:ext>
              </a:extLst>
            </p:cNvPr>
            <p:cNvGrpSpPr/>
            <p:nvPr/>
          </p:nvGrpSpPr>
          <p:grpSpPr>
            <a:xfrm>
              <a:off x="10559842" y="3755468"/>
              <a:ext cx="301686" cy="215444"/>
              <a:chOff x="1008232" y="2191874"/>
              <a:chExt cx="301686" cy="215444"/>
            </a:xfrm>
          </p:grpSpPr>
          <p:sp>
            <p:nvSpPr>
              <p:cNvPr id="78" name="Flowchart: Connector 77">
                <a:extLst>
                  <a:ext uri="{FF2B5EF4-FFF2-40B4-BE49-F238E27FC236}">
                    <a16:creationId xmlns:a16="http://schemas.microsoft.com/office/drawing/2014/main" id="{980838D4-3F0D-8502-C07A-6609A8E28B08}"/>
                  </a:ext>
                </a:extLst>
              </p:cNvPr>
              <p:cNvSpPr/>
              <p:nvPr/>
            </p:nvSpPr>
            <p:spPr>
              <a:xfrm>
                <a:off x="1049657" y="2198520"/>
                <a:ext cx="209313" cy="192629"/>
              </a:xfrm>
              <a:prstGeom prst="flowChartConnector">
                <a:avLst/>
              </a:prstGeom>
              <a:solidFill>
                <a:srgbClr val="002060"/>
              </a:solidFill>
              <a:ln>
                <a:solidFill>
                  <a:srgbClr val="0070C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79" name="TextBox 78">
                <a:extLst>
                  <a:ext uri="{FF2B5EF4-FFF2-40B4-BE49-F238E27FC236}">
                    <a16:creationId xmlns:a16="http://schemas.microsoft.com/office/drawing/2014/main" id="{ACD37A42-402A-8BFB-CEDE-73AE4E90A84E}"/>
                  </a:ext>
                </a:extLst>
              </p:cNvPr>
              <p:cNvSpPr txBox="1"/>
              <p:nvPr/>
            </p:nvSpPr>
            <p:spPr>
              <a:xfrm>
                <a:off x="1008232" y="2191874"/>
                <a:ext cx="301686" cy="215444"/>
              </a:xfrm>
              <a:prstGeom prst="rect">
                <a:avLst/>
              </a:prstGeom>
              <a:noFill/>
            </p:spPr>
            <p:txBody>
              <a:bodyPr wrap="none" rtlCol="0" anchor="ctr">
                <a:spAutoFit/>
              </a:bodyPr>
              <a:lstStyle/>
              <a:p>
                <a:r>
                  <a:rPr lang="en-US" sz="800" b="1" dirty="0">
                    <a:solidFill>
                      <a:schemeClr val="bg1"/>
                    </a:solidFill>
                  </a:rPr>
                  <a:t>V1</a:t>
                </a:r>
                <a:endParaRPr lang="en-IN" sz="800" b="1" dirty="0">
                  <a:solidFill>
                    <a:schemeClr val="bg1"/>
                  </a:solidFill>
                </a:endParaRPr>
              </a:p>
            </p:txBody>
          </p:sp>
        </p:grpSp>
      </p:grpSp>
      <p:grpSp>
        <p:nvGrpSpPr>
          <p:cNvPr id="124" name="Group 123">
            <a:extLst>
              <a:ext uri="{FF2B5EF4-FFF2-40B4-BE49-F238E27FC236}">
                <a16:creationId xmlns:a16="http://schemas.microsoft.com/office/drawing/2014/main" id="{A7F14332-9D51-1EB6-A0C9-6EAC750B7520}"/>
              </a:ext>
            </a:extLst>
          </p:cNvPr>
          <p:cNvGrpSpPr/>
          <p:nvPr/>
        </p:nvGrpSpPr>
        <p:grpSpPr>
          <a:xfrm>
            <a:off x="5491152" y="4553556"/>
            <a:ext cx="5465094" cy="933450"/>
            <a:chOff x="5491152" y="4553556"/>
            <a:chExt cx="5465094" cy="933450"/>
          </a:xfrm>
        </p:grpSpPr>
        <p:grpSp>
          <p:nvGrpSpPr>
            <p:cNvPr id="30" name="Group 29">
              <a:extLst>
                <a:ext uri="{FF2B5EF4-FFF2-40B4-BE49-F238E27FC236}">
                  <a16:creationId xmlns:a16="http://schemas.microsoft.com/office/drawing/2014/main" id="{9541EA97-DBD1-987E-4987-57D2AD690C5F}"/>
                </a:ext>
              </a:extLst>
            </p:cNvPr>
            <p:cNvGrpSpPr/>
            <p:nvPr/>
          </p:nvGrpSpPr>
          <p:grpSpPr>
            <a:xfrm>
              <a:off x="5491152" y="4553556"/>
              <a:ext cx="5449170" cy="933450"/>
              <a:chOff x="2737562" y="3689884"/>
              <a:chExt cx="5449170" cy="933450"/>
            </a:xfrm>
          </p:grpSpPr>
          <p:sp>
            <p:nvSpPr>
              <p:cNvPr id="31" name="Rectangle: Rounded Corners 30">
                <a:extLst>
                  <a:ext uri="{FF2B5EF4-FFF2-40B4-BE49-F238E27FC236}">
                    <a16:creationId xmlns:a16="http://schemas.microsoft.com/office/drawing/2014/main" id="{1A833431-C3DC-5B94-1203-A54CBC780CBB}"/>
                  </a:ext>
                </a:extLst>
              </p:cNvPr>
              <p:cNvSpPr/>
              <p:nvPr/>
            </p:nvSpPr>
            <p:spPr>
              <a:xfrm>
                <a:off x="2737562" y="3689884"/>
                <a:ext cx="5449170" cy="933450"/>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2" name="TextBox 31">
                <a:extLst>
                  <a:ext uri="{FF2B5EF4-FFF2-40B4-BE49-F238E27FC236}">
                    <a16:creationId xmlns:a16="http://schemas.microsoft.com/office/drawing/2014/main" id="{63332385-FDDF-3C06-43FE-80D5EF3E1852}"/>
                  </a:ext>
                </a:extLst>
              </p:cNvPr>
              <p:cNvSpPr txBox="1"/>
              <p:nvPr/>
            </p:nvSpPr>
            <p:spPr>
              <a:xfrm>
                <a:off x="4457908" y="3736662"/>
                <a:ext cx="2101560" cy="261610"/>
              </a:xfrm>
              <a:prstGeom prst="rect">
                <a:avLst/>
              </a:prstGeom>
              <a:noFill/>
            </p:spPr>
            <p:txBody>
              <a:bodyPr wrap="square" rtlCol="0">
                <a:spAutoFit/>
              </a:bodyPr>
              <a:lstStyle/>
              <a:p>
                <a:pPr algn="ctr"/>
                <a:r>
                  <a:rPr lang="en-US" sz="1100" b="1" dirty="0">
                    <a:solidFill>
                      <a:srgbClr val="EC6404"/>
                    </a:solidFill>
                  </a:rPr>
                  <a:t>Data &amp; Core Decision Domain</a:t>
                </a:r>
                <a:endParaRPr lang="en-IN" sz="1100" b="1" dirty="0">
                  <a:solidFill>
                    <a:srgbClr val="EC6404"/>
                  </a:solidFill>
                </a:endParaRPr>
              </a:p>
            </p:txBody>
          </p:sp>
          <p:sp>
            <p:nvSpPr>
              <p:cNvPr id="33" name="Rectangle: Rounded Corners 32">
                <a:extLst>
                  <a:ext uri="{FF2B5EF4-FFF2-40B4-BE49-F238E27FC236}">
                    <a16:creationId xmlns:a16="http://schemas.microsoft.com/office/drawing/2014/main" id="{47F62E62-B427-3342-C53A-7E2470AD95DC}"/>
                  </a:ext>
                </a:extLst>
              </p:cNvPr>
              <p:cNvSpPr/>
              <p:nvPr/>
            </p:nvSpPr>
            <p:spPr>
              <a:xfrm>
                <a:off x="2839307" y="4019054"/>
                <a:ext cx="1487644" cy="415559"/>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Decision Record Store</a:t>
                </a:r>
                <a:endParaRPr lang="en-IN" sz="1000" b="1" dirty="0"/>
              </a:p>
            </p:txBody>
          </p:sp>
          <p:sp>
            <p:nvSpPr>
              <p:cNvPr id="34" name="Rectangle: Rounded Corners 33">
                <a:extLst>
                  <a:ext uri="{FF2B5EF4-FFF2-40B4-BE49-F238E27FC236}">
                    <a16:creationId xmlns:a16="http://schemas.microsoft.com/office/drawing/2014/main" id="{947CAE6F-A69E-5AD2-7F09-52F22A5BBF0A}"/>
                  </a:ext>
                </a:extLst>
              </p:cNvPr>
              <p:cNvSpPr/>
              <p:nvPr/>
            </p:nvSpPr>
            <p:spPr>
              <a:xfrm>
                <a:off x="4374572" y="4019052"/>
                <a:ext cx="1880753" cy="415559"/>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Compare &amp; Change Detection</a:t>
                </a:r>
                <a:endParaRPr lang="en-IN" sz="1000" b="1" dirty="0"/>
              </a:p>
            </p:txBody>
          </p:sp>
          <p:sp>
            <p:nvSpPr>
              <p:cNvPr id="35" name="Rectangle: Rounded Corners 34">
                <a:extLst>
                  <a:ext uri="{FF2B5EF4-FFF2-40B4-BE49-F238E27FC236}">
                    <a16:creationId xmlns:a16="http://schemas.microsoft.com/office/drawing/2014/main" id="{20449E3A-0FC8-2B9D-9D56-7E8C9C3C8A98}"/>
                  </a:ext>
                </a:extLst>
              </p:cNvPr>
              <p:cNvSpPr/>
              <p:nvPr/>
            </p:nvSpPr>
            <p:spPr>
              <a:xfrm>
                <a:off x="6307283" y="4019052"/>
                <a:ext cx="1800655" cy="415559"/>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Product Analytics &amp; Experimentation</a:t>
                </a:r>
                <a:endParaRPr lang="en-IN" sz="1000" b="1" dirty="0"/>
              </a:p>
            </p:txBody>
          </p:sp>
        </p:grpSp>
        <p:grpSp>
          <p:nvGrpSpPr>
            <p:cNvPr id="80" name="Group 79">
              <a:extLst>
                <a:ext uri="{FF2B5EF4-FFF2-40B4-BE49-F238E27FC236}">
                  <a16:creationId xmlns:a16="http://schemas.microsoft.com/office/drawing/2014/main" id="{F6E2B2FE-2AF9-132C-E9EE-60361D0652E5}"/>
                </a:ext>
              </a:extLst>
            </p:cNvPr>
            <p:cNvGrpSpPr/>
            <p:nvPr/>
          </p:nvGrpSpPr>
          <p:grpSpPr>
            <a:xfrm>
              <a:off x="6769731" y="4792857"/>
              <a:ext cx="301686" cy="215444"/>
              <a:chOff x="1008232" y="2191874"/>
              <a:chExt cx="301686" cy="215444"/>
            </a:xfrm>
          </p:grpSpPr>
          <p:sp>
            <p:nvSpPr>
              <p:cNvPr id="81" name="Flowchart: Connector 80">
                <a:extLst>
                  <a:ext uri="{FF2B5EF4-FFF2-40B4-BE49-F238E27FC236}">
                    <a16:creationId xmlns:a16="http://schemas.microsoft.com/office/drawing/2014/main" id="{3FB58985-05AA-98D7-8A77-B17C589DA7CC}"/>
                  </a:ext>
                </a:extLst>
              </p:cNvPr>
              <p:cNvSpPr/>
              <p:nvPr/>
            </p:nvSpPr>
            <p:spPr>
              <a:xfrm>
                <a:off x="1049657" y="2198520"/>
                <a:ext cx="209313" cy="192629"/>
              </a:xfrm>
              <a:prstGeom prst="flowChartConnector">
                <a:avLst/>
              </a:prstGeom>
              <a:solidFill>
                <a:srgbClr val="002060"/>
              </a:solidFill>
              <a:ln>
                <a:solidFill>
                  <a:srgbClr val="0070C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82" name="TextBox 81">
                <a:extLst>
                  <a:ext uri="{FF2B5EF4-FFF2-40B4-BE49-F238E27FC236}">
                    <a16:creationId xmlns:a16="http://schemas.microsoft.com/office/drawing/2014/main" id="{C38EAADA-199B-4FC8-7EB3-5816901E7F3D}"/>
                  </a:ext>
                </a:extLst>
              </p:cNvPr>
              <p:cNvSpPr txBox="1"/>
              <p:nvPr/>
            </p:nvSpPr>
            <p:spPr>
              <a:xfrm>
                <a:off x="1008232" y="2191874"/>
                <a:ext cx="301686" cy="215444"/>
              </a:xfrm>
              <a:prstGeom prst="rect">
                <a:avLst/>
              </a:prstGeom>
              <a:noFill/>
            </p:spPr>
            <p:txBody>
              <a:bodyPr wrap="none" rtlCol="0" anchor="ctr">
                <a:spAutoFit/>
              </a:bodyPr>
              <a:lstStyle/>
              <a:p>
                <a:r>
                  <a:rPr lang="en-US" sz="800" b="1" dirty="0">
                    <a:solidFill>
                      <a:schemeClr val="bg1"/>
                    </a:solidFill>
                  </a:rPr>
                  <a:t>V1</a:t>
                </a:r>
                <a:endParaRPr lang="en-IN" sz="800" b="1" dirty="0">
                  <a:solidFill>
                    <a:schemeClr val="bg1"/>
                  </a:solidFill>
                </a:endParaRPr>
              </a:p>
            </p:txBody>
          </p:sp>
        </p:grpSp>
        <p:grpSp>
          <p:nvGrpSpPr>
            <p:cNvPr id="83" name="Group 82">
              <a:extLst>
                <a:ext uri="{FF2B5EF4-FFF2-40B4-BE49-F238E27FC236}">
                  <a16:creationId xmlns:a16="http://schemas.microsoft.com/office/drawing/2014/main" id="{57B1D777-BED6-C35B-39D8-1AEC291FA9AF}"/>
                </a:ext>
              </a:extLst>
            </p:cNvPr>
            <p:cNvGrpSpPr/>
            <p:nvPr/>
          </p:nvGrpSpPr>
          <p:grpSpPr>
            <a:xfrm>
              <a:off x="8706791" y="4778344"/>
              <a:ext cx="301686" cy="215444"/>
              <a:chOff x="1008232" y="2191874"/>
              <a:chExt cx="301686" cy="215444"/>
            </a:xfrm>
          </p:grpSpPr>
          <p:sp>
            <p:nvSpPr>
              <p:cNvPr id="84" name="Flowchart: Connector 83">
                <a:extLst>
                  <a:ext uri="{FF2B5EF4-FFF2-40B4-BE49-F238E27FC236}">
                    <a16:creationId xmlns:a16="http://schemas.microsoft.com/office/drawing/2014/main" id="{2A1BDC63-1F87-90AD-6EA9-8735ED442902}"/>
                  </a:ext>
                </a:extLst>
              </p:cNvPr>
              <p:cNvSpPr/>
              <p:nvPr/>
            </p:nvSpPr>
            <p:spPr>
              <a:xfrm>
                <a:off x="1049657" y="2198520"/>
                <a:ext cx="209313" cy="192629"/>
              </a:xfrm>
              <a:prstGeom prst="flowChartConnector">
                <a:avLst/>
              </a:prstGeom>
              <a:solidFill>
                <a:srgbClr val="002060"/>
              </a:solidFill>
              <a:ln>
                <a:solidFill>
                  <a:srgbClr val="0070C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85" name="TextBox 84">
                <a:extLst>
                  <a:ext uri="{FF2B5EF4-FFF2-40B4-BE49-F238E27FC236}">
                    <a16:creationId xmlns:a16="http://schemas.microsoft.com/office/drawing/2014/main" id="{263D0ABB-A59C-8B00-CFF7-E7484E7CD3CF}"/>
                  </a:ext>
                </a:extLst>
              </p:cNvPr>
              <p:cNvSpPr txBox="1"/>
              <p:nvPr/>
            </p:nvSpPr>
            <p:spPr>
              <a:xfrm>
                <a:off x="1008232" y="2191874"/>
                <a:ext cx="301686" cy="215444"/>
              </a:xfrm>
              <a:prstGeom prst="rect">
                <a:avLst/>
              </a:prstGeom>
              <a:noFill/>
            </p:spPr>
            <p:txBody>
              <a:bodyPr wrap="none" rtlCol="0" anchor="ctr">
                <a:spAutoFit/>
              </a:bodyPr>
              <a:lstStyle/>
              <a:p>
                <a:r>
                  <a:rPr lang="en-US" sz="800" b="1" dirty="0">
                    <a:solidFill>
                      <a:schemeClr val="bg1"/>
                    </a:solidFill>
                  </a:rPr>
                  <a:t>V1</a:t>
                </a:r>
                <a:endParaRPr lang="en-IN" sz="800" b="1" dirty="0">
                  <a:solidFill>
                    <a:schemeClr val="bg1"/>
                  </a:solidFill>
                </a:endParaRPr>
              </a:p>
            </p:txBody>
          </p:sp>
        </p:grpSp>
        <p:grpSp>
          <p:nvGrpSpPr>
            <p:cNvPr id="86" name="Group 85">
              <a:extLst>
                <a:ext uri="{FF2B5EF4-FFF2-40B4-BE49-F238E27FC236}">
                  <a16:creationId xmlns:a16="http://schemas.microsoft.com/office/drawing/2014/main" id="{78C40F07-1084-F889-14C0-D2D5AE5A76A9}"/>
                </a:ext>
              </a:extLst>
            </p:cNvPr>
            <p:cNvGrpSpPr/>
            <p:nvPr/>
          </p:nvGrpSpPr>
          <p:grpSpPr>
            <a:xfrm>
              <a:off x="10502276" y="4792857"/>
              <a:ext cx="453970" cy="215444"/>
              <a:chOff x="1005760" y="1799305"/>
              <a:chExt cx="453970" cy="215444"/>
            </a:xfrm>
          </p:grpSpPr>
          <p:sp>
            <p:nvSpPr>
              <p:cNvPr id="87" name="Flowchart: Connector 86">
                <a:extLst>
                  <a:ext uri="{FF2B5EF4-FFF2-40B4-BE49-F238E27FC236}">
                    <a16:creationId xmlns:a16="http://schemas.microsoft.com/office/drawing/2014/main" id="{CF7321BF-FD89-01A0-591D-FD4536B273F7}"/>
                  </a:ext>
                </a:extLst>
              </p:cNvPr>
              <p:cNvSpPr/>
              <p:nvPr/>
            </p:nvSpPr>
            <p:spPr>
              <a:xfrm>
                <a:off x="1050933" y="1805951"/>
                <a:ext cx="209313" cy="192629"/>
              </a:xfrm>
              <a:prstGeom prst="flowChartConnector">
                <a:avLst/>
              </a:prstGeom>
              <a:solidFill>
                <a:schemeClr val="tx1">
                  <a:lumMod val="85000"/>
                  <a:lumOff val="15000"/>
                </a:schemeClr>
              </a:solidFill>
              <a:ln>
                <a:solidFill>
                  <a:schemeClr val="tx1">
                    <a:lumMod val="75000"/>
                    <a:lumOff val="2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88" name="TextBox 87">
                <a:extLst>
                  <a:ext uri="{FF2B5EF4-FFF2-40B4-BE49-F238E27FC236}">
                    <a16:creationId xmlns:a16="http://schemas.microsoft.com/office/drawing/2014/main" id="{9FB17BF3-E21B-3572-45FA-65422F16FB63}"/>
                  </a:ext>
                </a:extLst>
              </p:cNvPr>
              <p:cNvSpPr txBox="1"/>
              <p:nvPr/>
            </p:nvSpPr>
            <p:spPr>
              <a:xfrm>
                <a:off x="1005760" y="1799305"/>
                <a:ext cx="453970" cy="215444"/>
              </a:xfrm>
              <a:prstGeom prst="rect">
                <a:avLst/>
              </a:prstGeom>
              <a:noFill/>
            </p:spPr>
            <p:txBody>
              <a:bodyPr wrap="none" rtlCol="0" anchor="ctr">
                <a:spAutoFit/>
              </a:bodyPr>
              <a:lstStyle/>
              <a:p>
                <a:r>
                  <a:rPr lang="en-US" sz="800" b="1" dirty="0">
                    <a:solidFill>
                      <a:schemeClr val="tx1">
                        <a:lumMod val="50000"/>
                        <a:lumOff val="50000"/>
                      </a:schemeClr>
                    </a:solidFill>
                  </a:rPr>
                  <a:t>V1</a:t>
                </a:r>
                <a:r>
                  <a:rPr lang="en-US" sz="800" b="1" baseline="30000" dirty="0">
                    <a:solidFill>
                      <a:schemeClr val="bg1"/>
                    </a:solidFill>
                  </a:rPr>
                  <a:t>Light</a:t>
                </a:r>
                <a:endParaRPr lang="en-IN" sz="800" b="1" baseline="30000" dirty="0">
                  <a:solidFill>
                    <a:schemeClr val="bg1"/>
                  </a:solidFill>
                </a:endParaRPr>
              </a:p>
            </p:txBody>
          </p:sp>
        </p:grpSp>
      </p:grpSp>
      <p:grpSp>
        <p:nvGrpSpPr>
          <p:cNvPr id="125" name="Group 124">
            <a:extLst>
              <a:ext uri="{FF2B5EF4-FFF2-40B4-BE49-F238E27FC236}">
                <a16:creationId xmlns:a16="http://schemas.microsoft.com/office/drawing/2014/main" id="{F9F388A2-A52F-58A1-F529-BC22C166E34F}"/>
              </a:ext>
            </a:extLst>
          </p:cNvPr>
          <p:cNvGrpSpPr/>
          <p:nvPr/>
        </p:nvGrpSpPr>
        <p:grpSpPr>
          <a:xfrm>
            <a:off x="4791940" y="5576875"/>
            <a:ext cx="6993082" cy="933450"/>
            <a:chOff x="4833504" y="5576875"/>
            <a:chExt cx="6993082" cy="933450"/>
          </a:xfrm>
        </p:grpSpPr>
        <p:grpSp>
          <p:nvGrpSpPr>
            <p:cNvPr id="43" name="Group 42">
              <a:extLst>
                <a:ext uri="{FF2B5EF4-FFF2-40B4-BE49-F238E27FC236}">
                  <a16:creationId xmlns:a16="http://schemas.microsoft.com/office/drawing/2014/main" id="{91403A32-1504-B1DA-F8F8-7EFF05F98864}"/>
                </a:ext>
              </a:extLst>
            </p:cNvPr>
            <p:cNvGrpSpPr/>
            <p:nvPr/>
          </p:nvGrpSpPr>
          <p:grpSpPr>
            <a:xfrm>
              <a:off x="4833504" y="5576875"/>
              <a:ext cx="6993082" cy="933450"/>
              <a:chOff x="2774373" y="5472965"/>
              <a:chExt cx="6993082" cy="933450"/>
            </a:xfrm>
          </p:grpSpPr>
          <p:sp>
            <p:nvSpPr>
              <p:cNvPr id="37" name="Rectangle: Rounded Corners 36">
                <a:extLst>
                  <a:ext uri="{FF2B5EF4-FFF2-40B4-BE49-F238E27FC236}">
                    <a16:creationId xmlns:a16="http://schemas.microsoft.com/office/drawing/2014/main" id="{2C8AC4DA-B3B2-913A-5FC0-A005CB467B9F}"/>
                  </a:ext>
                </a:extLst>
              </p:cNvPr>
              <p:cNvSpPr/>
              <p:nvPr/>
            </p:nvSpPr>
            <p:spPr>
              <a:xfrm>
                <a:off x="2774373" y="5472965"/>
                <a:ext cx="6993082" cy="933450"/>
              </a:xfrm>
              <a:prstGeom prst="roundRect">
                <a:avLst>
                  <a:gd name="adj" fmla="val 3309"/>
                </a:avLst>
              </a:prstGeom>
              <a:solidFill>
                <a:srgbClr val="0D0D0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8" name="TextBox 37">
                <a:extLst>
                  <a:ext uri="{FF2B5EF4-FFF2-40B4-BE49-F238E27FC236}">
                    <a16:creationId xmlns:a16="http://schemas.microsoft.com/office/drawing/2014/main" id="{E10A0407-07B3-E1E2-B558-83BD9C44340A}"/>
                  </a:ext>
                </a:extLst>
              </p:cNvPr>
              <p:cNvSpPr txBox="1"/>
              <p:nvPr/>
            </p:nvSpPr>
            <p:spPr>
              <a:xfrm>
                <a:off x="4975726" y="5519743"/>
                <a:ext cx="2101560" cy="261610"/>
              </a:xfrm>
              <a:prstGeom prst="rect">
                <a:avLst/>
              </a:prstGeom>
              <a:noFill/>
            </p:spPr>
            <p:txBody>
              <a:bodyPr wrap="square" rtlCol="0">
                <a:spAutoFit/>
              </a:bodyPr>
              <a:lstStyle/>
              <a:p>
                <a:pPr algn="ctr"/>
                <a:r>
                  <a:rPr lang="en-US" sz="1100" b="1" dirty="0">
                    <a:solidFill>
                      <a:srgbClr val="EC6404"/>
                    </a:solidFill>
                  </a:rPr>
                  <a:t>Operation Domain</a:t>
                </a:r>
                <a:endParaRPr lang="en-IN" sz="1100" b="1" dirty="0">
                  <a:solidFill>
                    <a:srgbClr val="EC6404"/>
                  </a:solidFill>
                </a:endParaRPr>
              </a:p>
            </p:txBody>
          </p:sp>
          <p:sp>
            <p:nvSpPr>
              <p:cNvPr id="39" name="Rectangle: Rounded Corners 38">
                <a:extLst>
                  <a:ext uri="{FF2B5EF4-FFF2-40B4-BE49-F238E27FC236}">
                    <a16:creationId xmlns:a16="http://schemas.microsoft.com/office/drawing/2014/main" id="{10D39A7C-0A95-C704-FDF5-C10CDB32505E}"/>
                  </a:ext>
                </a:extLst>
              </p:cNvPr>
              <p:cNvSpPr/>
              <p:nvPr/>
            </p:nvSpPr>
            <p:spPr>
              <a:xfrm>
                <a:off x="2858357" y="5802135"/>
                <a:ext cx="1487644" cy="415559"/>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Notification &amp; Timer</a:t>
                </a:r>
                <a:endParaRPr lang="en-IN" sz="1000" b="1" dirty="0"/>
              </a:p>
            </p:txBody>
          </p:sp>
          <p:sp>
            <p:nvSpPr>
              <p:cNvPr id="40" name="Rectangle: Rounded Corners 39">
                <a:extLst>
                  <a:ext uri="{FF2B5EF4-FFF2-40B4-BE49-F238E27FC236}">
                    <a16:creationId xmlns:a16="http://schemas.microsoft.com/office/drawing/2014/main" id="{C5C40529-82B3-4851-6191-50525701CE7E}"/>
                  </a:ext>
                </a:extLst>
              </p:cNvPr>
              <p:cNvSpPr/>
              <p:nvPr/>
            </p:nvSpPr>
            <p:spPr>
              <a:xfrm>
                <a:off x="4393622" y="5802133"/>
                <a:ext cx="1880753" cy="415559"/>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Observability &amp; Reliability</a:t>
                </a:r>
                <a:endParaRPr lang="en-IN" sz="1000" b="1" dirty="0"/>
              </a:p>
            </p:txBody>
          </p:sp>
          <p:sp>
            <p:nvSpPr>
              <p:cNvPr id="41" name="Rectangle: Rounded Corners 40">
                <a:extLst>
                  <a:ext uri="{FF2B5EF4-FFF2-40B4-BE49-F238E27FC236}">
                    <a16:creationId xmlns:a16="http://schemas.microsoft.com/office/drawing/2014/main" id="{F32D7BF5-B2CD-2946-6E48-85A01DA16237}"/>
                  </a:ext>
                </a:extLst>
              </p:cNvPr>
              <p:cNvSpPr/>
              <p:nvPr/>
            </p:nvSpPr>
            <p:spPr>
              <a:xfrm>
                <a:off x="6326333" y="5802133"/>
                <a:ext cx="1800655" cy="415559"/>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Security, Privacy &amp; Compliance</a:t>
                </a:r>
                <a:endParaRPr lang="en-IN" sz="1000" b="1" dirty="0"/>
              </a:p>
            </p:txBody>
          </p:sp>
          <p:sp>
            <p:nvSpPr>
              <p:cNvPr id="42" name="Rectangle: Rounded Corners 41">
                <a:extLst>
                  <a:ext uri="{FF2B5EF4-FFF2-40B4-BE49-F238E27FC236}">
                    <a16:creationId xmlns:a16="http://schemas.microsoft.com/office/drawing/2014/main" id="{97B54954-963F-1A66-BED8-E6C4B2B1EDDB}"/>
                  </a:ext>
                </a:extLst>
              </p:cNvPr>
              <p:cNvSpPr/>
              <p:nvPr/>
            </p:nvSpPr>
            <p:spPr>
              <a:xfrm>
                <a:off x="8178946" y="5802132"/>
                <a:ext cx="1487644" cy="415559"/>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Admin &amp; Ops Console</a:t>
                </a:r>
                <a:endParaRPr lang="en-IN" sz="1000" b="1" dirty="0"/>
              </a:p>
            </p:txBody>
          </p:sp>
        </p:grpSp>
        <p:grpSp>
          <p:nvGrpSpPr>
            <p:cNvPr id="89" name="Group 88">
              <a:extLst>
                <a:ext uri="{FF2B5EF4-FFF2-40B4-BE49-F238E27FC236}">
                  <a16:creationId xmlns:a16="http://schemas.microsoft.com/office/drawing/2014/main" id="{859588EC-F824-C94B-9BA1-232555859BD6}"/>
                </a:ext>
              </a:extLst>
            </p:cNvPr>
            <p:cNvGrpSpPr/>
            <p:nvPr/>
          </p:nvGrpSpPr>
          <p:grpSpPr>
            <a:xfrm>
              <a:off x="6003679" y="5799446"/>
              <a:ext cx="301686" cy="215444"/>
              <a:chOff x="1008232" y="2191874"/>
              <a:chExt cx="301686" cy="215444"/>
            </a:xfrm>
          </p:grpSpPr>
          <p:sp>
            <p:nvSpPr>
              <p:cNvPr id="90" name="Flowchart: Connector 89">
                <a:extLst>
                  <a:ext uri="{FF2B5EF4-FFF2-40B4-BE49-F238E27FC236}">
                    <a16:creationId xmlns:a16="http://schemas.microsoft.com/office/drawing/2014/main" id="{5CE8D18E-77A0-B5A2-3263-24022B4068BB}"/>
                  </a:ext>
                </a:extLst>
              </p:cNvPr>
              <p:cNvSpPr/>
              <p:nvPr/>
            </p:nvSpPr>
            <p:spPr>
              <a:xfrm>
                <a:off x="1049657" y="2198520"/>
                <a:ext cx="209313" cy="192629"/>
              </a:xfrm>
              <a:prstGeom prst="flowChartConnector">
                <a:avLst/>
              </a:prstGeom>
              <a:solidFill>
                <a:srgbClr val="002060"/>
              </a:solidFill>
              <a:ln>
                <a:solidFill>
                  <a:srgbClr val="0070C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91" name="TextBox 90">
                <a:extLst>
                  <a:ext uri="{FF2B5EF4-FFF2-40B4-BE49-F238E27FC236}">
                    <a16:creationId xmlns:a16="http://schemas.microsoft.com/office/drawing/2014/main" id="{AAB10619-8664-A0F7-AF65-6FF8D8C52687}"/>
                  </a:ext>
                </a:extLst>
              </p:cNvPr>
              <p:cNvSpPr txBox="1"/>
              <p:nvPr/>
            </p:nvSpPr>
            <p:spPr>
              <a:xfrm>
                <a:off x="1008232" y="2191874"/>
                <a:ext cx="301686" cy="215444"/>
              </a:xfrm>
              <a:prstGeom prst="rect">
                <a:avLst/>
              </a:prstGeom>
              <a:noFill/>
            </p:spPr>
            <p:txBody>
              <a:bodyPr wrap="none" rtlCol="0" anchor="ctr">
                <a:spAutoFit/>
              </a:bodyPr>
              <a:lstStyle/>
              <a:p>
                <a:r>
                  <a:rPr lang="en-US" sz="800" b="1" dirty="0">
                    <a:solidFill>
                      <a:schemeClr val="bg1"/>
                    </a:solidFill>
                  </a:rPr>
                  <a:t>V1</a:t>
                </a:r>
                <a:endParaRPr lang="en-IN" sz="800" b="1" dirty="0">
                  <a:solidFill>
                    <a:schemeClr val="bg1"/>
                  </a:solidFill>
                </a:endParaRPr>
              </a:p>
            </p:txBody>
          </p:sp>
        </p:grpSp>
        <p:grpSp>
          <p:nvGrpSpPr>
            <p:cNvPr id="92" name="Group 91">
              <a:extLst>
                <a:ext uri="{FF2B5EF4-FFF2-40B4-BE49-F238E27FC236}">
                  <a16:creationId xmlns:a16="http://schemas.microsoft.com/office/drawing/2014/main" id="{A1D01243-3C45-E3C7-30CB-3ACE97EC1F3C}"/>
                </a:ext>
              </a:extLst>
            </p:cNvPr>
            <p:cNvGrpSpPr/>
            <p:nvPr/>
          </p:nvGrpSpPr>
          <p:grpSpPr>
            <a:xfrm>
              <a:off x="11337770" y="5794684"/>
              <a:ext cx="301686" cy="215444"/>
              <a:chOff x="6525901" y="3746695"/>
              <a:chExt cx="301686" cy="215444"/>
            </a:xfrm>
          </p:grpSpPr>
          <p:sp>
            <p:nvSpPr>
              <p:cNvPr id="93" name="Flowchart: Connector 92">
                <a:extLst>
                  <a:ext uri="{FF2B5EF4-FFF2-40B4-BE49-F238E27FC236}">
                    <a16:creationId xmlns:a16="http://schemas.microsoft.com/office/drawing/2014/main" id="{C79C06E5-F8C1-6A1C-EAF2-2D0F4533B864}"/>
                  </a:ext>
                </a:extLst>
              </p:cNvPr>
              <p:cNvSpPr/>
              <p:nvPr/>
            </p:nvSpPr>
            <p:spPr>
              <a:xfrm>
                <a:off x="6569071" y="3757352"/>
                <a:ext cx="209313" cy="192629"/>
              </a:xfrm>
              <a:prstGeom prst="flowChartConnector">
                <a:avLst/>
              </a:prstGeom>
              <a:solidFill>
                <a:srgbClr val="740000"/>
              </a:solidFill>
              <a:ln>
                <a:solidFill>
                  <a:srgbClr val="C0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94" name="TextBox 93">
                <a:extLst>
                  <a:ext uri="{FF2B5EF4-FFF2-40B4-BE49-F238E27FC236}">
                    <a16:creationId xmlns:a16="http://schemas.microsoft.com/office/drawing/2014/main" id="{C9753919-EDCF-14EE-3635-44501C2E3FE9}"/>
                  </a:ext>
                </a:extLst>
              </p:cNvPr>
              <p:cNvSpPr txBox="1"/>
              <p:nvPr/>
            </p:nvSpPr>
            <p:spPr>
              <a:xfrm>
                <a:off x="6525901" y="3746695"/>
                <a:ext cx="301686" cy="215444"/>
              </a:xfrm>
              <a:prstGeom prst="rect">
                <a:avLst/>
              </a:prstGeom>
              <a:noFill/>
            </p:spPr>
            <p:txBody>
              <a:bodyPr wrap="none" rtlCol="0" anchor="ctr">
                <a:spAutoFit/>
              </a:bodyPr>
              <a:lstStyle/>
              <a:p>
                <a:r>
                  <a:rPr lang="en-US" sz="800" b="1" dirty="0">
                    <a:solidFill>
                      <a:schemeClr val="bg1"/>
                    </a:solidFill>
                  </a:rPr>
                  <a:t>V2</a:t>
                </a:r>
                <a:endParaRPr lang="en-IN" sz="800" b="1" dirty="0">
                  <a:solidFill>
                    <a:schemeClr val="bg1"/>
                  </a:solidFill>
                </a:endParaRPr>
              </a:p>
            </p:txBody>
          </p:sp>
        </p:grpSp>
        <p:grpSp>
          <p:nvGrpSpPr>
            <p:cNvPr id="95" name="Group 94">
              <a:extLst>
                <a:ext uri="{FF2B5EF4-FFF2-40B4-BE49-F238E27FC236}">
                  <a16:creationId xmlns:a16="http://schemas.microsoft.com/office/drawing/2014/main" id="{4B8EBEB6-36E5-452A-7C92-A49001719523}"/>
                </a:ext>
              </a:extLst>
            </p:cNvPr>
            <p:cNvGrpSpPr/>
            <p:nvPr/>
          </p:nvGrpSpPr>
          <p:grpSpPr>
            <a:xfrm>
              <a:off x="7909869" y="5805341"/>
              <a:ext cx="453970" cy="215444"/>
              <a:chOff x="1005760" y="1799305"/>
              <a:chExt cx="453970" cy="215444"/>
            </a:xfrm>
          </p:grpSpPr>
          <p:sp>
            <p:nvSpPr>
              <p:cNvPr id="96" name="Flowchart: Connector 95">
                <a:extLst>
                  <a:ext uri="{FF2B5EF4-FFF2-40B4-BE49-F238E27FC236}">
                    <a16:creationId xmlns:a16="http://schemas.microsoft.com/office/drawing/2014/main" id="{635A644D-BB16-8D3A-76E2-1619186BF0DD}"/>
                  </a:ext>
                </a:extLst>
              </p:cNvPr>
              <p:cNvSpPr/>
              <p:nvPr/>
            </p:nvSpPr>
            <p:spPr>
              <a:xfrm>
                <a:off x="1050933" y="1805951"/>
                <a:ext cx="209313" cy="192629"/>
              </a:xfrm>
              <a:prstGeom prst="flowChartConnector">
                <a:avLst/>
              </a:prstGeom>
              <a:solidFill>
                <a:schemeClr val="tx1">
                  <a:lumMod val="85000"/>
                  <a:lumOff val="15000"/>
                </a:schemeClr>
              </a:solidFill>
              <a:ln>
                <a:solidFill>
                  <a:schemeClr val="tx1">
                    <a:lumMod val="75000"/>
                    <a:lumOff val="2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97" name="TextBox 96">
                <a:extLst>
                  <a:ext uri="{FF2B5EF4-FFF2-40B4-BE49-F238E27FC236}">
                    <a16:creationId xmlns:a16="http://schemas.microsoft.com/office/drawing/2014/main" id="{49349B4A-A3A3-BB6B-4EE0-D1F2E49EAAE3}"/>
                  </a:ext>
                </a:extLst>
              </p:cNvPr>
              <p:cNvSpPr txBox="1"/>
              <p:nvPr/>
            </p:nvSpPr>
            <p:spPr>
              <a:xfrm>
                <a:off x="1005760" y="1799305"/>
                <a:ext cx="453970" cy="215444"/>
              </a:xfrm>
              <a:prstGeom prst="rect">
                <a:avLst/>
              </a:prstGeom>
              <a:noFill/>
            </p:spPr>
            <p:txBody>
              <a:bodyPr wrap="none" rtlCol="0" anchor="ctr">
                <a:spAutoFit/>
              </a:bodyPr>
              <a:lstStyle/>
              <a:p>
                <a:r>
                  <a:rPr lang="en-US" sz="800" b="1" dirty="0">
                    <a:solidFill>
                      <a:schemeClr val="tx1">
                        <a:lumMod val="50000"/>
                        <a:lumOff val="50000"/>
                      </a:schemeClr>
                    </a:solidFill>
                  </a:rPr>
                  <a:t>V1</a:t>
                </a:r>
                <a:r>
                  <a:rPr lang="en-US" sz="800" b="1" baseline="30000" dirty="0">
                    <a:solidFill>
                      <a:schemeClr val="bg1"/>
                    </a:solidFill>
                  </a:rPr>
                  <a:t>Light</a:t>
                </a:r>
                <a:endParaRPr lang="en-IN" sz="800" b="1" baseline="30000" dirty="0">
                  <a:solidFill>
                    <a:schemeClr val="bg1"/>
                  </a:solidFill>
                </a:endParaRPr>
              </a:p>
            </p:txBody>
          </p:sp>
        </p:grpSp>
        <p:grpSp>
          <p:nvGrpSpPr>
            <p:cNvPr id="98" name="Group 97">
              <a:extLst>
                <a:ext uri="{FF2B5EF4-FFF2-40B4-BE49-F238E27FC236}">
                  <a16:creationId xmlns:a16="http://schemas.microsoft.com/office/drawing/2014/main" id="{0F93293E-6A61-8903-2B17-14D88498B07E}"/>
                </a:ext>
              </a:extLst>
            </p:cNvPr>
            <p:cNvGrpSpPr/>
            <p:nvPr/>
          </p:nvGrpSpPr>
          <p:grpSpPr>
            <a:xfrm>
              <a:off x="9775319" y="5777541"/>
              <a:ext cx="453970" cy="215444"/>
              <a:chOff x="1005760" y="1799305"/>
              <a:chExt cx="453970" cy="215444"/>
            </a:xfrm>
          </p:grpSpPr>
          <p:sp>
            <p:nvSpPr>
              <p:cNvPr id="99" name="Flowchart: Connector 98">
                <a:extLst>
                  <a:ext uri="{FF2B5EF4-FFF2-40B4-BE49-F238E27FC236}">
                    <a16:creationId xmlns:a16="http://schemas.microsoft.com/office/drawing/2014/main" id="{5EE32035-A6F5-392C-8D90-50E08C381412}"/>
                  </a:ext>
                </a:extLst>
              </p:cNvPr>
              <p:cNvSpPr/>
              <p:nvPr/>
            </p:nvSpPr>
            <p:spPr>
              <a:xfrm>
                <a:off x="1050933" y="1805951"/>
                <a:ext cx="209313" cy="192629"/>
              </a:xfrm>
              <a:prstGeom prst="flowChartConnector">
                <a:avLst/>
              </a:prstGeom>
              <a:solidFill>
                <a:schemeClr val="tx1">
                  <a:lumMod val="85000"/>
                  <a:lumOff val="15000"/>
                </a:schemeClr>
              </a:solidFill>
              <a:ln>
                <a:solidFill>
                  <a:schemeClr val="tx1">
                    <a:lumMod val="75000"/>
                    <a:lumOff val="2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00" name="TextBox 99">
                <a:extLst>
                  <a:ext uri="{FF2B5EF4-FFF2-40B4-BE49-F238E27FC236}">
                    <a16:creationId xmlns:a16="http://schemas.microsoft.com/office/drawing/2014/main" id="{362BB67A-CB23-38A9-E364-AC54B1DE1207}"/>
                  </a:ext>
                </a:extLst>
              </p:cNvPr>
              <p:cNvSpPr txBox="1"/>
              <p:nvPr/>
            </p:nvSpPr>
            <p:spPr>
              <a:xfrm>
                <a:off x="1005760" y="1799305"/>
                <a:ext cx="453970" cy="215444"/>
              </a:xfrm>
              <a:prstGeom prst="rect">
                <a:avLst/>
              </a:prstGeom>
              <a:noFill/>
            </p:spPr>
            <p:txBody>
              <a:bodyPr wrap="none" rtlCol="0" anchor="ctr">
                <a:spAutoFit/>
              </a:bodyPr>
              <a:lstStyle/>
              <a:p>
                <a:r>
                  <a:rPr lang="en-US" sz="800" b="1" dirty="0">
                    <a:solidFill>
                      <a:schemeClr val="tx1">
                        <a:lumMod val="50000"/>
                        <a:lumOff val="50000"/>
                      </a:schemeClr>
                    </a:solidFill>
                  </a:rPr>
                  <a:t>V1</a:t>
                </a:r>
                <a:r>
                  <a:rPr lang="en-US" sz="800" b="1" baseline="30000" dirty="0">
                    <a:solidFill>
                      <a:schemeClr val="bg1"/>
                    </a:solidFill>
                  </a:rPr>
                  <a:t>Light</a:t>
                </a:r>
                <a:endParaRPr lang="en-IN" sz="800" b="1" baseline="30000" dirty="0">
                  <a:solidFill>
                    <a:schemeClr val="bg1"/>
                  </a:solidFill>
                </a:endParaRPr>
              </a:p>
            </p:txBody>
          </p:sp>
        </p:grpSp>
      </p:grpSp>
      <p:grpSp>
        <p:nvGrpSpPr>
          <p:cNvPr id="119" name="Group 118">
            <a:extLst>
              <a:ext uri="{FF2B5EF4-FFF2-40B4-BE49-F238E27FC236}">
                <a16:creationId xmlns:a16="http://schemas.microsoft.com/office/drawing/2014/main" id="{8033F3FD-E73F-72CA-D426-ED15F50EC235}"/>
              </a:ext>
            </a:extLst>
          </p:cNvPr>
          <p:cNvGrpSpPr/>
          <p:nvPr/>
        </p:nvGrpSpPr>
        <p:grpSpPr>
          <a:xfrm>
            <a:off x="367222" y="891501"/>
            <a:ext cx="3224395" cy="3059079"/>
            <a:chOff x="263312" y="891501"/>
            <a:chExt cx="3224395" cy="3059079"/>
          </a:xfrm>
        </p:grpSpPr>
        <p:sp>
          <p:nvSpPr>
            <p:cNvPr id="110" name="TextBox 109">
              <a:extLst>
                <a:ext uri="{FF2B5EF4-FFF2-40B4-BE49-F238E27FC236}">
                  <a16:creationId xmlns:a16="http://schemas.microsoft.com/office/drawing/2014/main" id="{3E39FD9F-EE50-0B33-39E4-7A5BED33F686}"/>
                </a:ext>
              </a:extLst>
            </p:cNvPr>
            <p:cNvSpPr txBox="1"/>
            <p:nvPr/>
          </p:nvSpPr>
          <p:spPr>
            <a:xfrm>
              <a:off x="263312" y="1215731"/>
              <a:ext cx="3213852" cy="577081"/>
            </a:xfrm>
            <a:prstGeom prst="rect">
              <a:avLst/>
            </a:prstGeom>
            <a:noFill/>
          </p:spPr>
          <p:txBody>
            <a:bodyPr wrap="square" rtlCol="0">
              <a:spAutoFit/>
            </a:bodyPr>
            <a:lstStyle/>
            <a:p>
              <a:r>
                <a:rPr lang="en-US" sz="1050" dirty="0">
                  <a:solidFill>
                    <a:schemeClr val="bg1">
                      <a:lumMod val="85000"/>
                    </a:schemeClr>
                  </a:solidFill>
                </a:rPr>
                <a:t>Code that must exist for the system to function end-to-end and deliver a correct, persistent decision outcome to a real user.</a:t>
              </a:r>
              <a:endParaRPr lang="en-IN" sz="1050" dirty="0">
                <a:solidFill>
                  <a:schemeClr val="bg1">
                    <a:lumMod val="85000"/>
                  </a:schemeClr>
                </a:solidFill>
              </a:endParaRPr>
            </a:p>
          </p:txBody>
        </p:sp>
        <p:grpSp>
          <p:nvGrpSpPr>
            <p:cNvPr id="116" name="Group 115">
              <a:extLst>
                <a:ext uri="{FF2B5EF4-FFF2-40B4-BE49-F238E27FC236}">
                  <a16:creationId xmlns:a16="http://schemas.microsoft.com/office/drawing/2014/main" id="{E59FAF1C-FDA8-A836-525F-757CD929C55A}"/>
                </a:ext>
              </a:extLst>
            </p:cNvPr>
            <p:cNvGrpSpPr/>
            <p:nvPr/>
          </p:nvGrpSpPr>
          <p:grpSpPr>
            <a:xfrm>
              <a:off x="268074" y="891501"/>
              <a:ext cx="1360952" cy="253916"/>
              <a:chOff x="268074" y="891501"/>
              <a:chExt cx="1360952" cy="253916"/>
            </a:xfrm>
          </p:grpSpPr>
          <p:grpSp>
            <p:nvGrpSpPr>
              <p:cNvPr id="104" name="Group 103">
                <a:extLst>
                  <a:ext uri="{FF2B5EF4-FFF2-40B4-BE49-F238E27FC236}">
                    <a16:creationId xmlns:a16="http://schemas.microsoft.com/office/drawing/2014/main" id="{337DC44F-F84D-4144-3222-12D9F4F8118B}"/>
                  </a:ext>
                </a:extLst>
              </p:cNvPr>
              <p:cNvGrpSpPr/>
              <p:nvPr/>
            </p:nvGrpSpPr>
            <p:grpSpPr>
              <a:xfrm>
                <a:off x="268074" y="911155"/>
                <a:ext cx="301686" cy="215444"/>
                <a:chOff x="1008232" y="2191874"/>
                <a:chExt cx="301686" cy="215444"/>
              </a:xfrm>
            </p:grpSpPr>
            <p:sp>
              <p:nvSpPr>
                <p:cNvPr id="105" name="Flowchart: Connector 104">
                  <a:extLst>
                    <a:ext uri="{FF2B5EF4-FFF2-40B4-BE49-F238E27FC236}">
                      <a16:creationId xmlns:a16="http://schemas.microsoft.com/office/drawing/2014/main" id="{7FD5AAB6-5FC1-7250-0135-DD9502804A43}"/>
                    </a:ext>
                  </a:extLst>
                </p:cNvPr>
                <p:cNvSpPr/>
                <p:nvPr/>
              </p:nvSpPr>
              <p:spPr>
                <a:xfrm>
                  <a:off x="1049657" y="2198520"/>
                  <a:ext cx="209313" cy="192629"/>
                </a:xfrm>
                <a:prstGeom prst="flowChartConnector">
                  <a:avLst/>
                </a:prstGeom>
                <a:solidFill>
                  <a:srgbClr val="002060"/>
                </a:solidFill>
                <a:ln>
                  <a:solidFill>
                    <a:srgbClr val="0070C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06" name="TextBox 105">
                  <a:extLst>
                    <a:ext uri="{FF2B5EF4-FFF2-40B4-BE49-F238E27FC236}">
                      <a16:creationId xmlns:a16="http://schemas.microsoft.com/office/drawing/2014/main" id="{871178BC-06D0-FA33-B992-7830AD90D362}"/>
                    </a:ext>
                  </a:extLst>
                </p:cNvPr>
                <p:cNvSpPr txBox="1"/>
                <p:nvPr/>
              </p:nvSpPr>
              <p:spPr>
                <a:xfrm>
                  <a:off x="1008232" y="2191874"/>
                  <a:ext cx="301686" cy="215444"/>
                </a:xfrm>
                <a:prstGeom prst="rect">
                  <a:avLst/>
                </a:prstGeom>
                <a:noFill/>
              </p:spPr>
              <p:txBody>
                <a:bodyPr wrap="none" rtlCol="0" anchor="ctr">
                  <a:spAutoFit/>
                </a:bodyPr>
                <a:lstStyle/>
                <a:p>
                  <a:r>
                    <a:rPr lang="en-US" sz="800" b="1" dirty="0">
                      <a:solidFill>
                        <a:schemeClr val="bg1"/>
                      </a:solidFill>
                    </a:rPr>
                    <a:t>V1</a:t>
                  </a:r>
                  <a:endParaRPr lang="en-IN" sz="800" b="1" dirty="0">
                    <a:solidFill>
                      <a:schemeClr val="bg1"/>
                    </a:solidFill>
                  </a:endParaRPr>
                </a:p>
              </p:txBody>
            </p:sp>
          </p:grpSp>
          <p:sp>
            <p:nvSpPr>
              <p:cNvPr id="111" name="TextBox 110">
                <a:extLst>
                  <a:ext uri="{FF2B5EF4-FFF2-40B4-BE49-F238E27FC236}">
                    <a16:creationId xmlns:a16="http://schemas.microsoft.com/office/drawing/2014/main" id="{882EAB9B-0D20-E3F2-9BE8-BB272F3014FC}"/>
                  </a:ext>
                </a:extLst>
              </p:cNvPr>
              <p:cNvSpPr txBox="1"/>
              <p:nvPr/>
            </p:nvSpPr>
            <p:spPr>
              <a:xfrm>
                <a:off x="569760" y="891501"/>
                <a:ext cx="1059266" cy="253916"/>
              </a:xfrm>
              <a:prstGeom prst="rect">
                <a:avLst/>
              </a:prstGeom>
              <a:noFill/>
            </p:spPr>
            <p:txBody>
              <a:bodyPr wrap="square" rtlCol="0">
                <a:spAutoFit/>
              </a:bodyPr>
              <a:lstStyle/>
              <a:p>
                <a:r>
                  <a:rPr lang="en-US" sz="1050" b="1" dirty="0">
                    <a:solidFill>
                      <a:schemeClr val="bg1"/>
                    </a:solidFill>
                  </a:rPr>
                  <a:t>Definition</a:t>
                </a:r>
                <a:endParaRPr lang="en-IN" sz="1050" b="1" dirty="0">
                  <a:solidFill>
                    <a:schemeClr val="bg1"/>
                  </a:solidFill>
                </a:endParaRPr>
              </a:p>
            </p:txBody>
          </p:sp>
        </p:grpSp>
        <p:grpSp>
          <p:nvGrpSpPr>
            <p:cNvPr id="114" name="Group 113">
              <a:extLst>
                <a:ext uri="{FF2B5EF4-FFF2-40B4-BE49-F238E27FC236}">
                  <a16:creationId xmlns:a16="http://schemas.microsoft.com/office/drawing/2014/main" id="{58B05FFA-831A-689A-3A9C-F75AF5F51D7C}"/>
                </a:ext>
              </a:extLst>
            </p:cNvPr>
            <p:cNvGrpSpPr/>
            <p:nvPr/>
          </p:nvGrpSpPr>
          <p:grpSpPr>
            <a:xfrm>
              <a:off x="269088" y="1942990"/>
              <a:ext cx="1359938" cy="253916"/>
              <a:chOff x="269088" y="2026118"/>
              <a:chExt cx="1359938" cy="253916"/>
            </a:xfrm>
          </p:grpSpPr>
          <p:grpSp>
            <p:nvGrpSpPr>
              <p:cNvPr id="101" name="Group 100">
                <a:extLst>
                  <a:ext uri="{FF2B5EF4-FFF2-40B4-BE49-F238E27FC236}">
                    <a16:creationId xmlns:a16="http://schemas.microsoft.com/office/drawing/2014/main" id="{2D192513-6267-CA10-D103-11062E5F33C0}"/>
                  </a:ext>
                </a:extLst>
              </p:cNvPr>
              <p:cNvGrpSpPr/>
              <p:nvPr/>
            </p:nvGrpSpPr>
            <p:grpSpPr>
              <a:xfrm>
                <a:off x="269088" y="2064590"/>
                <a:ext cx="453970" cy="215444"/>
                <a:chOff x="1005760" y="1799305"/>
                <a:chExt cx="453970" cy="215444"/>
              </a:xfrm>
            </p:grpSpPr>
            <p:sp>
              <p:nvSpPr>
                <p:cNvPr id="102" name="Flowchart: Connector 101">
                  <a:extLst>
                    <a:ext uri="{FF2B5EF4-FFF2-40B4-BE49-F238E27FC236}">
                      <a16:creationId xmlns:a16="http://schemas.microsoft.com/office/drawing/2014/main" id="{3D6FF112-2079-40B2-26A3-9A4CF260A234}"/>
                    </a:ext>
                  </a:extLst>
                </p:cNvPr>
                <p:cNvSpPr/>
                <p:nvPr/>
              </p:nvSpPr>
              <p:spPr>
                <a:xfrm>
                  <a:off x="1050933" y="1805951"/>
                  <a:ext cx="209313" cy="192629"/>
                </a:xfrm>
                <a:prstGeom prst="flowChartConnector">
                  <a:avLst/>
                </a:prstGeom>
                <a:solidFill>
                  <a:schemeClr val="tx1">
                    <a:lumMod val="85000"/>
                    <a:lumOff val="15000"/>
                  </a:schemeClr>
                </a:solidFill>
                <a:ln>
                  <a:solidFill>
                    <a:schemeClr val="tx1">
                      <a:lumMod val="75000"/>
                      <a:lumOff val="2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03" name="TextBox 102">
                  <a:extLst>
                    <a:ext uri="{FF2B5EF4-FFF2-40B4-BE49-F238E27FC236}">
                      <a16:creationId xmlns:a16="http://schemas.microsoft.com/office/drawing/2014/main" id="{4618E769-CD80-058A-808B-1920C9E8FF52}"/>
                    </a:ext>
                  </a:extLst>
                </p:cNvPr>
                <p:cNvSpPr txBox="1"/>
                <p:nvPr/>
              </p:nvSpPr>
              <p:spPr>
                <a:xfrm>
                  <a:off x="1005760" y="1799305"/>
                  <a:ext cx="453970" cy="215444"/>
                </a:xfrm>
                <a:prstGeom prst="rect">
                  <a:avLst/>
                </a:prstGeom>
                <a:noFill/>
              </p:spPr>
              <p:txBody>
                <a:bodyPr wrap="none" rtlCol="0" anchor="ctr">
                  <a:spAutoFit/>
                </a:bodyPr>
                <a:lstStyle/>
                <a:p>
                  <a:r>
                    <a:rPr lang="en-US" sz="800" b="1" dirty="0">
                      <a:solidFill>
                        <a:schemeClr val="tx1">
                          <a:lumMod val="50000"/>
                          <a:lumOff val="50000"/>
                        </a:schemeClr>
                      </a:solidFill>
                    </a:rPr>
                    <a:t>V1</a:t>
                  </a:r>
                  <a:r>
                    <a:rPr lang="en-US" sz="800" b="1" baseline="30000" dirty="0">
                      <a:solidFill>
                        <a:schemeClr val="bg1"/>
                      </a:solidFill>
                    </a:rPr>
                    <a:t>Light</a:t>
                  </a:r>
                  <a:endParaRPr lang="en-IN" sz="800" b="1" baseline="30000" dirty="0">
                    <a:solidFill>
                      <a:schemeClr val="bg1"/>
                    </a:solidFill>
                  </a:endParaRPr>
                </a:p>
              </p:txBody>
            </p:sp>
          </p:grpSp>
          <p:sp>
            <p:nvSpPr>
              <p:cNvPr id="112" name="TextBox 111">
                <a:extLst>
                  <a:ext uri="{FF2B5EF4-FFF2-40B4-BE49-F238E27FC236}">
                    <a16:creationId xmlns:a16="http://schemas.microsoft.com/office/drawing/2014/main" id="{B0C8C711-A2DF-6B2B-FFE7-59507BCA30C9}"/>
                  </a:ext>
                </a:extLst>
              </p:cNvPr>
              <p:cNvSpPr txBox="1"/>
              <p:nvPr/>
            </p:nvSpPr>
            <p:spPr>
              <a:xfrm>
                <a:off x="569760" y="2026118"/>
                <a:ext cx="1059266" cy="253916"/>
              </a:xfrm>
              <a:prstGeom prst="rect">
                <a:avLst/>
              </a:prstGeom>
              <a:noFill/>
            </p:spPr>
            <p:txBody>
              <a:bodyPr wrap="square" rtlCol="0">
                <a:spAutoFit/>
              </a:bodyPr>
              <a:lstStyle/>
              <a:p>
                <a:r>
                  <a:rPr lang="en-US" sz="1050" b="1" dirty="0">
                    <a:solidFill>
                      <a:schemeClr val="bg1"/>
                    </a:solidFill>
                  </a:rPr>
                  <a:t>Definition</a:t>
                </a:r>
                <a:endParaRPr lang="en-IN" sz="1050" b="1" dirty="0">
                  <a:solidFill>
                    <a:schemeClr val="bg1"/>
                  </a:solidFill>
                </a:endParaRPr>
              </a:p>
            </p:txBody>
          </p:sp>
        </p:grpSp>
        <p:grpSp>
          <p:nvGrpSpPr>
            <p:cNvPr id="115" name="Group 114">
              <a:extLst>
                <a:ext uri="{FF2B5EF4-FFF2-40B4-BE49-F238E27FC236}">
                  <a16:creationId xmlns:a16="http://schemas.microsoft.com/office/drawing/2014/main" id="{4DE3751A-B3DA-176F-2A58-73FDEBB0DB56}"/>
                </a:ext>
              </a:extLst>
            </p:cNvPr>
            <p:cNvGrpSpPr/>
            <p:nvPr/>
          </p:nvGrpSpPr>
          <p:grpSpPr>
            <a:xfrm>
              <a:off x="389068" y="3063850"/>
              <a:ext cx="1369136" cy="253916"/>
              <a:chOff x="263312" y="2486267"/>
              <a:chExt cx="1369136" cy="253916"/>
            </a:xfrm>
          </p:grpSpPr>
          <p:grpSp>
            <p:nvGrpSpPr>
              <p:cNvPr id="107" name="Group 106">
                <a:extLst>
                  <a:ext uri="{FF2B5EF4-FFF2-40B4-BE49-F238E27FC236}">
                    <a16:creationId xmlns:a16="http://schemas.microsoft.com/office/drawing/2014/main" id="{20FB16BC-9934-5F9D-4958-E7D219479E48}"/>
                  </a:ext>
                </a:extLst>
              </p:cNvPr>
              <p:cNvGrpSpPr/>
              <p:nvPr/>
            </p:nvGrpSpPr>
            <p:grpSpPr>
              <a:xfrm>
                <a:off x="263312" y="2499021"/>
                <a:ext cx="301686" cy="215444"/>
                <a:chOff x="6525901" y="3746695"/>
                <a:chExt cx="301686" cy="215444"/>
              </a:xfrm>
            </p:grpSpPr>
            <p:sp>
              <p:nvSpPr>
                <p:cNvPr id="108" name="Flowchart: Connector 107">
                  <a:extLst>
                    <a:ext uri="{FF2B5EF4-FFF2-40B4-BE49-F238E27FC236}">
                      <a16:creationId xmlns:a16="http://schemas.microsoft.com/office/drawing/2014/main" id="{6E9E334A-4FD4-7FF9-D5AD-B8CCA2325EDD}"/>
                    </a:ext>
                  </a:extLst>
                </p:cNvPr>
                <p:cNvSpPr/>
                <p:nvPr/>
              </p:nvSpPr>
              <p:spPr>
                <a:xfrm>
                  <a:off x="6569071" y="3757352"/>
                  <a:ext cx="209313" cy="192629"/>
                </a:xfrm>
                <a:prstGeom prst="flowChartConnector">
                  <a:avLst/>
                </a:prstGeom>
                <a:solidFill>
                  <a:srgbClr val="740000"/>
                </a:solidFill>
                <a:ln>
                  <a:solidFill>
                    <a:srgbClr val="C0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09" name="TextBox 108">
                  <a:extLst>
                    <a:ext uri="{FF2B5EF4-FFF2-40B4-BE49-F238E27FC236}">
                      <a16:creationId xmlns:a16="http://schemas.microsoft.com/office/drawing/2014/main" id="{ADDA8C8B-BF39-5A8F-FF6E-1EDB3D33F9E3}"/>
                    </a:ext>
                  </a:extLst>
                </p:cNvPr>
                <p:cNvSpPr txBox="1"/>
                <p:nvPr/>
              </p:nvSpPr>
              <p:spPr>
                <a:xfrm>
                  <a:off x="6525901" y="3746695"/>
                  <a:ext cx="301686" cy="215444"/>
                </a:xfrm>
                <a:prstGeom prst="rect">
                  <a:avLst/>
                </a:prstGeom>
                <a:noFill/>
              </p:spPr>
              <p:txBody>
                <a:bodyPr wrap="none" rtlCol="0" anchor="ctr">
                  <a:spAutoFit/>
                </a:bodyPr>
                <a:lstStyle/>
                <a:p>
                  <a:r>
                    <a:rPr lang="en-US" sz="800" b="1" dirty="0">
                      <a:solidFill>
                        <a:schemeClr val="bg1"/>
                      </a:solidFill>
                    </a:rPr>
                    <a:t>V2</a:t>
                  </a:r>
                  <a:endParaRPr lang="en-IN" sz="800" b="1" dirty="0">
                    <a:solidFill>
                      <a:schemeClr val="bg1"/>
                    </a:solidFill>
                  </a:endParaRPr>
                </a:p>
              </p:txBody>
            </p:sp>
          </p:grpSp>
          <p:sp>
            <p:nvSpPr>
              <p:cNvPr id="113" name="TextBox 112">
                <a:extLst>
                  <a:ext uri="{FF2B5EF4-FFF2-40B4-BE49-F238E27FC236}">
                    <a16:creationId xmlns:a16="http://schemas.microsoft.com/office/drawing/2014/main" id="{D7290880-8D64-4CA5-64AA-7239C871C909}"/>
                  </a:ext>
                </a:extLst>
              </p:cNvPr>
              <p:cNvSpPr txBox="1"/>
              <p:nvPr/>
            </p:nvSpPr>
            <p:spPr>
              <a:xfrm>
                <a:off x="573182" y="2486267"/>
                <a:ext cx="1059266" cy="253916"/>
              </a:xfrm>
              <a:prstGeom prst="rect">
                <a:avLst/>
              </a:prstGeom>
              <a:noFill/>
            </p:spPr>
            <p:txBody>
              <a:bodyPr wrap="square" rtlCol="0">
                <a:spAutoFit/>
              </a:bodyPr>
              <a:lstStyle/>
              <a:p>
                <a:r>
                  <a:rPr lang="en-US" sz="1050" b="1" dirty="0">
                    <a:solidFill>
                      <a:schemeClr val="bg1"/>
                    </a:solidFill>
                  </a:rPr>
                  <a:t>Definition</a:t>
                </a:r>
                <a:endParaRPr lang="en-IN" sz="1050" b="1" dirty="0">
                  <a:solidFill>
                    <a:schemeClr val="bg1"/>
                  </a:solidFill>
                </a:endParaRPr>
              </a:p>
            </p:txBody>
          </p:sp>
        </p:grpSp>
        <p:sp>
          <p:nvSpPr>
            <p:cNvPr id="117" name="TextBox 116">
              <a:extLst>
                <a:ext uri="{FF2B5EF4-FFF2-40B4-BE49-F238E27FC236}">
                  <a16:creationId xmlns:a16="http://schemas.microsoft.com/office/drawing/2014/main" id="{287C2AAB-E0C7-42B1-1952-05104F38E856}"/>
                </a:ext>
              </a:extLst>
            </p:cNvPr>
            <p:cNvSpPr txBox="1"/>
            <p:nvPr/>
          </p:nvSpPr>
          <p:spPr>
            <a:xfrm>
              <a:off x="273855" y="2290356"/>
              <a:ext cx="3213852" cy="577081"/>
            </a:xfrm>
            <a:prstGeom prst="rect">
              <a:avLst/>
            </a:prstGeom>
            <a:noFill/>
          </p:spPr>
          <p:txBody>
            <a:bodyPr wrap="square" rtlCol="0">
              <a:spAutoFit/>
            </a:bodyPr>
            <a:lstStyle/>
            <a:p>
              <a:r>
                <a:rPr lang="en-US" sz="1050" dirty="0">
                  <a:solidFill>
                    <a:schemeClr val="bg1">
                      <a:lumMod val="85000"/>
                    </a:schemeClr>
                  </a:solidFill>
                </a:rPr>
                <a:t>Minimal implementations required for safety, async execution, and visibility, intentionally non-optimized and replaceable later.</a:t>
              </a:r>
              <a:endParaRPr lang="en-IN" sz="1050" dirty="0">
                <a:solidFill>
                  <a:schemeClr val="bg1">
                    <a:lumMod val="85000"/>
                  </a:schemeClr>
                </a:solidFill>
              </a:endParaRPr>
            </a:p>
          </p:txBody>
        </p:sp>
        <p:sp>
          <p:nvSpPr>
            <p:cNvPr id="118" name="TextBox 117">
              <a:extLst>
                <a:ext uri="{FF2B5EF4-FFF2-40B4-BE49-F238E27FC236}">
                  <a16:creationId xmlns:a16="http://schemas.microsoft.com/office/drawing/2014/main" id="{975250EE-E2CD-23D6-0B11-854B9C7A1305}"/>
                </a:ext>
              </a:extLst>
            </p:cNvPr>
            <p:cNvSpPr txBox="1"/>
            <p:nvPr/>
          </p:nvSpPr>
          <p:spPr>
            <a:xfrm>
              <a:off x="273855" y="3373499"/>
              <a:ext cx="3213852" cy="577081"/>
            </a:xfrm>
            <a:prstGeom prst="rect">
              <a:avLst/>
            </a:prstGeom>
            <a:noFill/>
          </p:spPr>
          <p:txBody>
            <a:bodyPr wrap="square" rtlCol="0">
              <a:spAutoFit/>
            </a:bodyPr>
            <a:lstStyle/>
            <a:p>
              <a:r>
                <a:rPr lang="en-US" sz="1050" dirty="0">
                  <a:solidFill>
                    <a:schemeClr val="bg1">
                      <a:lumMod val="85000"/>
                    </a:schemeClr>
                  </a:solidFill>
                </a:rPr>
                <a:t>Non-blocking enhancements that improve scalability, operability, and maintainability once usage and load are proven.</a:t>
              </a:r>
              <a:endParaRPr lang="en-IN" sz="1050" dirty="0">
                <a:solidFill>
                  <a:schemeClr val="bg1">
                    <a:lumMod val="85000"/>
                  </a:schemeClr>
                </a:solidFill>
              </a:endParaRPr>
            </a:p>
          </p:txBody>
        </p:sp>
      </p:grpSp>
    </p:spTree>
    <p:extLst>
      <p:ext uri="{BB962C8B-B14F-4D97-AF65-F5344CB8AC3E}">
        <p14:creationId xmlns:p14="http://schemas.microsoft.com/office/powerpoint/2010/main" val="3482434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randombar(horizontal)">
                                      <p:cBhvr>
                                        <p:cTn id="7" dur="500"/>
                                        <p:tgtEl>
                                          <p:spTgt spid="12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21"/>
                                        </p:tgtEl>
                                        <p:attrNameLst>
                                          <p:attrName>style.visibility</p:attrName>
                                        </p:attrNameLst>
                                      </p:cBhvr>
                                      <p:to>
                                        <p:strVal val="visible"/>
                                      </p:to>
                                    </p:set>
                                    <p:animEffect transition="in" filter="randombar(horizontal)">
                                      <p:cBhvr>
                                        <p:cTn id="12" dur="500"/>
                                        <p:tgtEl>
                                          <p:spTgt spid="121"/>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22"/>
                                        </p:tgtEl>
                                        <p:attrNameLst>
                                          <p:attrName>style.visibility</p:attrName>
                                        </p:attrNameLst>
                                      </p:cBhvr>
                                      <p:to>
                                        <p:strVal val="visible"/>
                                      </p:to>
                                    </p:set>
                                    <p:animEffect transition="in" filter="randombar(horizontal)">
                                      <p:cBhvr>
                                        <p:cTn id="17" dur="500"/>
                                        <p:tgtEl>
                                          <p:spTgt spid="122"/>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23"/>
                                        </p:tgtEl>
                                        <p:attrNameLst>
                                          <p:attrName>style.visibility</p:attrName>
                                        </p:attrNameLst>
                                      </p:cBhvr>
                                      <p:to>
                                        <p:strVal val="visible"/>
                                      </p:to>
                                    </p:set>
                                    <p:animEffect transition="in" filter="randombar(horizontal)">
                                      <p:cBhvr>
                                        <p:cTn id="22" dur="500"/>
                                        <p:tgtEl>
                                          <p:spTgt spid="123"/>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24"/>
                                        </p:tgtEl>
                                        <p:attrNameLst>
                                          <p:attrName>style.visibility</p:attrName>
                                        </p:attrNameLst>
                                      </p:cBhvr>
                                      <p:to>
                                        <p:strVal val="visible"/>
                                      </p:to>
                                    </p:set>
                                    <p:animEffect transition="in" filter="randombar(horizontal)">
                                      <p:cBhvr>
                                        <p:cTn id="27" dur="500"/>
                                        <p:tgtEl>
                                          <p:spTgt spid="124"/>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125"/>
                                        </p:tgtEl>
                                        <p:attrNameLst>
                                          <p:attrName>style.visibility</p:attrName>
                                        </p:attrNameLst>
                                      </p:cBhvr>
                                      <p:to>
                                        <p:strVal val="visible"/>
                                      </p:to>
                                    </p:set>
                                    <p:animEffect transition="in" filter="randombar(horizontal)">
                                      <p:cBhvr>
                                        <p:cTn id="32"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6759A80-BA3E-015B-1BF7-0E96EC802A40}"/>
              </a:ext>
            </a:extLst>
          </p:cNvPr>
          <p:cNvGrpSpPr/>
          <p:nvPr/>
        </p:nvGrpSpPr>
        <p:grpSpPr>
          <a:xfrm>
            <a:off x="4675344" y="2503566"/>
            <a:ext cx="2622465" cy="939387"/>
            <a:chOff x="427194" y="3075070"/>
            <a:chExt cx="2622465" cy="939387"/>
          </a:xfrm>
        </p:grpSpPr>
        <p:pic>
          <p:nvPicPr>
            <p:cNvPr id="3" name="Picture 2">
              <a:extLst>
                <a:ext uri="{FF2B5EF4-FFF2-40B4-BE49-F238E27FC236}">
                  <a16:creationId xmlns:a16="http://schemas.microsoft.com/office/drawing/2014/main" id="{DCC68DEC-841B-3E2F-8B68-CBCC8E5D3C1E}"/>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62253" y="3075070"/>
              <a:ext cx="1552348" cy="409328"/>
            </a:xfrm>
            <a:prstGeom prst="rect">
              <a:avLst/>
            </a:prstGeom>
          </p:spPr>
        </p:pic>
        <p:sp>
          <p:nvSpPr>
            <p:cNvPr id="4" name="TextBox 3">
              <a:extLst>
                <a:ext uri="{FF2B5EF4-FFF2-40B4-BE49-F238E27FC236}">
                  <a16:creationId xmlns:a16="http://schemas.microsoft.com/office/drawing/2014/main" id="{738E384E-51F0-5311-F6C9-2534336F65A4}"/>
                </a:ext>
              </a:extLst>
            </p:cNvPr>
            <p:cNvSpPr txBox="1"/>
            <p:nvPr/>
          </p:nvSpPr>
          <p:spPr>
            <a:xfrm>
              <a:off x="427194" y="3576415"/>
              <a:ext cx="2622465" cy="200055"/>
            </a:xfrm>
            <a:prstGeom prst="rect">
              <a:avLst/>
            </a:prstGeom>
            <a:noFill/>
          </p:spPr>
          <p:txBody>
            <a:bodyPr wrap="square" rtlCol="0">
              <a:spAutoFit/>
            </a:bodyPr>
            <a:lstStyle/>
            <a:p>
              <a:pPr algn="ctr"/>
              <a:r>
                <a:rPr lang="en-US" sz="700" spc="300" dirty="0">
                  <a:solidFill>
                    <a:schemeClr val="bg1">
                      <a:lumMod val="50000"/>
                    </a:schemeClr>
                  </a:solidFill>
                </a:rPr>
                <a:t>DECISION WITHOUT BLINDSPOT</a:t>
              </a:r>
              <a:endParaRPr lang="en-IN" sz="600" spc="300" dirty="0">
                <a:solidFill>
                  <a:schemeClr val="bg1">
                    <a:lumMod val="50000"/>
                  </a:schemeClr>
                </a:solidFill>
              </a:endParaRPr>
            </a:p>
          </p:txBody>
        </p:sp>
        <p:sp>
          <p:nvSpPr>
            <p:cNvPr id="5" name="Rectangle 4">
              <a:extLst>
                <a:ext uri="{FF2B5EF4-FFF2-40B4-BE49-F238E27FC236}">
                  <a16:creationId xmlns:a16="http://schemas.microsoft.com/office/drawing/2014/main" id="{20C65178-3AFA-601F-9C65-4E66FC000DF1}"/>
                </a:ext>
              </a:extLst>
            </p:cNvPr>
            <p:cNvSpPr/>
            <p:nvPr/>
          </p:nvSpPr>
          <p:spPr>
            <a:xfrm>
              <a:off x="592282" y="3968738"/>
              <a:ext cx="2234045" cy="45719"/>
            </a:xfrm>
            <a:prstGeom prst="rect">
              <a:avLst/>
            </a:prstGeom>
            <a:gradFill flip="none" rotWithShape="1">
              <a:gsLst>
                <a:gs pos="53000">
                  <a:srgbClr val="EE7723"/>
                </a:gs>
                <a:gs pos="0">
                  <a:schemeClr val="dk1">
                    <a:satMod val="110000"/>
                    <a:lumMod val="100000"/>
                    <a:shade val="100000"/>
                  </a:schemeClr>
                </a:gs>
                <a:gs pos="100000">
                  <a:schemeClr val="dk1">
                    <a:lumMod val="99000"/>
                    <a:satMod val="120000"/>
                    <a:shade val="78000"/>
                  </a:schemeClr>
                </a:gs>
              </a:gsLst>
              <a:lin ang="0" scaled="1"/>
              <a:tileRect/>
            </a:gradFill>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grpSp>
      <p:sp>
        <p:nvSpPr>
          <p:cNvPr id="6" name="TextBox 5">
            <a:extLst>
              <a:ext uri="{FF2B5EF4-FFF2-40B4-BE49-F238E27FC236}">
                <a16:creationId xmlns:a16="http://schemas.microsoft.com/office/drawing/2014/main" id="{FBA0E46F-87FA-341F-EBAD-6CADC330FADA}"/>
              </a:ext>
            </a:extLst>
          </p:cNvPr>
          <p:cNvSpPr txBox="1"/>
          <p:nvPr/>
        </p:nvSpPr>
        <p:spPr>
          <a:xfrm>
            <a:off x="1007918" y="2610652"/>
            <a:ext cx="2382350" cy="507831"/>
          </a:xfrm>
          <a:prstGeom prst="rect">
            <a:avLst/>
          </a:prstGeom>
          <a:noFill/>
        </p:spPr>
        <p:txBody>
          <a:bodyPr wrap="square" rtlCol="0">
            <a:spAutoFit/>
          </a:bodyPr>
          <a:lstStyle/>
          <a:p>
            <a:pPr algn="r"/>
            <a:r>
              <a:rPr lang="en-US" sz="900" dirty="0">
                <a:solidFill>
                  <a:schemeClr val="bg1">
                    <a:lumMod val="65000"/>
                  </a:schemeClr>
                </a:solidFill>
              </a:rPr>
              <a:t>This is the flash screen. The amber color thick line with gradient effect will animate like moving light .</a:t>
            </a:r>
            <a:endParaRPr lang="en-IN" sz="900" dirty="0">
              <a:solidFill>
                <a:schemeClr val="bg1">
                  <a:lumMod val="65000"/>
                </a:schemeClr>
              </a:solidFill>
            </a:endParaRPr>
          </a:p>
        </p:txBody>
      </p:sp>
      <p:cxnSp>
        <p:nvCxnSpPr>
          <p:cNvPr id="7" name="Connector: Elbow 6">
            <a:extLst>
              <a:ext uri="{FF2B5EF4-FFF2-40B4-BE49-F238E27FC236}">
                <a16:creationId xmlns:a16="http://schemas.microsoft.com/office/drawing/2014/main" id="{3DFF5DF8-487B-67B4-A52C-E9466FC706FF}"/>
              </a:ext>
            </a:extLst>
          </p:cNvPr>
          <p:cNvCxnSpPr>
            <a:cxnSpLocks/>
            <a:stCxn id="6" idx="3"/>
          </p:cNvCxnSpPr>
          <p:nvPr/>
        </p:nvCxnSpPr>
        <p:spPr>
          <a:xfrm>
            <a:off x="3390268" y="2864568"/>
            <a:ext cx="753601" cy="5644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6D575BDB-0E98-F6B9-66A8-A8B39142F54D}"/>
              </a:ext>
            </a:extLst>
          </p:cNvPr>
          <p:cNvSpPr txBox="1"/>
          <p:nvPr/>
        </p:nvSpPr>
        <p:spPr>
          <a:xfrm>
            <a:off x="9010178" y="2240761"/>
            <a:ext cx="2382350" cy="507831"/>
          </a:xfrm>
          <a:prstGeom prst="rect">
            <a:avLst/>
          </a:prstGeom>
          <a:noFill/>
        </p:spPr>
        <p:txBody>
          <a:bodyPr wrap="square" rtlCol="0">
            <a:spAutoFit/>
          </a:bodyPr>
          <a:lstStyle/>
          <a:p>
            <a:r>
              <a:rPr lang="en-US" sz="900" dirty="0">
                <a:solidFill>
                  <a:schemeClr val="bg1">
                    <a:lumMod val="65000"/>
                  </a:schemeClr>
                </a:solidFill>
              </a:rPr>
              <a:t>The app color theme is charcoal black. Grey font. White font for highlights. Amber fonts for super highlights.</a:t>
            </a:r>
            <a:endParaRPr lang="en-IN" sz="900" dirty="0">
              <a:solidFill>
                <a:schemeClr val="bg1">
                  <a:lumMod val="65000"/>
                </a:schemeClr>
              </a:solidFill>
            </a:endParaRPr>
          </a:p>
        </p:txBody>
      </p:sp>
      <p:cxnSp>
        <p:nvCxnSpPr>
          <p:cNvPr id="10" name="Connector: Elbow 9">
            <a:extLst>
              <a:ext uri="{FF2B5EF4-FFF2-40B4-BE49-F238E27FC236}">
                <a16:creationId xmlns:a16="http://schemas.microsoft.com/office/drawing/2014/main" id="{72D26B18-2894-3246-DBAD-68CE19EB86C2}"/>
              </a:ext>
            </a:extLst>
          </p:cNvPr>
          <p:cNvCxnSpPr>
            <a:cxnSpLocks/>
            <a:stCxn id="9" idx="1"/>
          </p:cNvCxnSpPr>
          <p:nvPr/>
        </p:nvCxnSpPr>
        <p:spPr>
          <a:xfrm rot="10800000" flipV="1">
            <a:off x="7901940" y="2494677"/>
            <a:ext cx="1108238" cy="5644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97908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AB37654-97B3-542A-2136-B08B198BB95B}"/>
              </a:ext>
            </a:extLst>
          </p:cNvPr>
          <p:cNvSpPr txBox="1"/>
          <p:nvPr/>
        </p:nvSpPr>
        <p:spPr>
          <a:xfrm>
            <a:off x="4940876" y="6158797"/>
            <a:ext cx="2310248" cy="261610"/>
          </a:xfrm>
          <a:prstGeom prst="rect">
            <a:avLst/>
          </a:prstGeom>
          <a:noFill/>
        </p:spPr>
        <p:txBody>
          <a:bodyPr wrap="none" rtlCol="0">
            <a:spAutoFit/>
          </a:bodyPr>
          <a:lstStyle/>
          <a:p>
            <a:r>
              <a:rPr lang="en-US" sz="1100" dirty="0">
                <a:solidFill>
                  <a:schemeClr val="bg1">
                    <a:lumMod val="65000"/>
                  </a:schemeClr>
                </a:solidFill>
              </a:rPr>
              <a:t>Your Decision Stay Private. Always.</a:t>
            </a:r>
            <a:endParaRPr lang="en-IN" sz="1100" dirty="0">
              <a:solidFill>
                <a:schemeClr val="bg1">
                  <a:lumMod val="65000"/>
                </a:schemeClr>
              </a:solidFill>
            </a:endParaRPr>
          </a:p>
        </p:txBody>
      </p:sp>
      <p:grpSp>
        <p:nvGrpSpPr>
          <p:cNvPr id="21" name="Group 20">
            <a:extLst>
              <a:ext uri="{FF2B5EF4-FFF2-40B4-BE49-F238E27FC236}">
                <a16:creationId xmlns:a16="http://schemas.microsoft.com/office/drawing/2014/main" id="{AB5E84CE-4638-386C-C7BB-2EA4567BC87B}"/>
              </a:ext>
            </a:extLst>
          </p:cNvPr>
          <p:cNvGrpSpPr/>
          <p:nvPr/>
        </p:nvGrpSpPr>
        <p:grpSpPr>
          <a:xfrm>
            <a:off x="4807130" y="2089702"/>
            <a:ext cx="2319284" cy="1713413"/>
            <a:chOff x="4807130" y="2089702"/>
            <a:chExt cx="2319284" cy="1713413"/>
          </a:xfrm>
        </p:grpSpPr>
        <p:pic>
          <p:nvPicPr>
            <p:cNvPr id="6" name="Picture 5">
              <a:extLst>
                <a:ext uri="{FF2B5EF4-FFF2-40B4-BE49-F238E27FC236}">
                  <a16:creationId xmlns:a16="http://schemas.microsoft.com/office/drawing/2014/main" id="{F115E140-A154-E9CB-7130-C39EDEA3B98C}"/>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5186413" y="2089702"/>
              <a:ext cx="1552348" cy="409328"/>
            </a:xfrm>
            <a:prstGeom prst="rect">
              <a:avLst/>
            </a:prstGeom>
          </p:spPr>
        </p:pic>
        <p:grpSp>
          <p:nvGrpSpPr>
            <p:cNvPr id="3" name="Group 2">
              <a:extLst>
                <a:ext uri="{FF2B5EF4-FFF2-40B4-BE49-F238E27FC236}">
                  <a16:creationId xmlns:a16="http://schemas.microsoft.com/office/drawing/2014/main" id="{6ABEAB22-5D09-7FF1-E85A-217C2FEBEBBB}"/>
                </a:ext>
              </a:extLst>
            </p:cNvPr>
            <p:cNvGrpSpPr/>
            <p:nvPr/>
          </p:nvGrpSpPr>
          <p:grpSpPr>
            <a:xfrm>
              <a:off x="4807130" y="2916917"/>
              <a:ext cx="2319284" cy="306346"/>
              <a:chOff x="4973981" y="2989942"/>
              <a:chExt cx="2319284" cy="306346"/>
            </a:xfrm>
          </p:grpSpPr>
          <p:sp>
            <p:nvSpPr>
              <p:cNvPr id="9" name="Rectangle: Rounded Corners 8">
                <a:extLst>
                  <a:ext uri="{FF2B5EF4-FFF2-40B4-BE49-F238E27FC236}">
                    <a16:creationId xmlns:a16="http://schemas.microsoft.com/office/drawing/2014/main" id="{27CBFC05-571D-7FDD-CB44-4DDCDBECAFBE}"/>
                  </a:ext>
                </a:extLst>
              </p:cNvPr>
              <p:cNvSpPr/>
              <p:nvPr/>
            </p:nvSpPr>
            <p:spPr>
              <a:xfrm>
                <a:off x="4973981" y="2989942"/>
                <a:ext cx="2319284" cy="306346"/>
              </a:xfrm>
              <a:prstGeom prst="roundRect">
                <a:avLst>
                  <a:gd name="adj" fmla="val 13494"/>
                </a:avLst>
              </a:prstGeom>
              <a:solidFill>
                <a:schemeClr val="tx1">
                  <a:lumMod val="85000"/>
                  <a:lumOff val="1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bg1">
                        <a:lumMod val="65000"/>
                      </a:schemeClr>
                    </a:solidFill>
                  </a:rPr>
                  <a:t>Enter Email</a:t>
                </a:r>
                <a:endParaRPr lang="en-IN" sz="1000" dirty="0">
                  <a:solidFill>
                    <a:schemeClr val="bg1">
                      <a:lumMod val="65000"/>
                    </a:schemeClr>
                  </a:solidFill>
                </a:endParaRPr>
              </a:p>
            </p:txBody>
          </p:sp>
          <p:pic>
            <p:nvPicPr>
              <p:cNvPr id="10" name="Graphic 9" descr="Envelope with solid fill">
                <a:extLst>
                  <a:ext uri="{FF2B5EF4-FFF2-40B4-BE49-F238E27FC236}">
                    <a16:creationId xmlns:a16="http://schemas.microsoft.com/office/drawing/2014/main" id="{A54D8C28-A428-40C1-19E7-54E512642A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31831" y="3061369"/>
                <a:ext cx="163492" cy="163492"/>
              </a:xfrm>
              <a:prstGeom prst="rect">
                <a:avLst/>
              </a:prstGeom>
            </p:spPr>
          </p:pic>
        </p:grpSp>
        <p:sp>
          <p:nvSpPr>
            <p:cNvPr id="19" name="Rectangle: Rounded Corners 18">
              <a:extLst>
                <a:ext uri="{FF2B5EF4-FFF2-40B4-BE49-F238E27FC236}">
                  <a16:creationId xmlns:a16="http://schemas.microsoft.com/office/drawing/2014/main" id="{8FCC2A25-2B06-E228-BFF4-A34E2E4EA99E}"/>
                </a:ext>
              </a:extLst>
            </p:cNvPr>
            <p:cNvSpPr/>
            <p:nvPr/>
          </p:nvSpPr>
          <p:spPr>
            <a:xfrm>
              <a:off x="5083118" y="3496769"/>
              <a:ext cx="1816429" cy="306346"/>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Validate E-Mail Address</a:t>
              </a:r>
              <a:endParaRPr lang="en-IN" sz="1000" dirty="0"/>
            </a:p>
          </p:txBody>
        </p:sp>
      </p:grpSp>
      <p:sp>
        <p:nvSpPr>
          <p:cNvPr id="22" name="TextBox 21">
            <a:extLst>
              <a:ext uri="{FF2B5EF4-FFF2-40B4-BE49-F238E27FC236}">
                <a16:creationId xmlns:a16="http://schemas.microsoft.com/office/drawing/2014/main" id="{6C22B036-EFF8-1765-44BE-D7B0ECC6421A}"/>
              </a:ext>
            </a:extLst>
          </p:cNvPr>
          <p:cNvSpPr txBox="1"/>
          <p:nvPr/>
        </p:nvSpPr>
        <p:spPr>
          <a:xfrm>
            <a:off x="1007918" y="2610652"/>
            <a:ext cx="2382350" cy="507831"/>
          </a:xfrm>
          <a:prstGeom prst="rect">
            <a:avLst/>
          </a:prstGeom>
          <a:noFill/>
        </p:spPr>
        <p:txBody>
          <a:bodyPr wrap="square" rtlCol="0">
            <a:spAutoFit/>
          </a:bodyPr>
          <a:lstStyle/>
          <a:p>
            <a:pPr algn="r"/>
            <a:r>
              <a:rPr lang="en-US" sz="900" dirty="0">
                <a:solidFill>
                  <a:schemeClr val="bg1">
                    <a:lumMod val="65000"/>
                  </a:schemeClr>
                </a:solidFill>
              </a:rPr>
              <a:t>First time user after download and install need to validate e-mail. User input validations must apply.</a:t>
            </a:r>
            <a:endParaRPr lang="en-IN" sz="900" dirty="0">
              <a:solidFill>
                <a:schemeClr val="bg1">
                  <a:lumMod val="65000"/>
                </a:schemeClr>
              </a:solidFill>
            </a:endParaRPr>
          </a:p>
        </p:txBody>
      </p:sp>
      <p:cxnSp>
        <p:nvCxnSpPr>
          <p:cNvPr id="23" name="Connector: Elbow 22">
            <a:extLst>
              <a:ext uri="{FF2B5EF4-FFF2-40B4-BE49-F238E27FC236}">
                <a16:creationId xmlns:a16="http://schemas.microsoft.com/office/drawing/2014/main" id="{9FAC317E-D98B-3C58-C262-2D9906BDCA6A}"/>
              </a:ext>
            </a:extLst>
          </p:cNvPr>
          <p:cNvCxnSpPr>
            <a:cxnSpLocks/>
            <a:stCxn id="22" idx="3"/>
          </p:cNvCxnSpPr>
          <p:nvPr/>
        </p:nvCxnSpPr>
        <p:spPr>
          <a:xfrm>
            <a:off x="3390268" y="2864568"/>
            <a:ext cx="753601" cy="5644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6827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89206-C2D6-2DA4-1D9A-82E3CF9D6963}"/>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2CA6BC4A-9AAB-EE87-EC29-305D45C1E341}"/>
              </a:ext>
            </a:extLst>
          </p:cNvPr>
          <p:cNvGrpSpPr/>
          <p:nvPr/>
        </p:nvGrpSpPr>
        <p:grpSpPr>
          <a:xfrm>
            <a:off x="5129356" y="2089702"/>
            <a:ext cx="1742785" cy="2313488"/>
            <a:chOff x="5129356" y="2089702"/>
            <a:chExt cx="1742785" cy="2313488"/>
          </a:xfrm>
        </p:grpSpPr>
        <p:sp>
          <p:nvSpPr>
            <p:cNvPr id="19" name="Rectangle: Rounded Corners 18">
              <a:extLst>
                <a:ext uri="{FF2B5EF4-FFF2-40B4-BE49-F238E27FC236}">
                  <a16:creationId xmlns:a16="http://schemas.microsoft.com/office/drawing/2014/main" id="{2971EDD0-7FA3-1A0B-5C37-C43255285927}"/>
                </a:ext>
              </a:extLst>
            </p:cNvPr>
            <p:cNvSpPr/>
            <p:nvPr/>
          </p:nvSpPr>
          <p:spPr>
            <a:xfrm>
              <a:off x="5359234" y="4096844"/>
              <a:ext cx="1283027" cy="306346"/>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a:t>
              </a:r>
              <a:endParaRPr lang="en-IN" sz="1000" dirty="0"/>
            </a:p>
          </p:txBody>
        </p:sp>
        <p:grpSp>
          <p:nvGrpSpPr>
            <p:cNvPr id="11" name="Group 10">
              <a:extLst>
                <a:ext uri="{FF2B5EF4-FFF2-40B4-BE49-F238E27FC236}">
                  <a16:creationId xmlns:a16="http://schemas.microsoft.com/office/drawing/2014/main" id="{0CA0D64B-3B66-141E-3EF4-ED24BAB1F475}"/>
                </a:ext>
              </a:extLst>
            </p:cNvPr>
            <p:cNvGrpSpPr/>
            <p:nvPr/>
          </p:nvGrpSpPr>
          <p:grpSpPr>
            <a:xfrm>
              <a:off x="5177649" y="3274908"/>
              <a:ext cx="1646198" cy="308183"/>
              <a:chOff x="5272902" y="3169689"/>
              <a:chExt cx="1646198" cy="308183"/>
            </a:xfrm>
          </p:grpSpPr>
          <p:sp>
            <p:nvSpPr>
              <p:cNvPr id="18" name="Rectangle: Rounded Corners 17">
                <a:extLst>
                  <a:ext uri="{FF2B5EF4-FFF2-40B4-BE49-F238E27FC236}">
                    <a16:creationId xmlns:a16="http://schemas.microsoft.com/office/drawing/2014/main" id="{11CFE38E-1CCB-709B-08AA-7370E78E085A}"/>
                  </a:ext>
                </a:extLst>
              </p:cNvPr>
              <p:cNvSpPr/>
              <p:nvPr/>
            </p:nvSpPr>
            <p:spPr>
              <a:xfrm>
                <a:off x="5272902" y="3169689"/>
                <a:ext cx="321613" cy="306346"/>
              </a:xfrm>
              <a:prstGeom prst="roundRect">
                <a:avLst>
                  <a:gd name="adj" fmla="val 13494"/>
                </a:avLst>
              </a:prstGeom>
              <a:solidFill>
                <a:schemeClr val="tx1">
                  <a:lumMod val="85000"/>
                  <a:lumOff val="1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solidFill>
                    <a:schemeClr val="bg1">
                      <a:lumMod val="65000"/>
                    </a:schemeClr>
                  </a:solidFill>
                </a:endParaRPr>
              </a:p>
            </p:txBody>
          </p:sp>
          <p:sp>
            <p:nvSpPr>
              <p:cNvPr id="2" name="Rectangle: Rounded Corners 1">
                <a:extLst>
                  <a:ext uri="{FF2B5EF4-FFF2-40B4-BE49-F238E27FC236}">
                    <a16:creationId xmlns:a16="http://schemas.microsoft.com/office/drawing/2014/main" id="{12F26547-C166-3FC3-8524-CC7DE19F499D}"/>
                  </a:ext>
                </a:extLst>
              </p:cNvPr>
              <p:cNvSpPr/>
              <p:nvPr/>
            </p:nvSpPr>
            <p:spPr>
              <a:xfrm>
                <a:off x="5711052" y="3170936"/>
                <a:ext cx="321613" cy="306346"/>
              </a:xfrm>
              <a:prstGeom prst="roundRect">
                <a:avLst>
                  <a:gd name="adj" fmla="val 13494"/>
                </a:avLst>
              </a:prstGeom>
              <a:solidFill>
                <a:schemeClr val="tx1">
                  <a:lumMod val="85000"/>
                  <a:lumOff val="1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solidFill>
                    <a:schemeClr val="bg1">
                      <a:lumMod val="65000"/>
                    </a:schemeClr>
                  </a:solidFill>
                </a:endParaRPr>
              </a:p>
            </p:txBody>
          </p:sp>
          <p:sp>
            <p:nvSpPr>
              <p:cNvPr id="4" name="Rectangle: Rounded Corners 3">
                <a:extLst>
                  <a:ext uri="{FF2B5EF4-FFF2-40B4-BE49-F238E27FC236}">
                    <a16:creationId xmlns:a16="http://schemas.microsoft.com/office/drawing/2014/main" id="{34BF001E-B47B-646C-24A9-D2C33823A37D}"/>
                  </a:ext>
                </a:extLst>
              </p:cNvPr>
              <p:cNvSpPr/>
              <p:nvPr/>
            </p:nvSpPr>
            <p:spPr>
              <a:xfrm>
                <a:off x="6149202" y="3171526"/>
                <a:ext cx="321613" cy="306346"/>
              </a:xfrm>
              <a:prstGeom prst="roundRect">
                <a:avLst>
                  <a:gd name="adj" fmla="val 13494"/>
                </a:avLst>
              </a:prstGeom>
              <a:solidFill>
                <a:schemeClr val="tx1">
                  <a:lumMod val="85000"/>
                  <a:lumOff val="1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solidFill>
                    <a:schemeClr val="bg1">
                      <a:lumMod val="65000"/>
                    </a:schemeClr>
                  </a:solidFill>
                </a:endParaRPr>
              </a:p>
            </p:txBody>
          </p:sp>
          <p:sp>
            <p:nvSpPr>
              <p:cNvPr id="7" name="Rectangle: Rounded Corners 6">
                <a:extLst>
                  <a:ext uri="{FF2B5EF4-FFF2-40B4-BE49-F238E27FC236}">
                    <a16:creationId xmlns:a16="http://schemas.microsoft.com/office/drawing/2014/main" id="{AB8CE821-D272-1ECD-DD09-41AA1AD5F6B7}"/>
                  </a:ext>
                </a:extLst>
              </p:cNvPr>
              <p:cNvSpPr/>
              <p:nvPr/>
            </p:nvSpPr>
            <p:spPr>
              <a:xfrm>
                <a:off x="6597487" y="3169689"/>
                <a:ext cx="321613" cy="306346"/>
              </a:xfrm>
              <a:prstGeom prst="roundRect">
                <a:avLst>
                  <a:gd name="adj" fmla="val 13494"/>
                </a:avLst>
              </a:prstGeom>
              <a:solidFill>
                <a:schemeClr val="tx1">
                  <a:lumMod val="85000"/>
                  <a:lumOff val="1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solidFill>
                    <a:schemeClr val="bg1">
                      <a:lumMod val="65000"/>
                    </a:schemeClr>
                  </a:solidFill>
                </a:endParaRPr>
              </a:p>
            </p:txBody>
          </p:sp>
        </p:grpSp>
        <p:sp>
          <p:nvSpPr>
            <p:cNvPr id="13" name="TextBox 12">
              <a:extLst>
                <a:ext uri="{FF2B5EF4-FFF2-40B4-BE49-F238E27FC236}">
                  <a16:creationId xmlns:a16="http://schemas.microsoft.com/office/drawing/2014/main" id="{56079F20-4DA4-1074-AD1D-0310422C4BAB}"/>
                </a:ext>
              </a:extLst>
            </p:cNvPr>
            <p:cNvSpPr txBox="1"/>
            <p:nvPr/>
          </p:nvSpPr>
          <p:spPr>
            <a:xfrm>
              <a:off x="5129356" y="2829990"/>
              <a:ext cx="1742785" cy="261610"/>
            </a:xfrm>
            <a:prstGeom prst="rect">
              <a:avLst/>
            </a:prstGeom>
            <a:noFill/>
          </p:spPr>
          <p:txBody>
            <a:bodyPr wrap="none" rtlCol="0">
              <a:spAutoFit/>
            </a:bodyPr>
            <a:lstStyle/>
            <a:p>
              <a:r>
                <a:rPr lang="en-US" sz="1100" dirty="0">
                  <a:solidFill>
                    <a:schemeClr val="bg1">
                      <a:lumMod val="65000"/>
                    </a:schemeClr>
                  </a:solidFill>
                </a:rPr>
                <a:t>Check E-Mail &amp; Enter OTP</a:t>
              </a:r>
              <a:endParaRPr lang="en-IN" sz="1100" dirty="0">
                <a:solidFill>
                  <a:schemeClr val="bg1">
                    <a:lumMod val="65000"/>
                  </a:schemeClr>
                </a:solidFill>
              </a:endParaRPr>
            </a:p>
          </p:txBody>
        </p:sp>
        <p:pic>
          <p:nvPicPr>
            <p:cNvPr id="14" name="Picture 13">
              <a:extLst>
                <a:ext uri="{FF2B5EF4-FFF2-40B4-BE49-F238E27FC236}">
                  <a16:creationId xmlns:a16="http://schemas.microsoft.com/office/drawing/2014/main" id="{5E89F8FC-1D97-465D-0886-887CE90498A9}"/>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5186413" y="2089702"/>
              <a:ext cx="1552348" cy="409328"/>
            </a:xfrm>
            <a:prstGeom prst="rect">
              <a:avLst/>
            </a:prstGeom>
          </p:spPr>
        </p:pic>
      </p:grpSp>
      <p:sp>
        <p:nvSpPr>
          <p:cNvPr id="21" name="TextBox 20">
            <a:extLst>
              <a:ext uri="{FF2B5EF4-FFF2-40B4-BE49-F238E27FC236}">
                <a16:creationId xmlns:a16="http://schemas.microsoft.com/office/drawing/2014/main" id="{9B05E969-15B5-EAF7-B5B8-6EE24EC6F9B8}"/>
              </a:ext>
            </a:extLst>
          </p:cNvPr>
          <p:cNvSpPr txBox="1"/>
          <p:nvPr/>
        </p:nvSpPr>
        <p:spPr>
          <a:xfrm>
            <a:off x="1007918" y="2610652"/>
            <a:ext cx="2382350" cy="230832"/>
          </a:xfrm>
          <a:prstGeom prst="rect">
            <a:avLst/>
          </a:prstGeom>
          <a:noFill/>
        </p:spPr>
        <p:txBody>
          <a:bodyPr wrap="square" rtlCol="0">
            <a:spAutoFit/>
          </a:bodyPr>
          <a:lstStyle/>
          <a:p>
            <a:pPr algn="r"/>
            <a:r>
              <a:rPr lang="en-US" sz="900" dirty="0">
                <a:solidFill>
                  <a:schemeClr val="bg1">
                    <a:lumMod val="65000"/>
                  </a:schemeClr>
                </a:solidFill>
              </a:rPr>
              <a:t>E-Mail validation will be done by OTP.</a:t>
            </a:r>
            <a:endParaRPr lang="en-IN" sz="900" dirty="0">
              <a:solidFill>
                <a:schemeClr val="bg1">
                  <a:lumMod val="65000"/>
                </a:schemeClr>
              </a:solidFill>
            </a:endParaRPr>
          </a:p>
        </p:txBody>
      </p:sp>
      <p:cxnSp>
        <p:nvCxnSpPr>
          <p:cNvPr id="22" name="Connector: Elbow 21">
            <a:extLst>
              <a:ext uri="{FF2B5EF4-FFF2-40B4-BE49-F238E27FC236}">
                <a16:creationId xmlns:a16="http://schemas.microsoft.com/office/drawing/2014/main" id="{50F7DD66-2E1C-F978-8789-99FF14E65A83}"/>
              </a:ext>
            </a:extLst>
          </p:cNvPr>
          <p:cNvCxnSpPr>
            <a:cxnSpLocks/>
            <a:stCxn id="21" idx="3"/>
          </p:cNvCxnSpPr>
          <p:nvPr/>
        </p:nvCxnSpPr>
        <p:spPr>
          <a:xfrm>
            <a:off x="3390268" y="2726068"/>
            <a:ext cx="753601" cy="7029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4362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C1748-0097-2EE9-DD05-A7A99518E95C}"/>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78FC9AC4-7A1A-BA83-0BBE-A8EA25D3B4F5}"/>
              </a:ext>
            </a:extLst>
          </p:cNvPr>
          <p:cNvGrpSpPr/>
          <p:nvPr/>
        </p:nvGrpSpPr>
        <p:grpSpPr>
          <a:xfrm>
            <a:off x="5177649" y="2009890"/>
            <a:ext cx="1672307" cy="2910779"/>
            <a:chOff x="5177649" y="2009890"/>
            <a:chExt cx="1672307" cy="2910779"/>
          </a:xfrm>
        </p:grpSpPr>
        <p:sp>
          <p:nvSpPr>
            <p:cNvPr id="19" name="Rectangle: Rounded Corners 18">
              <a:extLst>
                <a:ext uri="{FF2B5EF4-FFF2-40B4-BE49-F238E27FC236}">
                  <a16:creationId xmlns:a16="http://schemas.microsoft.com/office/drawing/2014/main" id="{9036FE8D-2057-F13B-0846-7CB8F41841B8}"/>
                </a:ext>
              </a:extLst>
            </p:cNvPr>
            <p:cNvSpPr/>
            <p:nvPr/>
          </p:nvSpPr>
          <p:spPr>
            <a:xfrm>
              <a:off x="5438544" y="4614323"/>
              <a:ext cx="1283027" cy="306346"/>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Register</a:t>
              </a:r>
              <a:endParaRPr lang="en-IN" sz="1000" dirty="0"/>
            </a:p>
          </p:txBody>
        </p:sp>
        <p:grpSp>
          <p:nvGrpSpPr>
            <p:cNvPr id="11" name="Group 10">
              <a:extLst>
                <a:ext uri="{FF2B5EF4-FFF2-40B4-BE49-F238E27FC236}">
                  <a16:creationId xmlns:a16="http://schemas.microsoft.com/office/drawing/2014/main" id="{A410872D-14F5-A754-220D-997F917E4216}"/>
                </a:ext>
              </a:extLst>
            </p:cNvPr>
            <p:cNvGrpSpPr/>
            <p:nvPr/>
          </p:nvGrpSpPr>
          <p:grpSpPr>
            <a:xfrm>
              <a:off x="5177649" y="3093933"/>
              <a:ext cx="1646198" cy="308183"/>
              <a:chOff x="5272902" y="3169689"/>
              <a:chExt cx="1646198" cy="308183"/>
            </a:xfrm>
          </p:grpSpPr>
          <p:sp>
            <p:nvSpPr>
              <p:cNvPr id="18" name="Rectangle: Rounded Corners 17">
                <a:extLst>
                  <a:ext uri="{FF2B5EF4-FFF2-40B4-BE49-F238E27FC236}">
                    <a16:creationId xmlns:a16="http://schemas.microsoft.com/office/drawing/2014/main" id="{2ED8276D-0489-BDA6-F2DA-C3C3DC9F1791}"/>
                  </a:ext>
                </a:extLst>
              </p:cNvPr>
              <p:cNvSpPr/>
              <p:nvPr/>
            </p:nvSpPr>
            <p:spPr>
              <a:xfrm>
                <a:off x="5272902" y="3169689"/>
                <a:ext cx="321613" cy="306346"/>
              </a:xfrm>
              <a:prstGeom prst="roundRect">
                <a:avLst>
                  <a:gd name="adj" fmla="val 13494"/>
                </a:avLst>
              </a:prstGeom>
              <a:solidFill>
                <a:schemeClr val="tx1">
                  <a:lumMod val="85000"/>
                  <a:lumOff val="1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solidFill>
                    <a:schemeClr val="bg1">
                      <a:lumMod val="65000"/>
                    </a:schemeClr>
                  </a:solidFill>
                </a:endParaRPr>
              </a:p>
            </p:txBody>
          </p:sp>
          <p:sp>
            <p:nvSpPr>
              <p:cNvPr id="2" name="Rectangle: Rounded Corners 1">
                <a:extLst>
                  <a:ext uri="{FF2B5EF4-FFF2-40B4-BE49-F238E27FC236}">
                    <a16:creationId xmlns:a16="http://schemas.microsoft.com/office/drawing/2014/main" id="{FACD4B42-63C2-E7BD-6B79-F51F6C2A987F}"/>
                  </a:ext>
                </a:extLst>
              </p:cNvPr>
              <p:cNvSpPr/>
              <p:nvPr/>
            </p:nvSpPr>
            <p:spPr>
              <a:xfrm>
                <a:off x="5711052" y="3170936"/>
                <a:ext cx="321613" cy="306346"/>
              </a:xfrm>
              <a:prstGeom prst="roundRect">
                <a:avLst>
                  <a:gd name="adj" fmla="val 13494"/>
                </a:avLst>
              </a:prstGeom>
              <a:solidFill>
                <a:schemeClr val="tx1">
                  <a:lumMod val="85000"/>
                  <a:lumOff val="1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solidFill>
                    <a:schemeClr val="bg1">
                      <a:lumMod val="65000"/>
                    </a:schemeClr>
                  </a:solidFill>
                </a:endParaRPr>
              </a:p>
            </p:txBody>
          </p:sp>
          <p:sp>
            <p:nvSpPr>
              <p:cNvPr id="4" name="Rectangle: Rounded Corners 3">
                <a:extLst>
                  <a:ext uri="{FF2B5EF4-FFF2-40B4-BE49-F238E27FC236}">
                    <a16:creationId xmlns:a16="http://schemas.microsoft.com/office/drawing/2014/main" id="{41E2D9A3-DAB0-BF61-FFD7-8EB57BB92D14}"/>
                  </a:ext>
                </a:extLst>
              </p:cNvPr>
              <p:cNvSpPr/>
              <p:nvPr/>
            </p:nvSpPr>
            <p:spPr>
              <a:xfrm>
                <a:off x="6149202" y="3171526"/>
                <a:ext cx="321613" cy="306346"/>
              </a:xfrm>
              <a:prstGeom prst="roundRect">
                <a:avLst>
                  <a:gd name="adj" fmla="val 13494"/>
                </a:avLst>
              </a:prstGeom>
              <a:solidFill>
                <a:schemeClr val="tx1">
                  <a:lumMod val="85000"/>
                  <a:lumOff val="1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solidFill>
                    <a:schemeClr val="bg1">
                      <a:lumMod val="65000"/>
                    </a:schemeClr>
                  </a:solidFill>
                </a:endParaRPr>
              </a:p>
            </p:txBody>
          </p:sp>
          <p:sp>
            <p:nvSpPr>
              <p:cNvPr id="7" name="Rectangle: Rounded Corners 6">
                <a:extLst>
                  <a:ext uri="{FF2B5EF4-FFF2-40B4-BE49-F238E27FC236}">
                    <a16:creationId xmlns:a16="http://schemas.microsoft.com/office/drawing/2014/main" id="{5FC9F50A-FD7A-E86F-300C-E5C23DA41F70}"/>
                  </a:ext>
                </a:extLst>
              </p:cNvPr>
              <p:cNvSpPr/>
              <p:nvPr/>
            </p:nvSpPr>
            <p:spPr>
              <a:xfrm>
                <a:off x="6597487" y="3169689"/>
                <a:ext cx="321613" cy="306346"/>
              </a:xfrm>
              <a:prstGeom prst="roundRect">
                <a:avLst>
                  <a:gd name="adj" fmla="val 13494"/>
                </a:avLst>
              </a:prstGeom>
              <a:solidFill>
                <a:schemeClr val="tx1">
                  <a:lumMod val="85000"/>
                  <a:lumOff val="1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solidFill>
                    <a:schemeClr val="bg1">
                      <a:lumMod val="65000"/>
                    </a:schemeClr>
                  </a:solidFill>
                </a:endParaRPr>
              </a:p>
            </p:txBody>
          </p:sp>
        </p:grpSp>
        <p:sp>
          <p:nvSpPr>
            <p:cNvPr id="13" name="TextBox 12">
              <a:extLst>
                <a:ext uri="{FF2B5EF4-FFF2-40B4-BE49-F238E27FC236}">
                  <a16:creationId xmlns:a16="http://schemas.microsoft.com/office/drawing/2014/main" id="{26734EAF-3E34-A708-2322-83C0E3B274D5}"/>
                </a:ext>
              </a:extLst>
            </p:cNvPr>
            <p:cNvSpPr txBox="1"/>
            <p:nvPr/>
          </p:nvSpPr>
          <p:spPr>
            <a:xfrm>
              <a:off x="5488739" y="2733908"/>
              <a:ext cx="947695" cy="261610"/>
            </a:xfrm>
            <a:prstGeom prst="rect">
              <a:avLst/>
            </a:prstGeom>
            <a:noFill/>
          </p:spPr>
          <p:txBody>
            <a:bodyPr wrap="none" rtlCol="0">
              <a:spAutoFit/>
            </a:bodyPr>
            <a:lstStyle/>
            <a:p>
              <a:r>
                <a:rPr lang="en-US" sz="1100" dirty="0">
                  <a:solidFill>
                    <a:schemeClr val="bg1">
                      <a:lumMod val="65000"/>
                    </a:schemeClr>
                  </a:solidFill>
                </a:rPr>
                <a:t>Setup M-PIN</a:t>
              </a:r>
              <a:endParaRPr lang="en-IN" sz="1100" dirty="0">
                <a:solidFill>
                  <a:schemeClr val="bg1">
                    <a:lumMod val="65000"/>
                  </a:schemeClr>
                </a:solidFill>
              </a:endParaRPr>
            </a:p>
          </p:txBody>
        </p:sp>
        <p:pic>
          <p:nvPicPr>
            <p:cNvPr id="14" name="Picture 13">
              <a:extLst>
                <a:ext uri="{FF2B5EF4-FFF2-40B4-BE49-F238E27FC236}">
                  <a16:creationId xmlns:a16="http://schemas.microsoft.com/office/drawing/2014/main" id="{8AA28F75-56F2-6300-4E21-15BF76FDB113}"/>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5177649" y="2009890"/>
              <a:ext cx="1552348" cy="409328"/>
            </a:xfrm>
            <a:prstGeom prst="rect">
              <a:avLst/>
            </a:prstGeom>
          </p:spPr>
        </p:pic>
        <p:grpSp>
          <p:nvGrpSpPr>
            <p:cNvPr id="3" name="Group 2">
              <a:extLst>
                <a:ext uri="{FF2B5EF4-FFF2-40B4-BE49-F238E27FC236}">
                  <a16:creationId xmlns:a16="http://schemas.microsoft.com/office/drawing/2014/main" id="{CAA19F7C-1DA4-E376-9C2B-CCF74167E379}"/>
                </a:ext>
              </a:extLst>
            </p:cNvPr>
            <p:cNvGrpSpPr/>
            <p:nvPr/>
          </p:nvGrpSpPr>
          <p:grpSpPr>
            <a:xfrm>
              <a:off x="5203758" y="3891058"/>
              <a:ext cx="1646198" cy="308183"/>
              <a:chOff x="5272902" y="3169689"/>
              <a:chExt cx="1646198" cy="308183"/>
            </a:xfrm>
          </p:grpSpPr>
          <p:sp>
            <p:nvSpPr>
              <p:cNvPr id="5" name="Rectangle: Rounded Corners 4">
                <a:extLst>
                  <a:ext uri="{FF2B5EF4-FFF2-40B4-BE49-F238E27FC236}">
                    <a16:creationId xmlns:a16="http://schemas.microsoft.com/office/drawing/2014/main" id="{E0212A57-D34A-6EF2-0D2C-CCB5E2EFF633}"/>
                  </a:ext>
                </a:extLst>
              </p:cNvPr>
              <p:cNvSpPr/>
              <p:nvPr/>
            </p:nvSpPr>
            <p:spPr>
              <a:xfrm>
                <a:off x="5272902" y="3169689"/>
                <a:ext cx="321613" cy="306346"/>
              </a:xfrm>
              <a:prstGeom prst="roundRect">
                <a:avLst>
                  <a:gd name="adj" fmla="val 13494"/>
                </a:avLst>
              </a:prstGeom>
              <a:solidFill>
                <a:schemeClr val="tx1">
                  <a:lumMod val="85000"/>
                  <a:lumOff val="1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solidFill>
                    <a:schemeClr val="bg1">
                      <a:lumMod val="65000"/>
                    </a:schemeClr>
                  </a:solidFill>
                </a:endParaRPr>
              </a:p>
            </p:txBody>
          </p:sp>
          <p:sp>
            <p:nvSpPr>
              <p:cNvPr id="6" name="Rectangle: Rounded Corners 5">
                <a:extLst>
                  <a:ext uri="{FF2B5EF4-FFF2-40B4-BE49-F238E27FC236}">
                    <a16:creationId xmlns:a16="http://schemas.microsoft.com/office/drawing/2014/main" id="{21002EDF-0FBC-2254-4E6D-A5ECAF823F46}"/>
                  </a:ext>
                </a:extLst>
              </p:cNvPr>
              <p:cNvSpPr/>
              <p:nvPr/>
            </p:nvSpPr>
            <p:spPr>
              <a:xfrm>
                <a:off x="5711052" y="3170936"/>
                <a:ext cx="321613" cy="306346"/>
              </a:xfrm>
              <a:prstGeom prst="roundRect">
                <a:avLst>
                  <a:gd name="adj" fmla="val 13494"/>
                </a:avLst>
              </a:prstGeom>
              <a:solidFill>
                <a:schemeClr val="tx1">
                  <a:lumMod val="85000"/>
                  <a:lumOff val="1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solidFill>
                    <a:schemeClr val="bg1">
                      <a:lumMod val="65000"/>
                    </a:schemeClr>
                  </a:solidFill>
                </a:endParaRPr>
              </a:p>
            </p:txBody>
          </p:sp>
          <p:sp>
            <p:nvSpPr>
              <p:cNvPr id="8" name="Rectangle: Rounded Corners 7">
                <a:extLst>
                  <a:ext uri="{FF2B5EF4-FFF2-40B4-BE49-F238E27FC236}">
                    <a16:creationId xmlns:a16="http://schemas.microsoft.com/office/drawing/2014/main" id="{54FDC3AD-9831-4CA5-58AE-D99C743B0E9F}"/>
                  </a:ext>
                </a:extLst>
              </p:cNvPr>
              <p:cNvSpPr/>
              <p:nvPr/>
            </p:nvSpPr>
            <p:spPr>
              <a:xfrm>
                <a:off x="6149202" y="3171526"/>
                <a:ext cx="321613" cy="306346"/>
              </a:xfrm>
              <a:prstGeom prst="roundRect">
                <a:avLst>
                  <a:gd name="adj" fmla="val 13494"/>
                </a:avLst>
              </a:prstGeom>
              <a:solidFill>
                <a:schemeClr val="tx1">
                  <a:lumMod val="85000"/>
                  <a:lumOff val="1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solidFill>
                    <a:schemeClr val="bg1">
                      <a:lumMod val="65000"/>
                    </a:schemeClr>
                  </a:solidFill>
                </a:endParaRPr>
              </a:p>
            </p:txBody>
          </p:sp>
          <p:sp>
            <p:nvSpPr>
              <p:cNvPr id="9" name="Rectangle: Rounded Corners 8">
                <a:extLst>
                  <a:ext uri="{FF2B5EF4-FFF2-40B4-BE49-F238E27FC236}">
                    <a16:creationId xmlns:a16="http://schemas.microsoft.com/office/drawing/2014/main" id="{1E7112AC-CD69-FBEE-C0AA-C03DD061BC76}"/>
                  </a:ext>
                </a:extLst>
              </p:cNvPr>
              <p:cNvSpPr/>
              <p:nvPr/>
            </p:nvSpPr>
            <p:spPr>
              <a:xfrm>
                <a:off x="6597487" y="3169689"/>
                <a:ext cx="321613" cy="306346"/>
              </a:xfrm>
              <a:prstGeom prst="roundRect">
                <a:avLst>
                  <a:gd name="adj" fmla="val 13494"/>
                </a:avLst>
              </a:prstGeom>
              <a:solidFill>
                <a:schemeClr val="tx1">
                  <a:lumMod val="85000"/>
                  <a:lumOff val="1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solidFill>
                    <a:schemeClr val="bg1">
                      <a:lumMod val="65000"/>
                    </a:schemeClr>
                  </a:solidFill>
                </a:endParaRPr>
              </a:p>
            </p:txBody>
          </p:sp>
        </p:grpSp>
        <p:sp>
          <p:nvSpPr>
            <p:cNvPr id="10" name="TextBox 9">
              <a:extLst>
                <a:ext uri="{FF2B5EF4-FFF2-40B4-BE49-F238E27FC236}">
                  <a16:creationId xmlns:a16="http://schemas.microsoft.com/office/drawing/2014/main" id="{5694F910-F927-FCC7-2CD9-A47D89B3BBDB}"/>
                </a:ext>
              </a:extLst>
            </p:cNvPr>
            <p:cNvSpPr txBox="1"/>
            <p:nvPr/>
          </p:nvSpPr>
          <p:spPr>
            <a:xfrm>
              <a:off x="5514848" y="3550083"/>
              <a:ext cx="1090363" cy="261610"/>
            </a:xfrm>
            <a:prstGeom prst="rect">
              <a:avLst/>
            </a:prstGeom>
            <a:noFill/>
          </p:spPr>
          <p:txBody>
            <a:bodyPr wrap="none" rtlCol="0">
              <a:spAutoFit/>
            </a:bodyPr>
            <a:lstStyle/>
            <a:p>
              <a:r>
                <a:rPr lang="en-US" sz="1100" dirty="0">
                  <a:solidFill>
                    <a:schemeClr val="bg1">
                      <a:lumMod val="65000"/>
                    </a:schemeClr>
                  </a:solidFill>
                </a:rPr>
                <a:t>Confirm M-PIN</a:t>
              </a:r>
              <a:endParaRPr lang="en-IN" sz="1100" dirty="0">
                <a:solidFill>
                  <a:schemeClr val="bg1">
                    <a:lumMod val="65000"/>
                  </a:schemeClr>
                </a:solidFill>
              </a:endParaRPr>
            </a:p>
          </p:txBody>
        </p:sp>
      </p:grpSp>
      <p:sp>
        <p:nvSpPr>
          <p:cNvPr id="15" name="TextBox 14">
            <a:extLst>
              <a:ext uri="{FF2B5EF4-FFF2-40B4-BE49-F238E27FC236}">
                <a16:creationId xmlns:a16="http://schemas.microsoft.com/office/drawing/2014/main" id="{87C1C2F7-BC42-C3F4-0D02-90C4979C2290}"/>
              </a:ext>
            </a:extLst>
          </p:cNvPr>
          <p:cNvSpPr txBox="1"/>
          <p:nvPr/>
        </p:nvSpPr>
        <p:spPr>
          <a:xfrm>
            <a:off x="1007918" y="2610652"/>
            <a:ext cx="2382350" cy="507831"/>
          </a:xfrm>
          <a:prstGeom prst="rect">
            <a:avLst/>
          </a:prstGeom>
          <a:noFill/>
        </p:spPr>
        <p:txBody>
          <a:bodyPr wrap="square" rtlCol="0">
            <a:spAutoFit/>
          </a:bodyPr>
          <a:lstStyle/>
          <a:p>
            <a:pPr algn="r"/>
            <a:r>
              <a:rPr lang="en-US" sz="900" dirty="0">
                <a:solidFill>
                  <a:schemeClr val="bg1">
                    <a:lumMod val="65000"/>
                  </a:schemeClr>
                </a:solidFill>
              </a:rPr>
              <a:t>To login app there will be mobile pin which is a 4-digit number. User input validations must apply. User can reset it later. </a:t>
            </a:r>
            <a:endParaRPr lang="en-IN" sz="900" dirty="0">
              <a:solidFill>
                <a:schemeClr val="bg1">
                  <a:lumMod val="65000"/>
                </a:schemeClr>
              </a:solidFill>
            </a:endParaRPr>
          </a:p>
        </p:txBody>
      </p:sp>
      <p:cxnSp>
        <p:nvCxnSpPr>
          <p:cNvPr id="16" name="Connector: Elbow 15">
            <a:extLst>
              <a:ext uri="{FF2B5EF4-FFF2-40B4-BE49-F238E27FC236}">
                <a16:creationId xmlns:a16="http://schemas.microsoft.com/office/drawing/2014/main" id="{9892DD9C-C58C-59EA-4D9E-FFE27BACB55A}"/>
              </a:ext>
            </a:extLst>
          </p:cNvPr>
          <p:cNvCxnSpPr>
            <a:cxnSpLocks/>
            <a:stCxn id="15" idx="3"/>
          </p:cNvCxnSpPr>
          <p:nvPr/>
        </p:nvCxnSpPr>
        <p:spPr>
          <a:xfrm>
            <a:off x="3390268" y="2864568"/>
            <a:ext cx="753601" cy="5644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7840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8C8EC-CD29-C3D0-3BA7-31B91F477BB7}"/>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BDFE6DEC-864F-B532-FF32-4E396F4538B0}"/>
              </a:ext>
            </a:extLst>
          </p:cNvPr>
          <p:cNvGrpSpPr/>
          <p:nvPr/>
        </p:nvGrpSpPr>
        <p:grpSpPr>
          <a:xfrm>
            <a:off x="5177649" y="2009890"/>
            <a:ext cx="1646198" cy="2957398"/>
            <a:chOff x="5177649" y="2009890"/>
            <a:chExt cx="1646198" cy="2957398"/>
          </a:xfrm>
        </p:grpSpPr>
        <p:sp>
          <p:nvSpPr>
            <p:cNvPr id="19" name="Rectangle: Rounded Corners 18">
              <a:extLst>
                <a:ext uri="{FF2B5EF4-FFF2-40B4-BE49-F238E27FC236}">
                  <a16:creationId xmlns:a16="http://schemas.microsoft.com/office/drawing/2014/main" id="{2492AB01-94E3-FD1B-3E68-002B9A891CDB}"/>
                </a:ext>
              </a:extLst>
            </p:cNvPr>
            <p:cNvSpPr/>
            <p:nvPr/>
          </p:nvSpPr>
          <p:spPr>
            <a:xfrm>
              <a:off x="5412435" y="3768648"/>
              <a:ext cx="1283027" cy="306346"/>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Login</a:t>
              </a:r>
              <a:endParaRPr lang="en-IN" sz="1000" dirty="0"/>
            </a:p>
          </p:txBody>
        </p:sp>
        <p:grpSp>
          <p:nvGrpSpPr>
            <p:cNvPr id="11" name="Group 10">
              <a:extLst>
                <a:ext uri="{FF2B5EF4-FFF2-40B4-BE49-F238E27FC236}">
                  <a16:creationId xmlns:a16="http://schemas.microsoft.com/office/drawing/2014/main" id="{BA0BF04B-E76B-490E-170E-02EB63DDE480}"/>
                </a:ext>
              </a:extLst>
            </p:cNvPr>
            <p:cNvGrpSpPr/>
            <p:nvPr/>
          </p:nvGrpSpPr>
          <p:grpSpPr>
            <a:xfrm>
              <a:off x="5177649" y="3093933"/>
              <a:ext cx="1646198" cy="308183"/>
              <a:chOff x="5272902" y="3169689"/>
              <a:chExt cx="1646198" cy="308183"/>
            </a:xfrm>
          </p:grpSpPr>
          <p:sp>
            <p:nvSpPr>
              <p:cNvPr id="18" name="Rectangle: Rounded Corners 17">
                <a:extLst>
                  <a:ext uri="{FF2B5EF4-FFF2-40B4-BE49-F238E27FC236}">
                    <a16:creationId xmlns:a16="http://schemas.microsoft.com/office/drawing/2014/main" id="{A005A778-0142-D553-3BCD-D07FF3CDB704}"/>
                  </a:ext>
                </a:extLst>
              </p:cNvPr>
              <p:cNvSpPr/>
              <p:nvPr/>
            </p:nvSpPr>
            <p:spPr>
              <a:xfrm>
                <a:off x="5272902" y="3169689"/>
                <a:ext cx="321613" cy="306346"/>
              </a:xfrm>
              <a:prstGeom prst="roundRect">
                <a:avLst>
                  <a:gd name="adj" fmla="val 13494"/>
                </a:avLst>
              </a:prstGeom>
              <a:solidFill>
                <a:schemeClr val="tx1">
                  <a:lumMod val="85000"/>
                  <a:lumOff val="1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solidFill>
                    <a:schemeClr val="bg1">
                      <a:lumMod val="65000"/>
                    </a:schemeClr>
                  </a:solidFill>
                </a:endParaRPr>
              </a:p>
            </p:txBody>
          </p:sp>
          <p:sp>
            <p:nvSpPr>
              <p:cNvPr id="2" name="Rectangle: Rounded Corners 1">
                <a:extLst>
                  <a:ext uri="{FF2B5EF4-FFF2-40B4-BE49-F238E27FC236}">
                    <a16:creationId xmlns:a16="http://schemas.microsoft.com/office/drawing/2014/main" id="{286D07F5-4625-3CCC-178D-02A09867836A}"/>
                  </a:ext>
                </a:extLst>
              </p:cNvPr>
              <p:cNvSpPr/>
              <p:nvPr/>
            </p:nvSpPr>
            <p:spPr>
              <a:xfrm>
                <a:off x="5711052" y="3170936"/>
                <a:ext cx="321613" cy="306346"/>
              </a:xfrm>
              <a:prstGeom prst="roundRect">
                <a:avLst>
                  <a:gd name="adj" fmla="val 13494"/>
                </a:avLst>
              </a:prstGeom>
              <a:solidFill>
                <a:schemeClr val="tx1">
                  <a:lumMod val="85000"/>
                  <a:lumOff val="1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solidFill>
                    <a:schemeClr val="bg1">
                      <a:lumMod val="65000"/>
                    </a:schemeClr>
                  </a:solidFill>
                </a:endParaRPr>
              </a:p>
            </p:txBody>
          </p:sp>
          <p:sp>
            <p:nvSpPr>
              <p:cNvPr id="4" name="Rectangle: Rounded Corners 3">
                <a:extLst>
                  <a:ext uri="{FF2B5EF4-FFF2-40B4-BE49-F238E27FC236}">
                    <a16:creationId xmlns:a16="http://schemas.microsoft.com/office/drawing/2014/main" id="{B1D09E7B-86FF-E5BA-DE97-9C0BE3130113}"/>
                  </a:ext>
                </a:extLst>
              </p:cNvPr>
              <p:cNvSpPr/>
              <p:nvPr/>
            </p:nvSpPr>
            <p:spPr>
              <a:xfrm>
                <a:off x="6149202" y="3171526"/>
                <a:ext cx="321613" cy="306346"/>
              </a:xfrm>
              <a:prstGeom prst="roundRect">
                <a:avLst>
                  <a:gd name="adj" fmla="val 13494"/>
                </a:avLst>
              </a:prstGeom>
              <a:solidFill>
                <a:schemeClr val="tx1">
                  <a:lumMod val="85000"/>
                  <a:lumOff val="1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solidFill>
                    <a:schemeClr val="bg1">
                      <a:lumMod val="65000"/>
                    </a:schemeClr>
                  </a:solidFill>
                </a:endParaRPr>
              </a:p>
            </p:txBody>
          </p:sp>
          <p:sp>
            <p:nvSpPr>
              <p:cNvPr id="7" name="Rectangle: Rounded Corners 6">
                <a:extLst>
                  <a:ext uri="{FF2B5EF4-FFF2-40B4-BE49-F238E27FC236}">
                    <a16:creationId xmlns:a16="http://schemas.microsoft.com/office/drawing/2014/main" id="{BE402465-5DEC-4520-029D-F5190390143C}"/>
                  </a:ext>
                </a:extLst>
              </p:cNvPr>
              <p:cNvSpPr/>
              <p:nvPr/>
            </p:nvSpPr>
            <p:spPr>
              <a:xfrm>
                <a:off x="6597487" y="3169689"/>
                <a:ext cx="321613" cy="306346"/>
              </a:xfrm>
              <a:prstGeom prst="roundRect">
                <a:avLst>
                  <a:gd name="adj" fmla="val 13494"/>
                </a:avLst>
              </a:prstGeom>
              <a:solidFill>
                <a:schemeClr val="tx1">
                  <a:lumMod val="85000"/>
                  <a:lumOff val="1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solidFill>
                    <a:schemeClr val="bg1">
                      <a:lumMod val="65000"/>
                    </a:schemeClr>
                  </a:solidFill>
                </a:endParaRPr>
              </a:p>
            </p:txBody>
          </p:sp>
        </p:grpSp>
        <p:sp>
          <p:nvSpPr>
            <p:cNvPr id="13" name="TextBox 12">
              <a:extLst>
                <a:ext uri="{FF2B5EF4-FFF2-40B4-BE49-F238E27FC236}">
                  <a16:creationId xmlns:a16="http://schemas.microsoft.com/office/drawing/2014/main" id="{8A73EA74-8F82-E3C0-60C8-8BAE03A27643}"/>
                </a:ext>
              </a:extLst>
            </p:cNvPr>
            <p:cNvSpPr txBox="1"/>
            <p:nvPr/>
          </p:nvSpPr>
          <p:spPr>
            <a:xfrm>
              <a:off x="5560546" y="2730160"/>
              <a:ext cx="753732" cy="261610"/>
            </a:xfrm>
            <a:prstGeom prst="rect">
              <a:avLst/>
            </a:prstGeom>
            <a:noFill/>
          </p:spPr>
          <p:txBody>
            <a:bodyPr wrap="none" rtlCol="0">
              <a:spAutoFit/>
            </a:bodyPr>
            <a:lstStyle/>
            <a:p>
              <a:r>
                <a:rPr lang="en-US" sz="1100" dirty="0">
                  <a:solidFill>
                    <a:schemeClr val="bg1">
                      <a:lumMod val="65000"/>
                    </a:schemeClr>
                  </a:solidFill>
                </a:rPr>
                <a:t>Enter PIN</a:t>
              </a:r>
              <a:endParaRPr lang="en-IN" sz="1100" dirty="0">
                <a:solidFill>
                  <a:schemeClr val="bg1">
                    <a:lumMod val="65000"/>
                  </a:schemeClr>
                </a:solidFill>
              </a:endParaRPr>
            </a:p>
          </p:txBody>
        </p:sp>
        <p:pic>
          <p:nvPicPr>
            <p:cNvPr id="14" name="Picture 13">
              <a:extLst>
                <a:ext uri="{FF2B5EF4-FFF2-40B4-BE49-F238E27FC236}">
                  <a16:creationId xmlns:a16="http://schemas.microsoft.com/office/drawing/2014/main" id="{078B7F30-5682-C55E-8ED5-694E8ACFC6C2}"/>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5177649" y="2009890"/>
              <a:ext cx="1552348" cy="409328"/>
            </a:xfrm>
            <a:prstGeom prst="rect">
              <a:avLst/>
            </a:prstGeom>
          </p:spPr>
        </p:pic>
        <p:sp>
          <p:nvSpPr>
            <p:cNvPr id="12" name="TextBox 11">
              <a:extLst>
                <a:ext uri="{FF2B5EF4-FFF2-40B4-BE49-F238E27FC236}">
                  <a16:creationId xmlns:a16="http://schemas.microsoft.com/office/drawing/2014/main" id="{F644AA48-3BC2-192C-CB46-14E0F3271E7C}"/>
                </a:ext>
              </a:extLst>
            </p:cNvPr>
            <p:cNvSpPr txBox="1"/>
            <p:nvPr/>
          </p:nvSpPr>
          <p:spPr>
            <a:xfrm>
              <a:off x="5679486" y="4736456"/>
              <a:ext cx="748923" cy="230832"/>
            </a:xfrm>
            <a:prstGeom prst="rect">
              <a:avLst/>
            </a:prstGeom>
            <a:noFill/>
          </p:spPr>
          <p:txBody>
            <a:bodyPr wrap="none" rtlCol="0">
              <a:spAutoFit/>
            </a:bodyPr>
            <a:lstStyle/>
            <a:p>
              <a:r>
                <a:rPr lang="en-US" sz="900" i="1" dirty="0">
                  <a:solidFill>
                    <a:schemeClr val="bg1">
                      <a:lumMod val="50000"/>
                    </a:schemeClr>
                  </a:solidFill>
                </a:rPr>
                <a:t>Forgot Pin?</a:t>
              </a:r>
              <a:endParaRPr lang="en-IN" sz="900" i="1" dirty="0">
                <a:solidFill>
                  <a:schemeClr val="bg1">
                    <a:lumMod val="50000"/>
                  </a:schemeClr>
                </a:solidFill>
              </a:endParaRPr>
            </a:p>
          </p:txBody>
        </p:sp>
      </p:grpSp>
      <p:sp>
        <p:nvSpPr>
          <p:cNvPr id="16" name="TextBox 15">
            <a:extLst>
              <a:ext uri="{FF2B5EF4-FFF2-40B4-BE49-F238E27FC236}">
                <a16:creationId xmlns:a16="http://schemas.microsoft.com/office/drawing/2014/main" id="{3488BCB3-EBBC-D8B0-A6A4-70A8BDD1EEC4}"/>
              </a:ext>
            </a:extLst>
          </p:cNvPr>
          <p:cNvSpPr txBox="1"/>
          <p:nvPr/>
        </p:nvSpPr>
        <p:spPr>
          <a:xfrm>
            <a:off x="4940876" y="6158797"/>
            <a:ext cx="2310248" cy="261610"/>
          </a:xfrm>
          <a:prstGeom prst="rect">
            <a:avLst/>
          </a:prstGeom>
          <a:noFill/>
        </p:spPr>
        <p:txBody>
          <a:bodyPr wrap="none" rtlCol="0">
            <a:spAutoFit/>
          </a:bodyPr>
          <a:lstStyle/>
          <a:p>
            <a:r>
              <a:rPr lang="en-US" sz="1100" dirty="0">
                <a:solidFill>
                  <a:schemeClr val="bg1">
                    <a:lumMod val="65000"/>
                  </a:schemeClr>
                </a:solidFill>
              </a:rPr>
              <a:t>Your Decision Stay Private. Always.</a:t>
            </a:r>
            <a:endParaRPr lang="en-IN" sz="1100" dirty="0">
              <a:solidFill>
                <a:schemeClr val="bg1">
                  <a:lumMod val="65000"/>
                </a:schemeClr>
              </a:solidFill>
            </a:endParaRPr>
          </a:p>
        </p:txBody>
      </p:sp>
      <p:sp>
        <p:nvSpPr>
          <p:cNvPr id="17" name="TextBox 16">
            <a:extLst>
              <a:ext uri="{FF2B5EF4-FFF2-40B4-BE49-F238E27FC236}">
                <a16:creationId xmlns:a16="http://schemas.microsoft.com/office/drawing/2014/main" id="{C8D19FFE-5231-BAA5-8396-37D73C61BAE6}"/>
              </a:ext>
            </a:extLst>
          </p:cNvPr>
          <p:cNvSpPr txBox="1"/>
          <p:nvPr/>
        </p:nvSpPr>
        <p:spPr>
          <a:xfrm>
            <a:off x="1007918" y="2610652"/>
            <a:ext cx="2382350" cy="230832"/>
          </a:xfrm>
          <a:prstGeom prst="rect">
            <a:avLst/>
          </a:prstGeom>
          <a:noFill/>
        </p:spPr>
        <p:txBody>
          <a:bodyPr wrap="square" rtlCol="0">
            <a:spAutoFit/>
          </a:bodyPr>
          <a:lstStyle/>
          <a:p>
            <a:pPr algn="r"/>
            <a:r>
              <a:rPr lang="en-US" sz="900" dirty="0">
                <a:solidFill>
                  <a:schemeClr val="bg1">
                    <a:lumMod val="65000"/>
                  </a:schemeClr>
                </a:solidFill>
              </a:rPr>
              <a:t>On every login user need to enter m-pin</a:t>
            </a:r>
            <a:endParaRPr lang="en-IN" sz="900" dirty="0">
              <a:solidFill>
                <a:schemeClr val="bg1">
                  <a:lumMod val="65000"/>
                </a:schemeClr>
              </a:solidFill>
            </a:endParaRPr>
          </a:p>
        </p:txBody>
      </p:sp>
      <p:cxnSp>
        <p:nvCxnSpPr>
          <p:cNvPr id="20" name="Connector: Elbow 19">
            <a:extLst>
              <a:ext uri="{FF2B5EF4-FFF2-40B4-BE49-F238E27FC236}">
                <a16:creationId xmlns:a16="http://schemas.microsoft.com/office/drawing/2014/main" id="{8F703625-5EDC-1379-D7F6-C2D4CACC6997}"/>
              </a:ext>
            </a:extLst>
          </p:cNvPr>
          <p:cNvCxnSpPr>
            <a:cxnSpLocks/>
            <a:stCxn id="17" idx="3"/>
          </p:cNvCxnSpPr>
          <p:nvPr/>
        </p:nvCxnSpPr>
        <p:spPr>
          <a:xfrm>
            <a:off x="3390268" y="2726068"/>
            <a:ext cx="753601" cy="7029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4B1AA033-565A-4D0E-0F35-9BFE5ADF3287}"/>
              </a:ext>
            </a:extLst>
          </p:cNvPr>
          <p:cNvSpPr txBox="1"/>
          <p:nvPr/>
        </p:nvSpPr>
        <p:spPr>
          <a:xfrm>
            <a:off x="1084118" y="4074994"/>
            <a:ext cx="2382350" cy="369332"/>
          </a:xfrm>
          <a:prstGeom prst="rect">
            <a:avLst/>
          </a:prstGeom>
          <a:noFill/>
        </p:spPr>
        <p:txBody>
          <a:bodyPr wrap="square" rtlCol="0">
            <a:spAutoFit/>
          </a:bodyPr>
          <a:lstStyle/>
          <a:p>
            <a:pPr algn="r"/>
            <a:r>
              <a:rPr lang="en-US" sz="900" dirty="0">
                <a:solidFill>
                  <a:schemeClr val="bg1">
                    <a:lumMod val="65000"/>
                  </a:schemeClr>
                </a:solidFill>
              </a:rPr>
              <a:t>Reset process will require re-validation of email and need to create new pin.</a:t>
            </a:r>
            <a:endParaRPr lang="en-IN" sz="900" dirty="0">
              <a:solidFill>
                <a:schemeClr val="bg1">
                  <a:lumMod val="65000"/>
                </a:schemeClr>
              </a:solidFill>
            </a:endParaRPr>
          </a:p>
        </p:txBody>
      </p:sp>
      <p:cxnSp>
        <p:nvCxnSpPr>
          <p:cNvPr id="22" name="Connector: Elbow 21">
            <a:extLst>
              <a:ext uri="{FF2B5EF4-FFF2-40B4-BE49-F238E27FC236}">
                <a16:creationId xmlns:a16="http://schemas.microsoft.com/office/drawing/2014/main" id="{6D3052C4-C221-7C48-7CF8-ADC2530781B1}"/>
              </a:ext>
            </a:extLst>
          </p:cNvPr>
          <p:cNvCxnSpPr>
            <a:cxnSpLocks/>
            <a:stCxn id="21" idx="3"/>
          </p:cNvCxnSpPr>
          <p:nvPr/>
        </p:nvCxnSpPr>
        <p:spPr>
          <a:xfrm>
            <a:off x="3466468" y="4259660"/>
            <a:ext cx="753601" cy="63368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5474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98CAF-F6C6-4466-8352-8EADFEACC2F9}"/>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2F678DEB-BB92-34FD-778E-E93B28919589}"/>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2AFDBB12-2902-751C-0A85-C1D921EB65B3}"/>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B7925F8B-E642-7D5E-DC09-E544DB67CB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16890AC6-CFBA-F589-A154-D8E74F7818D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cxnSp>
        <p:nvCxnSpPr>
          <p:cNvPr id="5" name="Straight Connector 4">
            <a:extLst>
              <a:ext uri="{FF2B5EF4-FFF2-40B4-BE49-F238E27FC236}">
                <a16:creationId xmlns:a16="http://schemas.microsoft.com/office/drawing/2014/main" id="{A0B7365B-3A3A-F1FB-AEE3-FB5E55AE77B0}"/>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grpSp>
        <p:nvGrpSpPr>
          <p:cNvPr id="17" name="Group 16">
            <a:extLst>
              <a:ext uri="{FF2B5EF4-FFF2-40B4-BE49-F238E27FC236}">
                <a16:creationId xmlns:a16="http://schemas.microsoft.com/office/drawing/2014/main" id="{F488F174-95D5-33F2-EA08-0AD6D7065B54}"/>
              </a:ext>
            </a:extLst>
          </p:cNvPr>
          <p:cNvGrpSpPr/>
          <p:nvPr/>
        </p:nvGrpSpPr>
        <p:grpSpPr>
          <a:xfrm>
            <a:off x="4505539" y="1639440"/>
            <a:ext cx="2912251" cy="1683753"/>
            <a:chOff x="4505539" y="1639441"/>
            <a:chExt cx="2912251" cy="1179959"/>
          </a:xfrm>
        </p:grpSpPr>
        <p:sp>
          <p:nvSpPr>
            <p:cNvPr id="8" name="Rectangle: Rounded Corners 7">
              <a:extLst>
                <a:ext uri="{FF2B5EF4-FFF2-40B4-BE49-F238E27FC236}">
                  <a16:creationId xmlns:a16="http://schemas.microsoft.com/office/drawing/2014/main" id="{3F90C59A-A1F4-24AB-1559-27C42F5232D2}"/>
                </a:ext>
              </a:extLst>
            </p:cNvPr>
            <p:cNvSpPr/>
            <p:nvPr/>
          </p:nvSpPr>
          <p:spPr>
            <a:xfrm>
              <a:off x="4505539" y="1639441"/>
              <a:ext cx="2912251" cy="1179959"/>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9" name="Rectangle: Rounded Corners 8">
              <a:extLst>
                <a:ext uri="{FF2B5EF4-FFF2-40B4-BE49-F238E27FC236}">
                  <a16:creationId xmlns:a16="http://schemas.microsoft.com/office/drawing/2014/main" id="{B041DC37-B26F-66D8-616C-94F1D582A07A}"/>
                </a:ext>
              </a:extLst>
            </p:cNvPr>
            <p:cNvSpPr/>
            <p:nvPr/>
          </p:nvSpPr>
          <p:spPr>
            <a:xfrm>
              <a:off x="4546025" y="1691398"/>
              <a:ext cx="2807345" cy="1029945"/>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grpSp>
      <p:sp>
        <p:nvSpPr>
          <p:cNvPr id="11" name="TextBox 10">
            <a:extLst>
              <a:ext uri="{FF2B5EF4-FFF2-40B4-BE49-F238E27FC236}">
                <a16:creationId xmlns:a16="http://schemas.microsoft.com/office/drawing/2014/main" id="{FCF91770-6EAB-6FA3-0E19-080AE6B0F52C}"/>
              </a:ext>
            </a:extLst>
          </p:cNvPr>
          <p:cNvSpPr txBox="1"/>
          <p:nvPr/>
        </p:nvSpPr>
        <p:spPr>
          <a:xfrm>
            <a:off x="4610100" y="1809030"/>
            <a:ext cx="2679405" cy="1384995"/>
          </a:xfrm>
          <a:prstGeom prst="rect">
            <a:avLst/>
          </a:prstGeom>
          <a:noFill/>
        </p:spPr>
        <p:txBody>
          <a:bodyPr wrap="square" rtlCol="0">
            <a:spAutoFit/>
          </a:bodyPr>
          <a:lstStyle/>
          <a:p>
            <a:r>
              <a:rPr lang="en-US" sz="1050" dirty="0">
                <a:solidFill>
                  <a:schemeClr val="bg1">
                    <a:lumMod val="95000"/>
                  </a:schemeClr>
                </a:solidFill>
              </a:rPr>
              <a:t>Welcome to Hawksyn,</a:t>
            </a:r>
          </a:p>
          <a:p>
            <a:endParaRPr lang="en-US" sz="1050" dirty="0">
              <a:solidFill>
                <a:schemeClr val="bg1">
                  <a:lumMod val="95000"/>
                </a:schemeClr>
              </a:solidFill>
            </a:endParaRPr>
          </a:p>
          <a:p>
            <a:r>
              <a:rPr lang="en-US" sz="1050" dirty="0">
                <a:solidFill>
                  <a:schemeClr val="bg1">
                    <a:lumMod val="95000"/>
                  </a:schemeClr>
                </a:solidFill>
              </a:rPr>
              <a:t>Before we begin, understand that if  any decision goes wrong, your past choices matter. We cannot assess risk without seeing them.</a:t>
            </a:r>
          </a:p>
          <a:p>
            <a:endParaRPr lang="en-US" sz="1050" dirty="0">
              <a:solidFill>
                <a:schemeClr val="bg1">
                  <a:lumMod val="95000"/>
                </a:schemeClr>
              </a:solidFill>
            </a:endParaRPr>
          </a:p>
          <a:p>
            <a:r>
              <a:rPr lang="en-US" sz="1050" dirty="0">
                <a:solidFill>
                  <a:schemeClr val="bg1">
                    <a:lumMod val="95000"/>
                  </a:schemeClr>
                </a:solidFill>
              </a:rPr>
              <a:t>Please upload your updated CV (PDF only).</a:t>
            </a:r>
          </a:p>
        </p:txBody>
      </p:sp>
      <p:grpSp>
        <p:nvGrpSpPr>
          <p:cNvPr id="26" name="Group 25">
            <a:extLst>
              <a:ext uri="{FF2B5EF4-FFF2-40B4-BE49-F238E27FC236}">
                <a16:creationId xmlns:a16="http://schemas.microsoft.com/office/drawing/2014/main" id="{69ADD87D-3AC4-CD53-3309-4BC0596F3CF9}"/>
              </a:ext>
            </a:extLst>
          </p:cNvPr>
          <p:cNvGrpSpPr/>
          <p:nvPr/>
        </p:nvGrpSpPr>
        <p:grpSpPr>
          <a:xfrm>
            <a:off x="4545051" y="3676534"/>
            <a:ext cx="2845726" cy="2011047"/>
            <a:chOff x="4545051" y="2938777"/>
            <a:chExt cx="2845726" cy="2011047"/>
          </a:xfrm>
        </p:grpSpPr>
        <p:sp>
          <p:nvSpPr>
            <p:cNvPr id="12" name="Rectangle: Rounded Corners 11">
              <a:extLst>
                <a:ext uri="{FF2B5EF4-FFF2-40B4-BE49-F238E27FC236}">
                  <a16:creationId xmlns:a16="http://schemas.microsoft.com/office/drawing/2014/main" id="{1C5E52A5-D847-9642-4B83-88968FF5CFA2}"/>
                </a:ext>
              </a:extLst>
            </p:cNvPr>
            <p:cNvSpPr/>
            <p:nvPr/>
          </p:nvSpPr>
          <p:spPr>
            <a:xfrm>
              <a:off x="5427987" y="4615946"/>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a:t>
              </a:r>
              <a:endParaRPr lang="en-IN" sz="1000" dirty="0"/>
            </a:p>
          </p:txBody>
        </p:sp>
        <p:grpSp>
          <p:nvGrpSpPr>
            <p:cNvPr id="16" name="Group 15">
              <a:extLst>
                <a:ext uri="{FF2B5EF4-FFF2-40B4-BE49-F238E27FC236}">
                  <a16:creationId xmlns:a16="http://schemas.microsoft.com/office/drawing/2014/main" id="{D80B69A2-F937-779D-FDEF-9484E79D8D28}"/>
                </a:ext>
              </a:extLst>
            </p:cNvPr>
            <p:cNvGrpSpPr/>
            <p:nvPr/>
          </p:nvGrpSpPr>
          <p:grpSpPr>
            <a:xfrm>
              <a:off x="4572064" y="3578753"/>
              <a:ext cx="2818712" cy="306346"/>
              <a:chOff x="4534658" y="2959565"/>
              <a:chExt cx="2818712" cy="306346"/>
            </a:xfrm>
          </p:grpSpPr>
          <p:sp>
            <p:nvSpPr>
              <p:cNvPr id="14" name="Rectangle: Rounded Corners 13">
                <a:extLst>
                  <a:ext uri="{FF2B5EF4-FFF2-40B4-BE49-F238E27FC236}">
                    <a16:creationId xmlns:a16="http://schemas.microsoft.com/office/drawing/2014/main" id="{FD500829-8EAC-46C5-07BB-9230C687A889}"/>
                  </a:ext>
                </a:extLst>
              </p:cNvPr>
              <p:cNvSpPr/>
              <p:nvPr/>
            </p:nvSpPr>
            <p:spPr>
              <a:xfrm>
                <a:off x="4534658" y="2959565"/>
                <a:ext cx="2818712" cy="306346"/>
              </a:xfrm>
              <a:prstGeom prst="roundRect">
                <a:avLst>
                  <a:gd name="adj" fmla="val 13494"/>
                </a:avLst>
              </a:prstGeom>
              <a:solidFill>
                <a:schemeClr val="tx1">
                  <a:lumMod val="85000"/>
                  <a:lumOff val="15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100" dirty="0">
                  <a:solidFill>
                    <a:schemeClr val="bg1">
                      <a:lumMod val="65000"/>
                    </a:schemeClr>
                  </a:solidFill>
                </a:endParaRPr>
              </a:p>
            </p:txBody>
          </p:sp>
          <p:sp>
            <p:nvSpPr>
              <p:cNvPr id="15" name="Rectangle: Rounded Corners 14">
                <a:extLst>
                  <a:ext uri="{FF2B5EF4-FFF2-40B4-BE49-F238E27FC236}">
                    <a16:creationId xmlns:a16="http://schemas.microsoft.com/office/drawing/2014/main" id="{962A1C37-F4F8-03AC-EB7D-BCDCE32EAF1C}"/>
                  </a:ext>
                </a:extLst>
              </p:cNvPr>
              <p:cNvSpPr/>
              <p:nvPr/>
            </p:nvSpPr>
            <p:spPr>
              <a:xfrm>
                <a:off x="6660336" y="3018461"/>
                <a:ext cx="629169" cy="188554"/>
              </a:xfrm>
              <a:prstGeom prst="roundRect">
                <a:avLst>
                  <a:gd name="adj" fmla="val 34309"/>
                </a:avLst>
              </a:prstGeom>
              <a:solidFill>
                <a:schemeClr val="bg2">
                  <a:lumMod val="10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800" dirty="0">
                    <a:solidFill>
                      <a:schemeClr val="tx1">
                        <a:lumMod val="50000"/>
                        <a:lumOff val="50000"/>
                      </a:schemeClr>
                    </a:solidFill>
                    <a:sym typeface="Wingdings" panose="05000000000000000000" pitchFamily="2" charset="2"/>
                  </a:rPr>
                  <a:t>UPLOAD</a:t>
                </a:r>
                <a:endParaRPr lang="en-IN" sz="800" dirty="0">
                  <a:solidFill>
                    <a:schemeClr val="tx1">
                      <a:lumMod val="50000"/>
                      <a:lumOff val="50000"/>
                    </a:schemeClr>
                  </a:solidFill>
                </a:endParaRPr>
              </a:p>
            </p:txBody>
          </p:sp>
        </p:grpSp>
        <p:grpSp>
          <p:nvGrpSpPr>
            <p:cNvPr id="23" name="Group 22">
              <a:extLst>
                <a:ext uri="{FF2B5EF4-FFF2-40B4-BE49-F238E27FC236}">
                  <a16:creationId xmlns:a16="http://schemas.microsoft.com/office/drawing/2014/main" id="{6D8A56DE-CB16-A08A-51E1-143FD9171F40}"/>
                </a:ext>
              </a:extLst>
            </p:cNvPr>
            <p:cNvGrpSpPr/>
            <p:nvPr/>
          </p:nvGrpSpPr>
          <p:grpSpPr>
            <a:xfrm>
              <a:off x="4572064" y="2938777"/>
              <a:ext cx="2752658" cy="461665"/>
              <a:chOff x="4600712" y="2977900"/>
              <a:chExt cx="2752658" cy="461665"/>
            </a:xfrm>
          </p:grpSpPr>
          <p:sp>
            <p:nvSpPr>
              <p:cNvPr id="21" name="Rectangle: Rounded Corners 20">
                <a:extLst>
                  <a:ext uri="{FF2B5EF4-FFF2-40B4-BE49-F238E27FC236}">
                    <a16:creationId xmlns:a16="http://schemas.microsoft.com/office/drawing/2014/main" id="{AD761479-DF3F-C3E9-69EF-E0D7AD3AA454}"/>
                  </a:ext>
                </a:extLst>
              </p:cNvPr>
              <p:cNvSpPr/>
              <p:nvPr/>
            </p:nvSpPr>
            <p:spPr>
              <a:xfrm>
                <a:off x="4600712" y="3137007"/>
                <a:ext cx="124095" cy="130678"/>
              </a:xfrm>
              <a:prstGeom prst="roundRect">
                <a:avLst/>
              </a:prstGeom>
              <a:solidFill>
                <a:schemeClr val="bg2">
                  <a:lumMod val="1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876FBDA1-4825-101F-29E6-F78CA8C69CB5}"/>
                  </a:ext>
                </a:extLst>
              </p:cNvPr>
              <p:cNvSpPr txBox="1"/>
              <p:nvPr/>
            </p:nvSpPr>
            <p:spPr>
              <a:xfrm>
                <a:off x="4812899" y="2977900"/>
                <a:ext cx="2540471" cy="461665"/>
              </a:xfrm>
              <a:prstGeom prst="rect">
                <a:avLst/>
              </a:prstGeom>
              <a:noFill/>
            </p:spPr>
            <p:txBody>
              <a:bodyPr wrap="square" rtlCol="0">
                <a:spAutoFit/>
              </a:bodyPr>
              <a:lstStyle/>
              <a:p>
                <a:r>
                  <a:rPr lang="en-US" sz="800" dirty="0">
                    <a:solidFill>
                      <a:schemeClr val="tx1">
                        <a:lumMod val="50000"/>
                        <a:lumOff val="50000"/>
                      </a:schemeClr>
                    </a:solidFill>
                  </a:rPr>
                  <a:t>“I consent to Hawksyn reading my CV to auto-fill my profile. My CV will not be used to train public AI models.”</a:t>
                </a:r>
                <a:endParaRPr lang="en-IN" sz="800" dirty="0">
                  <a:solidFill>
                    <a:schemeClr val="tx1">
                      <a:lumMod val="50000"/>
                      <a:lumOff val="50000"/>
                    </a:schemeClr>
                  </a:solidFill>
                </a:endParaRPr>
              </a:p>
            </p:txBody>
          </p:sp>
        </p:grpSp>
        <p:sp>
          <p:nvSpPr>
            <p:cNvPr id="25" name="TextBox 24">
              <a:extLst>
                <a:ext uri="{FF2B5EF4-FFF2-40B4-BE49-F238E27FC236}">
                  <a16:creationId xmlns:a16="http://schemas.microsoft.com/office/drawing/2014/main" id="{5D356D6C-527D-FC22-2A66-5DD32D0A5F43}"/>
                </a:ext>
              </a:extLst>
            </p:cNvPr>
            <p:cNvSpPr txBox="1"/>
            <p:nvPr/>
          </p:nvSpPr>
          <p:spPr>
            <a:xfrm>
              <a:off x="4545051" y="3987915"/>
              <a:ext cx="2845726" cy="369332"/>
            </a:xfrm>
            <a:prstGeom prst="rect">
              <a:avLst/>
            </a:prstGeom>
            <a:noFill/>
          </p:spPr>
          <p:txBody>
            <a:bodyPr wrap="square">
              <a:spAutoFit/>
            </a:bodyPr>
            <a:lstStyle/>
            <a:p>
              <a:r>
                <a:rPr lang="en-US" sz="900" dirty="0">
                  <a:solidFill>
                    <a:schemeClr val="bg1">
                      <a:lumMod val="50000"/>
                    </a:schemeClr>
                  </a:solidFill>
                </a:rPr>
                <a:t>Uploading your CV helps Hawksyn understand your role, experience, and work patterns.</a:t>
              </a:r>
              <a:endParaRPr lang="en-IN" sz="900" dirty="0">
                <a:solidFill>
                  <a:schemeClr val="bg1">
                    <a:lumMod val="50000"/>
                  </a:schemeClr>
                </a:solidFill>
              </a:endParaRPr>
            </a:p>
          </p:txBody>
        </p:sp>
      </p:grpSp>
      <p:sp>
        <p:nvSpPr>
          <p:cNvPr id="29" name="TextBox 28">
            <a:extLst>
              <a:ext uri="{FF2B5EF4-FFF2-40B4-BE49-F238E27FC236}">
                <a16:creationId xmlns:a16="http://schemas.microsoft.com/office/drawing/2014/main" id="{117FF6A5-17E7-24AC-2E89-53AD59C16226}"/>
              </a:ext>
            </a:extLst>
          </p:cNvPr>
          <p:cNvSpPr txBox="1"/>
          <p:nvPr/>
        </p:nvSpPr>
        <p:spPr>
          <a:xfrm>
            <a:off x="930977" y="2859230"/>
            <a:ext cx="2382350" cy="369332"/>
          </a:xfrm>
          <a:prstGeom prst="rect">
            <a:avLst/>
          </a:prstGeom>
          <a:noFill/>
        </p:spPr>
        <p:txBody>
          <a:bodyPr wrap="square" rtlCol="0">
            <a:spAutoFit/>
          </a:bodyPr>
          <a:lstStyle/>
          <a:p>
            <a:pPr algn="r"/>
            <a:r>
              <a:rPr lang="en-US" sz="900" dirty="0">
                <a:solidFill>
                  <a:schemeClr val="bg1">
                    <a:lumMod val="65000"/>
                  </a:schemeClr>
                </a:solidFill>
              </a:rPr>
              <a:t>User need to upload the CV to setup the hawksyn profile. Accept only pdf files. </a:t>
            </a:r>
            <a:endParaRPr lang="en-IN" sz="900" dirty="0">
              <a:solidFill>
                <a:schemeClr val="bg1">
                  <a:lumMod val="65000"/>
                </a:schemeClr>
              </a:solidFill>
            </a:endParaRPr>
          </a:p>
        </p:txBody>
      </p:sp>
      <p:cxnSp>
        <p:nvCxnSpPr>
          <p:cNvPr id="34" name="Connector: Elbow 33">
            <a:extLst>
              <a:ext uri="{FF2B5EF4-FFF2-40B4-BE49-F238E27FC236}">
                <a16:creationId xmlns:a16="http://schemas.microsoft.com/office/drawing/2014/main" id="{F8E8FDE4-C757-7CD7-052A-96B2DF061DA8}"/>
              </a:ext>
            </a:extLst>
          </p:cNvPr>
          <p:cNvCxnSpPr>
            <a:cxnSpLocks/>
            <a:stCxn id="29" idx="3"/>
          </p:cNvCxnSpPr>
          <p:nvPr/>
        </p:nvCxnSpPr>
        <p:spPr>
          <a:xfrm>
            <a:off x="3313327" y="3043896"/>
            <a:ext cx="753601" cy="63368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68217D7C-7B6A-89CD-B343-8409B1A45D9C}"/>
              </a:ext>
            </a:extLst>
          </p:cNvPr>
          <p:cNvSpPr txBox="1"/>
          <p:nvPr/>
        </p:nvSpPr>
        <p:spPr>
          <a:xfrm>
            <a:off x="1115868" y="3987915"/>
            <a:ext cx="2382350" cy="646331"/>
          </a:xfrm>
          <a:prstGeom prst="rect">
            <a:avLst/>
          </a:prstGeom>
          <a:noFill/>
        </p:spPr>
        <p:txBody>
          <a:bodyPr wrap="square" rtlCol="0">
            <a:spAutoFit/>
          </a:bodyPr>
          <a:lstStyle/>
          <a:p>
            <a:pPr algn="r"/>
            <a:r>
              <a:rPr lang="en-US" sz="900" dirty="0">
                <a:solidFill>
                  <a:schemeClr val="bg1">
                    <a:lumMod val="65000"/>
                  </a:schemeClr>
                </a:solidFill>
              </a:rPr>
              <a:t>Once user click continue, connect Google Gemini API to read the pdf and extract the required data, normalize it and store it in the backend against the user ID. </a:t>
            </a:r>
            <a:endParaRPr lang="en-IN" sz="900" dirty="0">
              <a:solidFill>
                <a:schemeClr val="bg1">
                  <a:lumMod val="65000"/>
                </a:schemeClr>
              </a:solidFill>
            </a:endParaRPr>
          </a:p>
        </p:txBody>
      </p:sp>
      <p:cxnSp>
        <p:nvCxnSpPr>
          <p:cNvPr id="38" name="Connector: Elbow 37">
            <a:extLst>
              <a:ext uri="{FF2B5EF4-FFF2-40B4-BE49-F238E27FC236}">
                <a16:creationId xmlns:a16="http://schemas.microsoft.com/office/drawing/2014/main" id="{28BADC39-A103-D6AA-7858-3D8F8565CA85}"/>
              </a:ext>
            </a:extLst>
          </p:cNvPr>
          <p:cNvCxnSpPr>
            <a:cxnSpLocks/>
            <a:stCxn id="37" idx="3"/>
          </p:cNvCxnSpPr>
          <p:nvPr/>
        </p:nvCxnSpPr>
        <p:spPr>
          <a:xfrm>
            <a:off x="3498218" y="4311081"/>
            <a:ext cx="753601" cy="49518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4950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EA2F3-9352-1CFF-7F0E-CDC751F1A25A}"/>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81A1E4AF-27AF-10F9-C5FB-B3EBF06D2411}"/>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EB8C14E3-8249-03B9-A176-55AD471B44A0}"/>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168746A6-080E-0FFE-CF80-23836313B2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99E5081F-6761-8D34-845D-8B50A1425A9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cxnSp>
        <p:nvCxnSpPr>
          <p:cNvPr id="5" name="Straight Connector 4">
            <a:extLst>
              <a:ext uri="{FF2B5EF4-FFF2-40B4-BE49-F238E27FC236}">
                <a16:creationId xmlns:a16="http://schemas.microsoft.com/office/drawing/2014/main" id="{6B0A84E4-2BC2-7809-26A6-02E6D09E799C}"/>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BF8A99C0-F285-E978-6727-743CD79674EB}"/>
              </a:ext>
            </a:extLst>
          </p:cNvPr>
          <p:cNvSpPr/>
          <p:nvPr/>
        </p:nvSpPr>
        <p:spPr>
          <a:xfrm>
            <a:off x="5416020" y="5613598"/>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a:t>
            </a:r>
            <a:endParaRPr lang="en-IN" sz="1000" dirty="0"/>
          </a:p>
        </p:txBody>
      </p:sp>
      <p:grpSp>
        <p:nvGrpSpPr>
          <p:cNvPr id="27" name="Group 26">
            <a:extLst>
              <a:ext uri="{FF2B5EF4-FFF2-40B4-BE49-F238E27FC236}">
                <a16:creationId xmlns:a16="http://schemas.microsoft.com/office/drawing/2014/main" id="{695A4715-0998-81E9-C451-73ABEAB5B1E4}"/>
              </a:ext>
            </a:extLst>
          </p:cNvPr>
          <p:cNvGrpSpPr/>
          <p:nvPr/>
        </p:nvGrpSpPr>
        <p:grpSpPr>
          <a:xfrm>
            <a:off x="4505539" y="1639441"/>
            <a:ext cx="2912251" cy="3527158"/>
            <a:chOff x="4505539" y="1639441"/>
            <a:chExt cx="2912251" cy="3527158"/>
          </a:xfrm>
        </p:grpSpPr>
        <p:sp>
          <p:nvSpPr>
            <p:cNvPr id="8" name="Rectangle: Rounded Corners 7">
              <a:extLst>
                <a:ext uri="{FF2B5EF4-FFF2-40B4-BE49-F238E27FC236}">
                  <a16:creationId xmlns:a16="http://schemas.microsoft.com/office/drawing/2014/main" id="{4D72A81B-6595-B3FD-AA08-17277817A573}"/>
                </a:ext>
              </a:extLst>
            </p:cNvPr>
            <p:cNvSpPr/>
            <p:nvPr/>
          </p:nvSpPr>
          <p:spPr>
            <a:xfrm>
              <a:off x="4505539" y="1639441"/>
              <a:ext cx="2912251" cy="3527158"/>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9" name="Rectangle: Rounded Corners 8">
              <a:extLst>
                <a:ext uri="{FF2B5EF4-FFF2-40B4-BE49-F238E27FC236}">
                  <a16:creationId xmlns:a16="http://schemas.microsoft.com/office/drawing/2014/main" id="{7E2C6E6F-717A-58E7-DB5E-E4EB6F1BEF35}"/>
                </a:ext>
              </a:extLst>
            </p:cNvPr>
            <p:cNvSpPr/>
            <p:nvPr/>
          </p:nvSpPr>
          <p:spPr>
            <a:xfrm>
              <a:off x="4546025" y="1691398"/>
              <a:ext cx="2807345" cy="2703958"/>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11" name="TextBox 10">
              <a:extLst>
                <a:ext uri="{FF2B5EF4-FFF2-40B4-BE49-F238E27FC236}">
                  <a16:creationId xmlns:a16="http://schemas.microsoft.com/office/drawing/2014/main" id="{8E306D5A-0E35-F094-6BCE-F136A70C2032}"/>
                </a:ext>
              </a:extLst>
            </p:cNvPr>
            <p:cNvSpPr txBox="1"/>
            <p:nvPr/>
          </p:nvSpPr>
          <p:spPr>
            <a:xfrm>
              <a:off x="4610100" y="1809030"/>
              <a:ext cx="2679405" cy="2400657"/>
            </a:xfrm>
            <a:prstGeom prst="rect">
              <a:avLst/>
            </a:prstGeom>
            <a:noFill/>
          </p:spPr>
          <p:txBody>
            <a:bodyPr wrap="square" rtlCol="0">
              <a:spAutoFit/>
            </a:bodyPr>
            <a:lstStyle/>
            <a:p>
              <a:r>
                <a:rPr lang="en-US" sz="1050" b="1" dirty="0">
                  <a:solidFill>
                    <a:schemeClr val="bg1">
                      <a:lumMod val="95000"/>
                    </a:schemeClr>
                  </a:solidFill>
                </a:rPr>
                <a:t>Confirm your details:</a:t>
              </a:r>
            </a:p>
            <a:p>
              <a:r>
                <a:rPr lang="en-US" sz="900" dirty="0">
                  <a:solidFill>
                    <a:schemeClr val="bg2">
                      <a:lumMod val="50000"/>
                    </a:schemeClr>
                  </a:solidFill>
                </a:rPr>
                <a:t>(You can edit anything)</a:t>
              </a:r>
            </a:p>
            <a:p>
              <a:endParaRPr lang="en-US" sz="1050" dirty="0">
                <a:solidFill>
                  <a:schemeClr val="bg1">
                    <a:lumMod val="95000"/>
                  </a:schemeClr>
                </a:solidFill>
              </a:endParaRPr>
            </a:p>
            <a:p>
              <a:r>
                <a:rPr lang="en-US" sz="900" b="1" dirty="0">
                  <a:solidFill>
                    <a:schemeClr val="bg1">
                      <a:lumMod val="95000"/>
                    </a:schemeClr>
                  </a:solidFill>
                </a:rPr>
                <a:t>Identity</a:t>
              </a:r>
            </a:p>
            <a:p>
              <a:endParaRPr lang="en-US" sz="1050" dirty="0">
                <a:solidFill>
                  <a:schemeClr val="bg1">
                    <a:lumMod val="95000"/>
                  </a:schemeClr>
                </a:solidFill>
              </a:endParaRPr>
            </a:p>
            <a:p>
              <a:endParaRPr lang="en-US" sz="1050" dirty="0">
                <a:solidFill>
                  <a:schemeClr val="bg1">
                    <a:lumMod val="95000"/>
                  </a:schemeClr>
                </a:solidFill>
              </a:endParaRPr>
            </a:p>
            <a:p>
              <a:r>
                <a:rPr lang="en-US" sz="900" b="1" dirty="0">
                  <a:solidFill>
                    <a:schemeClr val="bg1">
                      <a:lumMod val="95000"/>
                    </a:schemeClr>
                  </a:solidFill>
                </a:rPr>
                <a:t>Current Work</a:t>
              </a: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br>
                <a:rPr lang="en-US" sz="900" b="1" dirty="0">
                  <a:solidFill>
                    <a:schemeClr val="bg1">
                      <a:lumMod val="95000"/>
                    </a:schemeClr>
                  </a:solidFill>
                </a:rPr>
              </a:br>
              <a:r>
                <a:rPr lang="en-US" sz="900" b="1" dirty="0">
                  <a:solidFill>
                    <a:schemeClr val="bg1">
                      <a:lumMod val="95000"/>
                    </a:schemeClr>
                  </a:solidFill>
                </a:rPr>
                <a:t>Work Composition</a:t>
              </a:r>
            </a:p>
          </p:txBody>
        </p:sp>
        <p:grpSp>
          <p:nvGrpSpPr>
            <p:cNvPr id="6" name="Group 5">
              <a:extLst>
                <a:ext uri="{FF2B5EF4-FFF2-40B4-BE49-F238E27FC236}">
                  <a16:creationId xmlns:a16="http://schemas.microsoft.com/office/drawing/2014/main" id="{433F6E8F-A1B0-D7D3-692B-640A056677D7}"/>
                </a:ext>
              </a:extLst>
            </p:cNvPr>
            <p:cNvGrpSpPr/>
            <p:nvPr/>
          </p:nvGrpSpPr>
          <p:grpSpPr>
            <a:xfrm>
              <a:off x="7118588" y="1809030"/>
              <a:ext cx="135233" cy="131253"/>
              <a:chOff x="7215685" y="2769327"/>
              <a:chExt cx="135233" cy="131253"/>
            </a:xfrm>
          </p:grpSpPr>
          <p:sp>
            <p:nvSpPr>
              <p:cNvPr id="3" name="Flowchart: Connector 2">
                <a:extLst>
                  <a:ext uri="{FF2B5EF4-FFF2-40B4-BE49-F238E27FC236}">
                    <a16:creationId xmlns:a16="http://schemas.microsoft.com/office/drawing/2014/main" id="{2EBE9375-5821-D036-7A7C-E8BEFF00CC6A}"/>
                  </a:ext>
                </a:extLst>
              </p:cNvPr>
              <p:cNvSpPr/>
              <p:nvPr/>
            </p:nvSpPr>
            <p:spPr>
              <a:xfrm>
                <a:off x="7215685" y="2769327"/>
                <a:ext cx="135233" cy="131253"/>
              </a:xfrm>
              <a:prstGeom prst="flowChartConnector">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Graphic 3" descr="Pencil with solid fill">
                <a:extLst>
                  <a:ext uri="{FF2B5EF4-FFF2-40B4-BE49-F238E27FC236}">
                    <a16:creationId xmlns:a16="http://schemas.microsoft.com/office/drawing/2014/main" id="{DDB525B5-D90B-A8E3-9EEF-F76E39B7C5C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34565" y="2786217"/>
                <a:ext cx="97472" cy="97472"/>
              </a:xfrm>
              <a:prstGeom prst="rect">
                <a:avLst/>
              </a:prstGeom>
            </p:spPr>
          </p:pic>
        </p:grpSp>
        <p:sp>
          <p:nvSpPr>
            <p:cNvPr id="7" name="Rectangle: Rounded Corners 6">
              <a:extLst>
                <a:ext uri="{FF2B5EF4-FFF2-40B4-BE49-F238E27FC236}">
                  <a16:creationId xmlns:a16="http://schemas.microsoft.com/office/drawing/2014/main" id="{6151BC0A-68ED-A2BC-5B3A-DE084B501C58}"/>
                </a:ext>
              </a:extLst>
            </p:cNvPr>
            <p:cNvSpPr/>
            <p:nvPr/>
          </p:nvSpPr>
          <p:spPr>
            <a:xfrm>
              <a:off x="4718134" y="2535917"/>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bg1">
                      <a:lumMod val="65000"/>
                    </a:schemeClr>
                  </a:solidFill>
                </a:rPr>
                <a:t>Full Name</a:t>
              </a:r>
              <a:endParaRPr lang="en-IN" sz="800" dirty="0">
                <a:solidFill>
                  <a:schemeClr val="bg1">
                    <a:lumMod val="65000"/>
                  </a:schemeClr>
                </a:solidFill>
              </a:endParaRPr>
            </a:p>
          </p:txBody>
        </p:sp>
        <p:sp>
          <p:nvSpPr>
            <p:cNvPr id="10" name="Rectangle: Rounded Corners 9">
              <a:extLst>
                <a:ext uri="{FF2B5EF4-FFF2-40B4-BE49-F238E27FC236}">
                  <a16:creationId xmlns:a16="http://schemas.microsoft.com/office/drawing/2014/main" id="{C5037AA4-3CFC-408F-616A-C56CB30A2F69}"/>
                </a:ext>
              </a:extLst>
            </p:cNvPr>
            <p:cNvSpPr/>
            <p:nvPr/>
          </p:nvSpPr>
          <p:spPr>
            <a:xfrm>
              <a:off x="4718134" y="2986138"/>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bg1">
                      <a:lumMod val="65000"/>
                    </a:schemeClr>
                  </a:solidFill>
                </a:rPr>
                <a:t>Current Company Name</a:t>
              </a:r>
              <a:endParaRPr lang="en-IN" sz="800" dirty="0">
                <a:solidFill>
                  <a:schemeClr val="bg1">
                    <a:lumMod val="65000"/>
                  </a:schemeClr>
                </a:solidFill>
              </a:endParaRPr>
            </a:p>
          </p:txBody>
        </p:sp>
        <p:sp>
          <p:nvSpPr>
            <p:cNvPr id="13" name="Rectangle: Rounded Corners 12">
              <a:extLst>
                <a:ext uri="{FF2B5EF4-FFF2-40B4-BE49-F238E27FC236}">
                  <a16:creationId xmlns:a16="http://schemas.microsoft.com/office/drawing/2014/main" id="{5F3DF81D-7F7F-FB0E-E80C-B36BB1796614}"/>
                </a:ext>
              </a:extLst>
            </p:cNvPr>
            <p:cNvSpPr/>
            <p:nvPr/>
          </p:nvSpPr>
          <p:spPr>
            <a:xfrm>
              <a:off x="4718134" y="3218132"/>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bg1">
                      <a:lumMod val="65000"/>
                    </a:schemeClr>
                  </a:solidFill>
                </a:rPr>
                <a:t>Current Role</a:t>
              </a:r>
              <a:endParaRPr lang="en-IN" sz="800" dirty="0">
                <a:solidFill>
                  <a:schemeClr val="bg1">
                    <a:lumMod val="65000"/>
                  </a:schemeClr>
                </a:solidFill>
              </a:endParaRPr>
            </a:p>
          </p:txBody>
        </p:sp>
        <p:sp>
          <p:nvSpPr>
            <p:cNvPr id="23" name="Rectangle: Rounded Corners 22">
              <a:extLst>
                <a:ext uri="{FF2B5EF4-FFF2-40B4-BE49-F238E27FC236}">
                  <a16:creationId xmlns:a16="http://schemas.microsoft.com/office/drawing/2014/main" id="{38BB2F0C-36EA-5AF3-61B2-D82A58A39827}"/>
                </a:ext>
              </a:extLst>
            </p:cNvPr>
            <p:cNvSpPr/>
            <p:nvPr/>
          </p:nvSpPr>
          <p:spPr>
            <a:xfrm>
              <a:off x="4718134" y="3462703"/>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bg1">
                      <a:lumMod val="65000"/>
                    </a:schemeClr>
                  </a:solidFill>
                </a:rPr>
                <a:t>Industry</a:t>
              </a:r>
              <a:endParaRPr lang="en-IN" sz="800" dirty="0">
                <a:solidFill>
                  <a:schemeClr val="bg1">
                    <a:lumMod val="65000"/>
                  </a:schemeClr>
                </a:solidFill>
              </a:endParaRPr>
            </a:p>
          </p:txBody>
        </p:sp>
        <p:sp>
          <p:nvSpPr>
            <p:cNvPr id="24" name="Rectangle: Rounded Corners 23">
              <a:extLst>
                <a:ext uri="{FF2B5EF4-FFF2-40B4-BE49-F238E27FC236}">
                  <a16:creationId xmlns:a16="http://schemas.microsoft.com/office/drawing/2014/main" id="{99234031-3E29-B0BD-A8A4-E03DE43E9F3D}"/>
                </a:ext>
              </a:extLst>
            </p:cNvPr>
            <p:cNvSpPr/>
            <p:nvPr/>
          </p:nvSpPr>
          <p:spPr>
            <a:xfrm>
              <a:off x="4718134" y="3696543"/>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bg1">
                      <a:lumMod val="65000"/>
                    </a:schemeClr>
                  </a:solidFill>
                </a:rPr>
                <a:t>Organization Size</a:t>
              </a:r>
              <a:endParaRPr lang="en-IN" sz="800" dirty="0">
                <a:solidFill>
                  <a:schemeClr val="bg1">
                    <a:lumMod val="65000"/>
                  </a:schemeClr>
                </a:solidFill>
              </a:endParaRPr>
            </a:p>
          </p:txBody>
        </p:sp>
        <p:sp>
          <p:nvSpPr>
            <p:cNvPr id="25" name="Rectangle: Rounded Corners 24">
              <a:extLst>
                <a:ext uri="{FF2B5EF4-FFF2-40B4-BE49-F238E27FC236}">
                  <a16:creationId xmlns:a16="http://schemas.microsoft.com/office/drawing/2014/main" id="{06DDEA1A-7096-3634-D677-74C16BDC8413}"/>
                </a:ext>
              </a:extLst>
            </p:cNvPr>
            <p:cNvSpPr/>
            <p:nvPr/>
          </p:nvSpPr>
          <p:spPr>
            <a:xfrm>
              <a:off x="4718134" y="4185411"/>
              <a:ext cx="2319284" cy="345024"/>
            </a:xfrm>
            <a:prstGeom prst="roundRect">
              <a:avLst>
                <a:gd name="adj" fmla="val 4147"/>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dirty="0">
                  <a:solidFill>
                    <a:schemeClr val="bg1">
                      <a:lumMod val="65000"/>
                    </a:schemeClr>
                  </a:solidFill>
                </a:rPr>
                <a:t>19 Jul 2021 Till Present –</a:t>
              </a:r>
              <a:br>
                <a:rPr lang="en-US" sz="800" dirty="0">
                  <a:solidFill>
                    <a:schemeClr val="bg1">
                      <a:lumMod val="65000"/>
                    </a:schemeClr>
                  </a:solidFill>
                </a:rPr>
              </a:br>
              <a:r>
                <a:rPr lang="en-US" sz="800" dirty="0">
                  <a:solidFill>
                    <a:schemeClr val="bg1">
                      <a:lumMod val="65000"/>
                    </a:schemeClr>
                  </a:solidFill>
                </a:rPr>
                <a:t>Current Company Name</a:t>
              </a:r>
              <a:endParaRPr lang="en-IN" sz="800" dirty="0">
                <a:solidFill>
                  <a:schemeClr val="bg1">
                    <a:lumMod val="65000"/>
                  </a:schemeClr>
                </a:solidFill>
              </a:endParaRPr>
            </a:p>
          </p:txBody>
        </p:sp>
        <p:sp>
          <p:nvSpPr>
            <p:cNvPr id="26" name="Rectangle: Rounded Corners 25">
              <a:extLst>
                <a:ext uri="{FF2B5EF4-FFF2-40B4-BE49-F238E27FC236}">
                  <a16:creationId xmlns:a16="http://schemas.microsoft.com/office/drawing/2014/main" id="{B3E8061A-3CF2-9D25-8993-656FCE926B68}"/>
                </a:ext>
              </a:extLst>
            </p:cNvPr>
            <p:cNvSpPr/>
            <p:nvPr/>
          </p:nvSpPr>
          <p:spPr>
            <a:xfrm>
              <a:off x="4718134" y="4591550"/>
              <a:ext cx="2319284" cy="345024"/>
            </a:xfrm>
            <a:prstGeom prst="roundRect">
              <a:avLst>
                <a:gd name="adj" fmla="val 4147"/>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dirty="0">
                  <a:solidFill>
                    <a:schemeClr val="bg1">
                      <a:lumMod val="65000"/>
                    </a:schemeClr>
                  </a:solidFill>
                </a:rPr>
                <a:t>05 Mar 2015 Till 15 Jul 2021 –</a:t>
              </a:r>
              <a:br>
                <a:rPr lang="en-US" sz="800" dirty="0">
                  <a:solidFill>
                    <a:schemeClr val="bg1">
                      <a:lumMod val="65000"/>
                    </a:schemeClr>
                  </a:solidFill>
                </a:rPr>
              </a:br>
              <a:r>
                <a:rPr lang="en-US" sz="800" dirty="0">
                  <a:solidFill>
                    <a:schemeClr val="bg1">
                      <a:lumMod val="65000"/>
                    </a:schemeClr>
                  </a:solidFill>
                </a:rPr>
                <a:t>Current Company Name</a:t>
              </a:r>
              <a:endParaRPr lang="en-IN" sz="800" dirty="0">
                <a:solidFill>
                  <a:schemeClr val="bg1">
                    <a:lumMod val="65000"/>
                  </a:schemeClr>
                </a:solidFill>
              </a:endParaRPr>
            </a:p>
          </p:txBody>
        </p:sp>
      </p:grpSp>
      <p:sp>
        <p:nvSpPr>
          <p:cNvPr id="28" name="TextBox 27">
            <a:extLst>
              <a:ext uri="{FF2B5EF4-FFF2-40B4-BE49-F238E27FC236}">
                <a16:creationId xmlns:a16="http://schemas.microsoft.com/office/drawing/2014/main" id="{DB070C97-80D9-23FC-DE25-7FD7E2EDE543}"/>
              </a:ext>
            </a:extLst>
          </p:cNvPr>
          <p:cNvSpPr txBox="1"/>
          <p:nvPr/>
        </p:nvSpPr>
        <p:spPr>
          <a:xfrm>
            <a:off x="1084118" y="4074994"/>
            <a:ext cx="2382350" cy="507831"/>
          </a:xfrm>
          <a:prstGeom prst="rect">
            <a:avLst/>
          </a:prstGeom>
          <a:noFill/>
        </p:spPr>
        <p:txBody>
          <a:bodyPr wrap="square" rtlCol="0">
            <a:spAutoFit/>
          </a:bodyPr>
          <a:lstStyle/>
          <a:p>
            <a:pPr algn="r"/>
            <a:r>
              <a:rPr lang="en-US" sz="900" dirty="0">
                <a:solidFill>
                  <a:schemeClr val="bg1">
                    <a:lumMod val="65000"/>
                  </a:schemeClr>
                </a:solidFill>
              </a:rPr>
              <a:t>Show users what data is extracted by the hawksyn. Let the user edit. User input validations must apply.</a:t>
            </a:r>
            <a:endParaRPr lang="en-IN" sz="900" dirty="0">
              <a:solidFill>
                <a:schemeClr val="bg1">
                  <a:lumMod val="65000"/>
                </a:schemeClr>
              </a:solidFill>
            </a:endParaRPr>
          </a:p>
        </p:txBody>
      </p:sp>
      <p:cxnSp>
        <p:nvCxnSpPr>
          <p:cNvPr id="29" name="Connector: Elbow 28">
            <a:extLst>
              <a:ext uri="{FF2B5EF4-FFF2-40B4-BE49-F238E27FC236}">
                <a16:creationId xmlns:a16="http://schemas.microsoft.com/office/drawing/2014/main" id="{AE4D8AA2-C8D5-7875-0A73-D74A1A516C3B}"/>
              </a:ext>
            </a:extLst>
          </p:cNvPr>
          <p:cNvCxnSpPr>
            <a:cxnSpLocks/>
            <a:stCxn id="28" idx="3"/>
          </p:cNvCxnSpPr>
          <p:nvPr/>
        </p:nvCxnSpPr>
        <p:spPr>
          <a:xfrm>
            <a:off x="3466468" y="4328910"/>
            <a:ext cx="753601" cy="5644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2834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57DA9-7DC2-319D-55B8-15AFA7B176DA}"/>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27966DC0-C97F-EF36-8714-7441348E541E}"/>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1D53382B-FF71-681C-58AE-9D5282F17B83}"/>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D5331FC2-6355-7ECA-2A30-D1FCDEACA68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D358B99A-6C8D-D177-6519-5A4F62B2FC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cxnSp>
        <p:nvCxnSpPr>
          <p:cNvPr id="5" name="Straight Connector 4">
            <a:extLst>
              <a:ext uri="{FF2B5EF4-FFF2-40B4-BE49-F238E27FC236}">
                <a16:creationId xmlns:a16="http://schemas.microsoft.com/office/drawing/2014/main" id="{3EFF7C8E-5AD0-6E36-C091-83502F3FD4C5}"/>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EAD8C4D4-D0FD-7D1D-EF81-341EB7AA427F}"/>
              </a:ext>
            </a:extLst>
          </p:cNvPr>
          <p:cNvSpPr txBox="1"/>
          <p:nvPr/>
        </p:nvSpPr>
        <p:spPr>
          <a:xfrm>
            <a:off x="4583528" y="3142522"/>
            <a:ext cx="2872740" cy="200055"/>
          </a:xfrm>
          <a:prstGeom prst="rect">
            <a:avLst/>
          </a:prstGeom>
          <a:noFill/>
        </p:spPr>
        <p:txBody>
          <a:bodyPr wrap="square" rtlCol="0">
            <a:spAutoFit/>
          </a:bodyPr>
          <a:lstStyle/>
          <a:p>
            <a:pPr algn="ctr"/>
            <a:r>
              <a:rPr lang="en-US" sz="700" spc="300" dirty="0">
                <a:solidFill>
                  <a:schemeClr val="bg1">
                    <a:lumMod val="50000"/>
                  </a:schemeClr>
                </a:solidFill>
              </a:rPr>
              <a:t>SETTING UP YOUR PROFILE</a:t>
            </a:r>
            <a:endParaRPr lang="en-IN" sz="600" spc="300" dirty="0">
              <a:solidFill>
                <a:schemeClr val="bg1">
                  <a:lumMod val="50000"/>
                </a:schemeClr>
              </a:solidFill>
            </a:endParaRPr>
          </a:p>
        </p:txBody>
      </p:sp>
      <p:sp>
        <p:nvSpPr>
          <p:cNvPr id="4" name="Rectangle 3">
            <a:extLst>
              <a:ext uri="{FF2B5EF4-FFF2-40B4-BE49-F238E27FC236}">
                <a16:creationId xmlns:a16="http://schemas.microsoft.com/office/drawing/2014/main" id="{10C887CA-86FB-1F24-C0C1-B54071878C4B}"/>
              </a:ext>
            </a:extLst>
          </p:cNvPr>
          <p:cNvSpPr/>
          <p:nvPr/>
        </p:nvSpPr>
        <p:spPr>
          <a:xfrm>
            <a:off x="4864371" y="3515423"/>
            <a:ext cx="2234045" cy="45719"/>
          </a:xfrm>
          <a:prstGeom prst="rect">
            <a:avLst/>
          </a:prstGeom>
          <a:gradFill flip="none" rotWithShape="1">
            <a:gsLst>
              <a:gs pos="53000">
                <a:schemeClr val="bg1">
                  <a:lumMod val="50000"/>
                </a:schemeClr>
              </a:gs>
              <a:gs pos="0">
                <a:srgbClr val="0D0D0D"/>
              </a:gs>
              <a:gs pos="100000">
                <a:srgbClr val="0D0D0D"/>
              </a:gs>
            </a:gsLst>
            <a:lin ang="0" scaled="1"/>
            <a:tileRect/>
          </a:gradFill>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E93B149D-C49F-36EA-777C-2C6B3CB8CE09}"/>
              </a:ext>
            </a:extLst>
          </p:cNvPr>
          <p:cNvSpPr txBox="1"/>
          <p:nvPr/>
        </p:nvSpPr>
        <p:spPr>
          <a:xfrm>
            <a:off x="1173018" y="2697075"/>
            <a:ext cx="2382350" cy="230832"/>
          </a:xfrm>
          <a:prstGeom prst="rect">
            <a:avLst/>
          </a:prstGeom>
          <a:noFill/>
        </p:spPr>
        <p:txBody>
          <a:bodyPr wrap="square" rtlCol="0">
            <a:spAutoFit/>
          </a:bodyPr>
          <a:lstStyle/>
          <a:p>
            <a:pPr algn="r"/>
            <a:r>
              <a:rPr lang="en-US" sz="900" dirty="0">
                <a:solidFill>
                  <a:schemeClr val="bg1">
                    <a:lumMod val="65000"/>
                  </a:schemeClr>
                </a:solidFill>
              </a:rPr>
              <a:t>Check user inputs and update to database.</a:t>
            </a:r>
            <a:endParaRPr lang="en-IN" sz="900" dirty="0">
              <a:solidFill>
                <a:schemeClr val="bg1">
                  <a:lumMod val="65000"/>
                </a:schemeClr>
              </a:solidFill>
            </a:endParaRPr>
          </a:p>
        </p:txBody>
      </p:sp>
      <p:cxnSp>
        <p:nvCxnSpPr>
          <p:cNvPr id="8" name="Connector: Elbow 7">
            <a:extLst>
              <a:ext uri="{FF2B5EF4-FFF2-40B4-BE49-F238E27FC236}">
                <a16:creationId xmlns:a16="http://schemas.microsoft.com/office/drawing/2014/main" id="{560E8EA3-DC8F-D7A6-C9A3-3051C39C518C}"/>
              </a:ext>
            </a:extLst>
          </p:cNvPr>
          <p:cNvCxnSpPr>
            <a:cxnSpLocks/>
            <a:stCxn id="7" idx="3"/>
          </p:cNvCxnSpPr>
          <p:nvPr/>
        </p:nvCxnSpPr>
        <p:spPr>
          <a:xfrm>
            <a:off x="3555368" y="2812491"/>
            <a:ext cx="753601" cy="7029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6020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7FD30A3D-5647-7FAE-9F1F-E57FEBC4F24F}"/>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8DE7E0CB-3651-01CA-1190-F55E3D2C3BD5}"/>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7B6A94F0-27BD-B051-600B-49FBE5C503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1C3079AA-E163-10AF-D7AA-0B99C6EF2D9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grpSp>
        <p:nvGrpSpPr>
          <p:cNvPr id="47" name="Group 46">
            <a:extLst>
              <a:ext uri="{FF2B5EF4-FFF2-40B4-BE49-F238E27FC236}">
                <a16:creationId xmlns:a16="http://schemas.microsoft.com/office/drawing/2014/main" id="{E0EF6C4F-D05F-DB3E-7A19-76426ABB0031}"/>
              </a:ext>
            </a:extLst>
          </p:cNvPr>
          <p:cNvGrpSpPr/>
          <p:nvPr/>
        </p:nvGrpSpPr>
        <p:grpSpPr>
          <a:xfrm>
            <a:off x="4530612" y="1363476"/>
            <a:ext cx="2971969" cy="1177817"/>
            <a:chOff x="4530612" y="1363476"/>
            <a:chExt cx="2971969" cy="1177817"/>
          </a:xfrm>
        </p:grpSpPr>
        <p:sp>
          <p:nvSpPr>
            <p:cNvPr id="26" name="Rectangle: Rounded Corners 25">
              <a:extLst>
                <a:ext uri="{FF2B5EF4-FFF2-40B4-BE49-F238E27FC236}">
                  <a16:creationId xmlns:a16="http://schemas.microsoft.com/office/drawing/2014/main" id="{B4D84AB1-39DF-0BBF-343C-A5329CE6C354}"/>
                </a:ext>
              </a:extLst>
            </p:cNvPr>
            <p:cNvSpPr/>
            <p:nvPr/>
          </p:nvSpPr>
          <p:spPr>
            <a:xfrm>
              <a:off x="4530612" y="1363476"/>
              <a:ext cx="2971969" cy="1177817"/>
            </a:xfrm>
            <a:prstGeom prst="roundRect">
              <a:avLst>
                <a:gd name="adj" fmla="val 625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pic>
          <p:nvPicPr>
            <p:cNvPr id="27" name="Graphic 26" descr="Shield Tick outline">
              <a:extLst>
                <a:ext uri="{FF2B5EF4-FFF2-40B4-BE49-F238E27FC236}">
                  <a16:creationId xmlns:a16="http://schemas.microsoft.com/office/drawing/2014/main" id="{2DC6B023-56AB-FD50-7656-7F90580E24E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74791" y="1385815"/>
              <a:ext cx="792918" cy="792918"/>
            </a:xfrm>
            <a:prstGeom prst="rect">
              <a:avLst/>
            </a:prstGeom>
          </p:spPr>
        </p:pic>
        <p:sp>
          <p:nvSpPr>
            <p:cNvPr id="28" name="TextBox 27">
              <a:extLst>
                <a:ext uri="{FF2B5EF4-FFF2-40B4-BE49-F238E27FC236}">
                  <a16:creationId xmlns:a16="http://schemas.microsoft.com/office/drawing/2014/main" id="{128D4DA2-A44F-3CC9-E1C1-8A952BD2535D}"/>
                </a:ext>
              </a:extLst>
            </p:cNvPr>
            <p:cNvSpPr txBox="1"/>
            <p:nvPr/>
          </p:nvSpPr>
          <p:spPr>
            <a:xfrm>
              <a:off x="5572686" y="1456049"/>
              <a:ext cx="1305165" cy="261610"/>
            </a:xfrm>
            <a:prstGeom prst="rect">
              <a:avLst/>
            </a:prstGeom>
            <a:noFill/>
          </p:spPr>
          <p:txBody>
            <a:bodyPr wrap="none" rtlCol="0">
              <a:spAutoFit/>
            </a:bodyPr>
            <a:lstStyle/>
            <a:p>
              <a:r>
                <a:rPr lang="en-US" sz="1100" b="1" dirty="0">
                  <a:solidFill>
                    <a:schemeClr val="bg1"/>
                  </a:solidFill>
                </a:rPr>
                <a:t>Check Job Safety </a:t>
              </a:r>
              <a:endParaRPr lang="en-IN" sz="1100" b="1" dirty="0">
                <a:solidFill>
                  <a:schemeClr val="bg1"/>
                </a:solidFill>
              </a:endParaRPr>
            </a:p>
          </p:txBody>
        </p:sp>
        <p:sp>
          <p:nvSpPr>
            <p:cNvPr id="29" name="TextBox 28">
              <a:extLst>
                <a:ext uri="{FF2B5EF4-FFF2-40B4-BE49-F238E27FC236}">
                  <a16:creationId xmlns:a16="http://schemas.microsoft.com/office/drawing/2014/main" id="{A9E3AF46-1033-0AD5-02C6-EFC08FE202D6}"/>
                </a:ext>
              </a:extLst>
            </p:cNvPr>
            <p:cNvSpPr txBox="1"/>
            <p:nvPr/>
          </p:nvSpPr>
          <p:spPr>
            <a:xfrm>
              <a:off x="5587819" y="1763826"/>
              <a:ext cx="1455795" cy="430887"/>
            </a:xfrm>
            <a:prstGeom prst="rect">
              <a:avLst/>
            </a:prstGeom>
            <a:noFill/>
          </p:spPr>
          <p:txBody>
            <a:bodyPr wrap="square" rtlCol="0">
              <a:spAutoFit/>
            </a:bodyPr>
            <a:lstStyle/>
            <a:p>
              <a:r>
                <a:rPr lang="en-US" sz="1050" dirty="0">
                  <a:solidFill>
                    <a:schemeClr val="bg1">
                      <a:lumMod val="50000"/>
                    </a:schemeClr>
                  </a:solidFill>
                </a:rPr>
                <a:t>Is my </a:t>
              </a:r>
              <a:r>
                <a:rPr lang="en-US" sz="1050" dirty="0">
                  <a:solidFill>
                    <a:srgbClr val="EE7723"/>
                  </a:solidFill>
                </a:rPr>
                <a:t>job</a:t>
              </a:r>
              <a:r>
                <a:rPr lang="en-US" sz="1050" dirty="0">
                  <a:solidFill>
                    <a:schemeClr val="bg1">
                      <a:lumMod val="50000"/>
                    </a:schemeClr>
                  </a:solidFill>
                </a:rPr>
                <a:t> secure from AI?</a:t>
              </a:r>
              <a:endParaRPr lang="en-IN" sz="1050" dirty="0">
                <a:solidFill>
                  <a:schemeClr val="bg1">
                    <a:lumMod val="50000"/>
                  </a:schemeClr>
                </a:solidFill>
              </a:endParaRPr>
            </a:p>
          </p:txBody>
        </p:sp>
        <p:grpSp>
          <p:nvGrpSpPr>
            <p:cNvPr id="23" name="Group 22">
              <a:extLst>
                <a:ext uri="{FF2B5EF4-FFF2-40B4-BE49-F238E27FC236}">
                  <a16:creationId xmlns:a16="http://schemas.microsoft.com/office/drawing/2014/main" id="{39FDF573-CCA2-2119-214E-3A871D1E6AD3}"/>
                </a:ext>
              </a:extLst>
            </p:cNvPr>
            <p:cNvGrpSpPr/>
            <p:nvPr/>
          </p:nvGrpSpPr>
          <p:grpSpPr>
            <a:xfrm>
              <a:off x="7102250" y="2167322"/>
              <a:ext cx="304800" cy="287433"/>
              <a:chOff x="9467850" y="2087467"/>
              <a:chExt cx="561975" cy="503333"/>
            </a:xfrm>
          </p:grpSpPr>
          <p:sp>
            <p:nvSpPr>
              <p:cNvPr id="24" name="Oval 23">
                <a:extLst>
                  <a:ext uri="{FF2B5EF4-FFF2-40B4-BE49-F238E27FC236}">
                    <a16:creationId xmlns:a16="http://schemas.microsoft.com/office/drawing/2014/main" id="{B8FD6FBA-4E92-8B07-78F1-5B44F4855A7E}"/>
                  </a:ext>
                </a:extLst>
              </p:cNvPr>
              <p:cNvSpPr/>
              <p:nvPr/>
            </p:nvSpPr>
            <p:spPr>
              <a:xfrm>
                <a:off x="9467850" y="2087467"/>
                <a:ext cx="561975" cy="503333"/>
              </a:xfrm>
              <a:prstGeom prst="ellipse">
                <a:avLst/>
              </a:prstGeom>
              <a:ln>
                <a:solidFill>
                  <a:schemeClr val="tx1">
                    <a:lumMod val="85000"/>
                    <a:lumOff val="1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5" name="Arrow: Right 24">
                <a:extLst>
                  <a:ext uri="{FF2B5EF4-FFF2-40B4-BE49-F238E27FC236}">
                    <a16:creationId xmlns:a16="http://schemas.microsoft.com/office/drawing/2014/main" id="{FF08F87A-53AC-DC4A-9112-3DEEF8E4D8C6}"/>
                  </a:ext>
                </a:extLst>
              </p:cNvPr>
              <p:cNvSpPr/>
              <p:nvPr/>
            </p:nvSpPr>
            <p:spPr>
              <a:xfrm>
                <a:off x="9634092" y="2223138"/>
                <a:ext cx="238272" cy="248668"/>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6" name="TextBox 45">
              <a:extLst>
                <a:ext uri="{FF2B5EF4-FFF2-40B4-BE49-F238E27FC236}">
                  <a16:creationId xmlns:a16="http://schemas.microsoft.com/office/drawing/2014/main" id="{74861680-4C77-8915-9A3D-D8C31A2DA9E7}"/>
                </a:ext>
              </a:extLst>
            </p:cNvPr>
            <p:cNvSpPr txBox="1"/>
            <p:nvPr/>
          </p:nvSpPr>
          <p:spPr>
            <a:xfrm>
              <a:off x="4597913" y="2218836"/>
              <a:ext cx="901209" cy="215444"/>
            </a:xfrm>
            <a:prstGeom prst="rect">
              <a:avLst/>
            </a:prstGeom>
            <a:noFill/>
          </p:spPr>
          <p:txBody>
            <a:bodyPr wrap="square" rtlCol="0">
              <a:spAutoFit/>
            </a:bodyPr>
            <a:lstStyle/>
            <a:p>
              <a:pPr algn="ctr"/>
              <a:r>
                <a:rPr lang="en-US" sz="800" dirty="0">
                  <a:solidFill>
                    <a:schemeClr val="bg1">
                      <a:lumMod val="85000"/>
                    </a:schemeClr>
                  </a:solidFill>
                </a:rPr>
                <a:t>INR 59/-</a:t>
              </a:r>
              <a:endParaRPr lang="en-IN" sz="800" dirty="0">
                <a:solidFill>
                  <a:schemeClr val="bg1">
                    <a:lumMod val="85000"/>
                  </a:schemeClr>
                </a:solidFill>
              </a:endParaRPr>
            </a:p>
          </p:txBody>
        </p:sp>
      </p:grpSp>
      <p:grpSp>
        <p:nvGrpSpPr>
          <p:cNvPr id="49" name="Group 48">
            <a:extLst>
              <a:ext uri="{FF2B5EF4-FFF2-40B4-BE49-F238E27FC236}">
                <a16:creationId xmlns:a16="http://schemas.microsoft.com/office/drawing/2014/main" id="{5A8236F3-79A4-5FF9-84F6-CD3C619BB6A9}"/>
              </a:ext>
            </a:extLst>
          </p:cNvPr>
          <p:cNvGrpSpPr/>
          <p:nvPr/>
        </p:nvGrpSpPr>
        <p:grpSpPr>
          <a:xfrm>
            <a:off x="4530612" y="2658759"/>
            <a:ext cx="2971969" cy="1177817"/>
            <a:chOff x="4530612" y="2658759"/>
            <a:chExt cx="2971969" cy="1177817"/>
          </a:xfrm>
        </p:grpSpPr>
        <p:sp>
          <p:nvSpPr>
            <p:cNvPr id="18" name="Rectangle: Rounded Corners 17">
              <a:extLst>
                <a:ext uri="{FF2B5EF4-FFF2-40B4-BE49-F238E27FC236}">
                  <a16:creationId xmlns:a16="http://schemas.microsoft.com/office/drawing/2014/main" id="{284A65FA-7C0C-AFF8-20EE-7CE2385AAAF1}"/>
                </a:ext>
              </a:extLst>
            </p:cNvPr>
            <p:cNvSpPr/>
            <p:nvPr/>
          </p:nvSpPr>
          <p:spPr>
            <a:xfrm>
              <a:off x="4530612" y="2658759"/>
              <a:ext cx="2971969" cy="1177817"/>
            </a:xfrm>
            <a:prstGeom prst="roundRect">
              <a:avLst>
                <a:gd name="adj" fmla="val 625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19" name="TextBox 18">
              <a:extLst>
                <a:ext uri="{FF2B5EF4-FFF2-40B4-BE49-F238E27FC236}">
                  <a16:creationId xmlns:a16="http://schemas.microsoft.com/office/drawing/2014/main" id="{D2A5CDE1-DDF9-6E0F-538C-90A4D19D83C5}"/>
                </a:ext>
              </a:extLst>
            </p:cNvPr>
            <p:cNvSpPr txBox="1"/>
            <p:nvPr/>
          </p:nvSpPr>
          <p:spPr>
            <a:xfrm>
              <a:off x="5499123" y="2751332"/>
              <a:ext cx="1959458" cy="261610"/>
            </a:xfrm>
            <a:prstGeom prst="rect">
              <a:avLst/>
            </a:prstGeom>
            <a:noFill/>
          </p:spPr>
          <p:txBody>
            <a:bodyPr wrap="square" rtlCol="0">
              <a:spAutoFit/>
            </a:bodyPr>
            <a:lstStyle/>
            <a:p>
              <a:r>
                <a:rPr lang="en-US" sz="1100" b="1" dirty="0">
                  <a:solidFill>
                    <a:schemeClr val="bg1"/>
                  </a:solidFill>
                </a:rPr>
                <a:t> Check Skills Security</a:t>
              </a:r>
              <a:endParaRPr lang="en-IN" sz="1100" b="1" dirty="0">
                <a:solidFill>
                  <a:schemeClr val="bg1"/>
                </a:solidFill>
              </a:endParaRPr>
            </a:p>
          </p:txBody>
        </p:sp>
        <p:sp>
          <p:nvSpPr>
            <p:cNvPr id="20" name="TextBox 19">
              <a:extLst>
                <a:ext uri="{FF2B5EF4-FFF2-40B4-BE49-F238E27FC236}">
                  <a16:creationId xmlns:a16="http://schemas.microsoft.com/office/drawing/2014/main" id="{76D8261E-BEA0-05BD-91CD-9041AE130CD5}"/>
                </a:ext>
              </a:extLst>
            </p:cNvPr>
            <p:cNvSpPr txBox="1"/>
            <p:nvPr/>
          </p:nvSpPr>
          <p:spPr>
            <a:xfrm>
              <a:off x="5587819" y="3059109"/>
              <a:ext cx="1892762" cy="430887"/>
            </a:xfrm>
            <a:prstGeom prst="rect">
              <a:avLst/>
            </a:prstGeom>
            <a:noFill/>
          </p:spPr>
          <p:txBody>
            <a:bodyPr wrap="square" rtlCol="0">
              <a:spAutoFit/>
            </a:bodyPr>
            <a:lstStyle/>
            <a:p>
              <a:r>
                <a:rPr lang="en-US" sz="1050" dirty="0">
                  <a:solidFill>
                    <a:schemeClr val="bg1">
                      <a:lumMod val="50000"/>
                    </a:schemeClr>
                  </a:solidFill>
                </a:rPr>
                <a:t>Are my </a:t>
              </a:r>
              <a:r>
                <a:rPr lang="en-US" sz="1050" dirty="0">
                  <a:solidFill>
                    <a:srgbClr val="EE7723"/>
                  </a:solidFill>
                </a:rPr>
                <a:t>AI skills </a:t>
              </a:r>
              <a:r>
                <a:rPr lang="en-US" sz="1050" dirty="0">
                  <a:solidFill>
                    <a:schemeClr val="bg1">
                      <a:lumMod val="50000"/>
                    </a:schemeClr>
                  </a:solidFill>
                </a:rPr>
                <a:t>enough for my role?</a:t>
              </a:r>
              <a:endParaRPr lang="en-IN" sz="1050" dirty="0">
                <a:solidFill>
                  <a:schemeClr val="bg1">
                    <a:lumMod val="50000"/>
                  </a:schemeClr>
                </a:solidFill>
              </a:endParaRPr>
            </a:p>
          </p:txBody>
        </p:sp>
        <p:pic>
          <p:nvPicPr>
            <p:cNvPr id="21" name="Graphic 20" descr="Lightning bolt outline">
              <a:extLst>
                <a:ext uri="{FF2B5EF4-FFF2-40B4-BE49-F238E27FC236}">
                  <a16:creationId xmlns:a16="http://schemas.microsoft.com/office/drawing/2014/main" id="{2D048688-03EF-A3D7-4AD0-FACF4E5A9D7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32548" y="2779556"/>
              <a:ext cx="710425" cy="710425"/>
            </a:xfrm>
            <a:prstGeom prst="rect">
              <a:avLst/>
            </a:prstGeom>
          </p:spPr>
        </p:pic>
        <p:sp>
          <p:nvSpPr>
            <p:cNvPr id="16" name="Oval 15">
              <a:extLst>
                <a:ext uri="{FF2B5EF4-FFF2-40B4-BE49-F238E27FC236}">
                  <a16:creationId xmlns:a16="http://schemas.microsoft.com/office/drawing/2014/main" id="{9CEDBDFD-F26D-418B-918F-3F7FD7D7C05D}"/>
                </a:ext>
              </a:extLst>
            </p:cNvPr>
            <p:cNvSpPr/>
            <p:nvPr/>
          </p:nvSpPr>
          <p:spPr>
            <a:xfrm>
              <a:off x="7102250" y="3506795"/>
              <a:ext cx="304800" cy="287433"/>
            </a:xfrm>
            <a:prstGeom prst="ellipse">
              <a:avLst/>
            </a:prstGeom>
            <a:ln>
              <a:solidFill>
                <a:schemeClr val="tx1">
                  <a:lumMod val="85000"/>
                  <a:lumOff val="1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F1238722-C882-4AE9-DA1F-398A48B3E1F6}"/>
                </a:ext>
              </a:extLst>
            </p:cNvPr>
            <p:cNvSpPr/>
            <p:nvPr/>
          </p:nvSpPr>
          <p:spPr>
            <a:xfrm>
              <a:off x="7192415" y="3584271"/>
              <a:ext cx="129232" cy="142004"/>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8" name="TextBox 47">
              <a:extLst>
                <a:ext uri="{FF2B5EF4-FFF2-40B4-BE49-F238E27FC236}">
                  <a16:creationId xmlns:a16="http://schemas.microsoft.com/office/drawing/2014/main" id="{3DED5D8A-278D-A09C-5D4A-FF1BDC36DD8C}"/>
                </a:ext>
              </a:extLst>
            </p:cNvPr>
            <p:cNvSpPr txBox="1"/>
            <p:nvPr/>
          </p:nvSpPr>
          <p:spPr>
            <a:xfrm>
              <a:off x="4605228" y="3504906"/>
              <a:ext cx="901209" cy="215444"/>
            </a:xfrm>
            <a:prstGeom prst="rect">
              <a:avLst/>
            </a:prstGeom>
            <a:noFill/>
          </p:spPr>
          <p:txBody>
            <a:bodyPr wrap="square" rtlCol="0">
              <a:spAutoFit/>
            </a:bodyPr>
            <a:lstStyle/>
            <a:p>
              <a:pPr algn="ctr"/>
              <a:r>
                <a:rPr lang="en-US" sz="800" dirty="0">
                  <a:solidFill>
                    <a:schemeClr val="bg1">
                      <a:lumMod val="85000"/>
                    </a:schemeClr>
                  </a:solidFill>
                </a:rPr>
                <a:t>INR 59 /-</a:t>
              </a:r>
              <a:endParaRPr lang="en-IN" sz="800" dirty="0">
                <a:solidFill>
                  <a:schemeClr val="bg1">
                    <a:lumMod val="85000"/>
                  </a:schemeClr>
                </a:solidFill>
              </a:endParaRPr>
            </a:p>
          </p:txBody>
        </p:sp>
      </p:grpSp>
      <p:grpSp>
        <p:nvGrpSpPr>
          <p:cNvPr id="51" name="Group 50">
            <a:extLst>
              <a:ext uri="{FF2B5EF4-FFF2-40B4-BE49-F238E27FC236}">
                <a16:creationId xmlns:a16="http://schemas.microsoft.com/office/drawing/2014/main" id="{6DA95D84-061D-3B5C-5AE6-6A10538FC2E3}"/>
              </a:ext>
            </a:extLst>
          </p:cNvPr>
          <p:cNvGrpSpPr/>
          <p:nvPr/>
        </p:nvGrpSpPr>
        <p:grpSpPr>
          <a:xfrm>
            <a:off x="4508612" y="3968424"/>
            <a:ext cx="2971969" cy="1177817"/>
            <a:chOff x="4508612" y="3968424"/>
            <a:chExt cx="2971969" cy="1177817"/>
          </a:xfrm>
        </p:grpSpPr>
        <p:sp>
          <p:nvSpPr>
            <p:cNvPr id="10" name="Rectangle: Rounded Corners 9">
              <a:extLst>
                <a:ext uri="{FF2B5EF4-FFF2-40B4-BE49-F238E27FC236}">
                  <a16:creationId xmlns:a16="http://schemas.microsoft.com/office/drawing/2014/main" id="{F6C1417B-1B43-C0B2-E47C-D2E0E4417A68}"/>
                </a:ext>
              </a:extLst>
            </p:cNvPr>
            <p:cNvSpPr/>
            <p:nvPr/>
          </p:nvSpPr>
          <p:spPr>
            <a:xfrm>
              <a:off x="4508612" y="3968424"/>
              <a:ext cx="2971969" cy="1177817"/>
            </a:xfrm>
            <a:prstGeom prst="roundRect">
              <a:avLst>
                <a:gd name="adj" fmla="val 625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11" name="TextBox 10">
              <a:extLst>
                <a:ext uri="{FF2B5EF4-FFF2-40B4-BE49-F238E27FC236}">
                  <a16:creationId xmlns:a16="http://schemas.microsoft.com/office/drawing/2014/main" id="{14609261-8008-F509-2641-1232F1A71062}"/>
                </a:ext>
              </a:extLst>
            </p:cNvPr>
            <p:cNvSpPr txBox="1"/>
            <p:nvPr/>
          </p:nvSpPr>
          <p:spPr>
            <a:xfrm>
              <a:off x="5550686" y="4060997"/>
              <a:ext cx="1457450" cy="261610"/>
            </a:xfrm>
            <a:prstGeom prst="rect">
              <a:avLst/>
            </a:prstGeom>
            <a:noFill/>
          </p:spPr>
          <p:txBody>
            <a:bodyPr wrap="none" rtlCol="0">
              <a:spAutoFit/>
            </a:bodyPr>
            <a:lstStyle/>
            <a:p>
              <a:r>
                <a:rPr lang="en-US" sz="1100" b="1" dirty="0">
                  <a:solidFill>
                    <a:schemeClr val="bg1"/>
                  </a:solidFill>
                </a:rPr>
                <a:t>Check AI Readiness</a:t>
              </a:r>
              <a:endParaRPr lang="en-IN" sz="1100" b="1" dirty="0">
                <a:solidFill>
                  <a:schemeClr val="bg1"/>
                </a:solidFill>
              </a:endParaRPr>
            </a:p>
          </p:txBody>
        </p:sp>
        <p:sp>
          <p:nvSpPr>
            <p:cNvPr id="12" name="TextBox 11">
              <a:extLst>
                <a:ext uri="{FF2B5EF4-FFF2-40B4-BE49-F238E27FC236}">
                  <a16:creationId xmlns:a16="http://schemas.microsoft.com/office/drawing/2014/main" id="{C0D9EF28-0506-A90D-B0DF-CB8A58149BF6}"/>
                </a:ext>
              </a:extLst>
            </p:cNvPr>
            <p:cNvSpPr txBox="1"/>
            <p:nvPr/>
          </p:nvSpPr>
          <p:spPr>
            <a:xfrm>
              <a:off x="5565819" y="4368774"/>
              <a:ext cx="1723686" cy="415498"/>
            </a:xfrm>
            <a:prstGeom prst="rect">
              <a:avLst/>
            </a:prstGeom>
            <a:noFill/>
          </p:spPr>
          <p:txBody>
            <a:bodyPr wrap="square" rtlCol="0">
              <a:spAutoFit/>
            </a:bodyPr>
            <a:lstStyle/>
            <a:p>
              <a:r>
                <a:rPr lang="en-US" sz="1050" dirty="0">
                  <a:solidFill>
                    <a:schemeClr val="bg1">
                      <a:lumMod val="50000"/>
                    </a:schemeClr>
                  </a:solidFill>
                </a:rPr>
                <a:t>Am I </a:t>
              </a:r>
              <a:r>
                <a:rPr lang="en-US" sz="1050" dirty="0">
                  <a:solidFill>
                    <a:srgbClr val="EE7723"/>
                  </a:solidFill>
                </a:rPr>
                <a:t>learning AI</a:t>
              </a:r>
              <a:r>
                <a:rPr lang="en-US" sz="1050" dirty="0">
                  <a:solidFill>
                    <a:schemeClr val="bg1">
                      <a:lumMod val="50000"/>
                    </a:schemeClr>
                  </a:solidFill>
                </a:rPr>
                <a:t> the right way?</a:t>
              </a:r>
              <a:endParaRPr lang="en-IN" sz="1050" dirty="0">
                <a:solidFill>
                  <a:schemeClr val="bg1">
                    <a:lumMod val="50000"/>
                  </a:schemeClr>
                </a:solidFill>
              </a:endParaRPr>
            </a:p>
          </p:txBody>
        </p:sp>
        <p:pic>
          <p:nvPicPr>
            <p:cNvPr id="13" name="Graphic 12" descr="Compass with solid fill">
              <a:extLst>
                <a:ext uri="{FF2B5EF4-FFF2-40B4-BE49-F238E27FC236}">
                  <a16:creationId xmlns:a16="http://schemas.microsoft.com/office/drawing/2014/main" id="{0D62B22F-989C-24EB-E84D-2F99C8AB38B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60663" y="4093954"/>
              <a:ext cx="590337" cy="590337"/>
            </a:xfrm>
            <a:prstGeom prst="rect">
              <a:avLst/>
            </a:prstGeom>
          </p:spPr>
        </p:pic>
        <p:grpSp>
          <p:nvGrpSpPr>
            <p:cNvPr id="7" name="Group 6">
              <a:extLst>
                <a:ext uri="{FF2B5EF4-FFF2-40B4-BE49-F238E27FC236}">
                  <a16:creationId xmlns:a16="http://schemas.microsoft.com/office/drawing/2014/main" id="{02E03D74-1CED-8F73-2D72-CE5611DC0C95}"/>
                </a:ext>
              </a:extLst>
            </p:cNvPr>
            <p:cNvGrpSpPr/>
            <p:nvPr/>
          </p:nvGrpSpPr>
          <p:grpSpPr>
            <a:xfrm>
              <a:off x="7102250" y="4760397"/>
              <a:ext cx="304800" cy="287433"/>
              <a:chOff x="9467850" y="2087467"/>
              <a:chExt cx="561975" cy="503333"/>
            </a:xfrm>
          </p:grpSpPr>
          <p:sp>
            <p:nvSpPr>
              <p:cNvPr id="8" name="Oval 7">
                <a:extLst>
                  <a:ext uri="{FF2B5EF4-FFF2-40B4-BE49-F238E27FC236}">
                    <a16:creationId xmlns:a16="http://schemas.microsoft.com/office/drawing/2014/main" id="{220B7950-86E7-2EB0-1C4D-D6D898D2990D}"/>
                  </a:ext>
                </a:extLst>
              </p:cNvPr>
              <p:cNvSpPr/>
              <p:nvPr/>
            </p:nvSpPr>
            <p:spPr>
              <a:xfrm>
                <a:off x="9467850" y="2087467"/>
                <a:ext cx="561975" cy="503333"/>
              </a:xfrm>
              <a:prstGeom prst="ellipse">
                <a:avLst/>
              </a:prstGeom>
              <a:ln>
                <a:solidFill>
                  <a:schemeClr val="tx1">
                    <a:lumMod val="85000"/>
                    <a:lumOff val="1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9" name="Arrow: Right 8">
                <a:extLst>
                  <a:ext uri="{FF2B5EF4-FFF2-40B4-BE49-F238E27FC236}">
                    <a16:creationId xmlns:a16="http://schemas.microsoft.com/office/drawing/2014/main" id="{9DE83DC9-5141-DC43-6241-AB9BC59BE781}"/>
                  </a:ext>
                </a:extLst>
              </p:cNvPr>
              <p:cNvSpPr/>
              <p:nvPr/>
            </p:nvSpPr>
            <p:spPr>
              <a:xfrm>
                <a:off x="9634092" y="2223138"/>
                <a:ext cx="238272" cy="248668"/>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50" name="TextBox 49">
              <a:extLst>
                <a:ext uri="{FF2B5EF4-FFF2-40B4-BE49-F238E27FC236}">
                  <a16:creationId xmlns:a16="http://schemas.microsoft.com/office/drawing/2014/main" id="{47ECE9A0-0AEB-0339-6930-098D862ABB30}"/>
                </a:ext>
              </a:extLst>
            </p:cNvPr>
            <p:cNvSpPr txBox="1"/>
            <p:nvPr/>
          </p:nvSpPr>
          <p:spPr>
            <a:xfrm>
              <a:off x="4607438" y="4733436"/>
              <a:ext cx="901209" cy="215444"/>
            </a:xfrm>
            <a:prstGeom prst="rect">
              <a:avLst/>
            </a:prstGeom>
            <a:noFill/>
          </p:spPr>
          <p:txBody>
            <a:bodyPr wrap="square" rtlCol="0">
              <a:spAutoFit/>
            </a:bodyPr>
            <a:lstStyle/>
            <a:p>
              <a:pPr algn="ctr"/>
              <a:r>
                <a:rPr lang="en-US" sz="800" dirty="0">
                  <a:solidFill>
                    <a:schemeClr val="bg1">
                      <a:lumMod val="85000"/>
                    </a:schemeClr>
                  </a:solidFill>
                </a:rPr>
                <a:t>INR 59/-</a:t>
              </a:r>
              <a:endParaRPr lang="en-IN" sz="800" dirty="0">
                <a:solidFill>
                  <a:schemeClr val="bg1">
                    <a:lumMod val="85000"/>
                  </a:schemeClr>
                </a:solidFill>
              </a:endParaRPr>
            </a:p>
          </p:txBody>
        </p:sp>
      </p:grpSp>
      <p:grpSp>
        <p:nvGrpSpPr>
          <p:cNvPr id="54" name="Group 53">
            <a:extLst>
              <a:ext uri="{FF2B5EF4-FFF2-40B4-BE49-F238E27FC236}">
                <a16:creationId xmlns:a16="http://schemas.microsoft.com/office/drawing/2014/main" id="{1278814E-8C53-8445-7228-4DC2BF69E359}"/>
              </a:ext>
            </a:extLst>
          </p:cNvPr>
          <p:cNvGrpSpPr/>
          <p:nvPr/>
        </p:nvGrpSpPr>
        <p:grpSpPr>
          <a:xfrm>
            <a:off x="4508612" y="5278089"/>
            <a:ext cx="2971969" cy="1177817"/>
            <a:chOff x="4508612" y="5278089"/>
            <a:chExt cx="2971969" cy="1177817"/>
          </a:xfrm>
        </p:grpSpPr>
        <p:sp>
          <p:nvSpPr>
            <p:cNvPr id="39" name="Rectangle: Rounded Corners 38">
              <a:extLst>
                <a:ext uri="{FF2B5EF4-FFF2-40B4-BE49-F238E27FC236}">
                  <a16:creationId xmlns:a16="http://schemas.microsoft.com/office/drawing/2014/main" id="{420442B6-BEC8-4845-A743-DF2706FD88E3}"/>
                </a:ext>
              </a:extLst>
            </p:cNvPr>
            <p:cNvSpPr/>
            <p:nvPr/>
          </p:nvSpPr>
          <p:spPr>
            <a:xfrm>
              <a:off x="4508612" y="5278089"/>
              <a:ext cx="2971969" cy="1177817"/>
            </a:xfrm>
            <a:prstGeom prst="roundRect">
              <a:avLst>
                <a:gd name="adj" fmla="val 6259"/>
              </a:avLst>
            </a:prstGeom>
            <a:ln>
              <a:gradFill>
                <a:gsLst>
                  <a:gs pos="100000">
                    <a:schemeClr val="tx1">
                      <a:lumMod val="85000"/>
                      <a:lumOff val="15000"/>
                    </a:schemeClr>
                  </a:gs>
                  <a:gs pos="59000">
                    <a:schemeClr val="tx1">
                      <a:lumMod val="75000"/>
                      <a:lumOff val="25000"/>
                    </a:schemeClr>
                  </a:gs>
                  <a:gs pos="0">
                    <a:srgbClr val="EE7723"/>
                  </a:gs>
                </a:gsLst>
                <a:lin ang="5400000" scaled="1"/>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40" name="TextBox 39">
              <a:extLst>
                <a:ext uri="{FF2B5EF4-FFF2-40B4-BE49-F238E27FC236}">
                  <a16:creationId xmlns:a16="http://schemas.microsoft.com/office/drawing/2014/main" id="{895F452E-CA7D-8B70-A74A-31865D32AA1D}"/>
                </a:ext>
              </a:extLst>
            </p:cNvPr>
            <p:cNvSpPr txBox="1"/>
            <p:nvPr/>
          </p:nvSpPr>
          <p:spPr>
            <a:xfrm>
              <a:off x="5544851" y="5427253"/>
              <a:ext cx="1892762" cy="261610"/>
            </a:xfrm>
            <a:prstGeom prst="rect">
              <a:avLst/>
            </a:prstGeom>
            <a:noFill/>
          </p:spPr>
          <p:txBody>
            <a:bodyPr wrap="square" rtlCol="0">
              <a:spAutoFit/>
            </a:bodyPr>
            <a:lstStyle/>
            <a:p>
              <a:r>
                <a:rPr lang="en-US" sz="1100" b="1" dirty="0">
                  <a:solidFill>
                    <a:schemeClr val="bg1"/>
                  </a:solidFill>
                </a:rPr>
                <a:t>High-Impact Decisions</a:t>
              </a:r>
              <a:endParaRPr lang="en-IN" sz="1100" b="1" dirty="0">
                <a:solidFill>
                  <a:schemeClr val="bg1"/>
                </a:solidFill>
              </a:endParaRPr>
            </a:p>
          </p:txBody>
        </p:sp>
        <p:sp>
          <p:nvSpPr>
            <p:cNvPr id="41" name="TextBox 40">
              <a:extLst>
                <a:ext uri="{FF2B5EF4-FFF2-40B4-BE49-F238E27FC236}">
                  <a16:creationId xmlns:a16="http://schemas.microsoft.com/office/drawing/2014/main" id="{93AFD3F3-D7F7-1961-C566-E1234D8B578E}"/>
                </a:ext>
              </a:extLst>
            </p:cNvPr>
            <p:cNvSpPr txBox="1"/>
            <p:nvPr/>
          </p:nvSpPr>
          <p:spPr>
            <a:xfrm>
              <a:off x="5565819" y="5686599"/>
              <a:ext cx="1892762" cy="415498"/>
            </a:xfrm>
            <a:prstGeom prst="rect">
              <a:avLst/>
            </a:prstGeom>
            <a:noFill/>
          </p:spPr>
          <p:txBody>
            <a:bodyPr wrap="square" rtlCol="0">
              <a:spAutoFit/>
            </a:bodyPr>
            <a:lstStyle/>
            <a:p>
              <a:r>
                <a:rPr lang="en-US" sz="1050" dirty="0">
                  <a:solidFill>
                    <a:schemeClr val="tx1">
                      <a:lumMod val="50000"/>
                      <a:lumOff val="50000"/>
                    </a:schemeClr>
                  </a:solidFill>
                </a:rPr>
                <a:t>Check </a:t>
              </a:r>
              <a:r>
                <a:rPr lang="en-US" sz="1050" dirty="0">
                  <a:solidFill>
                    <a:srgbClr val="EE7723"/>
                  </a:solidFill>
                </a:rPr>
                <a:t>professional growth-related </a:t>
              </a:r>
              <a:r>
                <a:rPr lang="en-US" sz="1050" dirty="0">
                  <a:solidFill>
                    <a:schemeClr val="tx1">
                      <a:lumMod val="50000"/>
                      <a:lumOff val="50000"/>
                    </a:schemeClr>
                  </a:solidFill>
                </a:rPr>
                <a:t>decisions</a:t>
              </a:r>
              <a:endParaRPr lang="en-IN" sz="1050" dirty="0">
                <a:solidFill>
                  <a:schemeClr val="tx1">
                    <a:lumMod val="50000"/>
                    <a:lumOff val="50000"/>
                  </a:schemeClr>
                </a:solidFill>
              </a:endParaRPr>
            </a:p>
          </p:txBody>
        </p:sp>
        <p:pic>
          <p:nvPicPr>
            <p:cNvPr id="43" name="Graphic 42" descr="Office Chair outline">
              <a:extLst>
                <a:ext uri="{FF2B5EF4-FFF2-40B4-BE49-F238E27FC236}">
                  <a16:creationId xmlns:a16="http://schemas.microsoft.com/office/drawing/2014/main" id="{687822FF-5373-43C8-ED82-2673EA03683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14050" y="5426891"/>
              <a:ext cx="914400" cy="914400"/>
            </a:xfrm>
            <a:prstGeom prst="rect">
              <a:avLst/>
            </a:prstGeom>
          </p:spPr>
        </p:pic>
        <p:sp>
          <p:nvSpPr>
            <p:cNvPr id="52" name="Oval 51">
              <a:extLst>
                <a:ext uri="{FF2B5EF4-FFF2-40B4-BE49-F238E27FC236}">
                  <a16:creationId xmlns:a16="http://schemas.microsoft.com/office/drawing/2014/main" id="{556B95F3-0228-5A91-F8F4-1DDD3E7B3845}"/>
                </a:ext>
              </a:extLst>
            </p:cNvPr>
            <p:cNvSpPr/>
            <p:nvPr/>
          </p:nvSpPr>
          <p:spPr>
            <a:xfrm>
              <a:off x="7097784" y="6073590"/>
              <a:ext cx="304800" cy="287433"/>
            </a:xfrm>
            <a:prstGeom prst="ellipse">
              <a:avLst/>
            </a:prstGeom>
            <a:ln>
              <a:solidFill>
                <a:schemeClr val="tx1">
                  <a:lumMod val="85000"/>
                  <a:lumOff val="1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3" name="Arrow: Right 52">
              <a:extLst>
                <a:ext uri="{FF2B5EF4-FFF2-40B4-BE49-F238E27FC236}">
                  <a16:creationId xmlns:a16="http://schemas.microsoft.com/office/drawing/2014/main" id="{2927AC46-45AC-07B7-2635-E614961C8EB3}"/>
                </a:ext>
              </a:extLst>
            </p:cNvPr>
            <p:cNvSpPr/>
            <p:nvPr/>
          </p:nvSpPr>
          <p:spPr>
            <a:xfrm>
              <a:off x="7187949" y="6151066"/>
              <a:ext cx="129232" cy="142004"/>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2" name="TextBox 1">
            <a:extLst>
              <a:ext uri="{FF2B5EF4-FFF2-40B4-BE49-F238E27FC236}">
                <a16:creationId xmlns:a16="http://schemas.microsoft.com/office/drawing/2014/main" id="{CC7C140F-F0EF-FA15-6917-83118CD0BA7C}"/>
              </a:ext>
            </a:extLst>
          </p:cNvPr>
          <p:cNvSpPr txBox="1"/>
          <p:nvPr/>
        </p:nvSpPr>
        <p:spPr>
          <a:xfrm>
            <a:off x="1114077" y="1426450"/>
            <a:ext cx="2382350" cy="646331"/>
          </a:xfrm>
          <a:prstGeom prst="rect">
            <a:avLst/>
          </a:prstGeom>
          <a:noFill/>
        </p:spPr>
        <p:txBody>
          <a:bodyPr wrap="square" rtlCol="0">
            <a:spAutoFit/>
          </a:bodyPr>
          <a:lstStyle/>
          <a:p>
            <a:pPr algn="r"/>
            <a:r>
              <a:rPr lang="en-US" sz="900" dirty="0">
                <a:solidFill>
                  <a:schemeClr val="bg1">
                    <a:lumMod val="65000"/>
                  </a:schemeClr>
                </a:solidFill>
              </a:rPr>
              <a:t>These are tiles – Decision Moments. User will select anyone to validate. Each validation incur cost, so user need to pay for it before validation starts.</a:t>
            </a:r>
            <a:endParaRPr lang="en-IN" sz="900" dirty="0">
              <a:solidFill>
                <a:schemeClr val="bg1">
                  <a:lumMod val="65000"/>
                </a:schemeClr>
              </a:solidFill>
            </a:endParaRPr>
          </a:p>
        </p:txBody>
      </p:sp>
      <p:cxnSp>
        <p:nvCxnSpPr>
          <p:cNvPr id="3" name="Connector: Elbow 2">
            <a:extLst>
              <a:ext uri="{FF2B5EF4-FFF2-40B4-BE49-F238E27FC236}">
                <a16:creationId xmlns:a16="http://schemas.microsoft.com/office/drawing/2014/main" id="{1EAE8F85-BDA3-84E5-943B-51CF6C11B937}"/>
              </a:ext>
            </a:extLst>
          </p:cNvPr>
          <p:cNvCxnSpPr>
            <a:cxnSpLocks/>
            <a:stCxn id="2" idx="3"/>
          </p:cNvCxnSpPr>
          <p:nvPr/>
        </p:nvCxnSpPr>
        <p:spPr>
          <a:xfrm>
            <a:off x="3496427" y="1749616"/>
            <a:ext cx="753601" cy="49518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78AB7489-D571-E555-8498-F57EB5749786}"/>
              </a:ext>
            </a:extLst>
          </p:cNvPr>
          <p:cNvSpPr txBox="1"/>
          <p:nvPr/>
        </p:nvSpPr>
        <p:spPr>
          <a:xfrm>
            <a:off x="1112505" y="3504906"/>
            <a:ext cx="2382350" cy="369332"/>
          </a:xfrm>
          <a:prstGeom prst="rect">
            <a:avLst/>
          </a:prstGeom>
          <a:noFill/>
        </p:spPr>
        <p:txBody>
          <a:bodyPr wrap="square" rtlCol="0">
            <a:spAutoFit/>
          </a:bodyPr>
          <a:lstStyle/>
          <a:p>
            <a:pPr algn="r"/>
            <a:r>
              <a:rPr lang="en-US" sz="900" dirty="0">
                <a:solidFill>
                  <a:schemeClr val="bg1">
                    <a:lumMod val="65000"/>
                  </a:schemeClr>
                </a:solidFill>
              </a:rPr>
              <a:t>Each tile has a unique logo – mapped with the decision moment (Title). </a:t>
            </a:r>
            <a:endParaRPr lang="en-IN" sz="900" dirty="0">
              <a:solidFill>
                <a:schemeClr val="bg1">
                  <a:lumMod val="65000"/>
                </a:schemeClr>
              </a:solidFill>
            </a:endParaRPr>
          </a:p>
        </p:txBody>
      </p:sp>
      <p:cxnSp>
        <p:nvCxnSpPr>
          <p:cNvPr id="5" name="Connector: Elbow 4">
            <a:extLst>
              <a:ext uri="{FF2B5EF4-FFF2-40B4-BE49-F238E27FC236}">
                <a16:creationId xmlns:a16="http://schemas.microsoft.com/office/drawing/2014/main" id="{D56ED0DA-7DE7-25BB-8470-65D87E5E3ED5}"/>
              </a:ext>
            </a:extLst>
          </p:cNvPr>
          <p:cNvCxnSpPr>
            <a:cxnSpLocks/>
            <a:stCxn id="4" idx="3"/>
          </p:cNvCxnSpPr>
          <p:nvPr/>
        </p:nvCxnSpPr>
        <p:spPr>
          <a:xfrm>
            <a:off x="3494855" y="3689572"/>
            <a:ext cx="753601" cy="63368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512B6430-5AB4-B627-D4FD-F350A67A66D0}"/>
              </a:ext>
            </a:extLst>
          </p:cNvPr>
          <p:cNvSpPr txBox="1"/>
          <p:nvPr/>
        </p:nvSpPr>
        <p:spPr>
          <a:xfrm>
            <a:off x="9010178" y="2240761"/>
            <a:ext cx="2382350" cy="507831"/>
          </a:xfrm>
          <a:prstGeom prst="rect">
            <a:avLst/>
          </a:prstGeom>
          <a:noFill/>
        </p:spPr>
        <p:txBody>
          <a:bodyPr wrap="square" rtlCol="0">
            <a:spAutoFit/>
          </a:bodyPr>
          <a:lstStyle/>
          <a:p>
            <a:r>
              <a:rPr lang="en-US" sz="900" dirty="0">
                <a:solidFill>
                  <a:schemeClr val="bg1">
                    <a:lumMod val="65000"/>
                  </a:schemeClr>
                </a:solidFill>
              </a:rPr>
              <a:t>The color theme is charcoal black. Grey font. White font for highlights. Amber fonts for super highlights.</a:t>
            </a:r>
            <a:endParaRPr lang="en-IN" sz="900" dirty="0">
              <a:solidFill>
                <a:schemeClr val="bg1">
                  <a:lumMod val="65000"/>
                </a:schemeClr>
              </a:solidFill>
            </a:endParaRPr>
          </a:p>
        </p:txBody>
      </p:sp>
      <p:cxnSp>
        <p:nvCxnSpPr>
          <p:cNvPr id="14" name="Connector: Elbow 13">
            <a:extLst>
              <a:ext uri="{FF2B5EF4-FFF2-40B4-BE49-F238E27FC236}">
                <a16:creationId xmlns:a16="http://schemas.microsoft.com/office/drawing/2014/main" id="{EA45BD06-F3D1-2AC1-22C0-13DB9F853DCC}"/>
              </a:ext>
            </a:extLst>
          </p:cNvPr>
          <p:cNvCxnSpPr>
            <a:cxnSpLocks/>
            <a:stCxn id="6" idx="1"/>
          </p:cNvCxnSpPr>
          <p:nvPr/>
        </p:nvCxnSpPr>
        <p:spPr>
          <a:xfrm rot="10800000" flipV="1">
            <a:off x="7901940" y="2494677"/>
            <a:ext cx="1108238" cy="5644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3598E49A-96F8-BEB3-EC7C-734563F136AA}"/>
              </a:ext>
            </a:extLst>
          </p:cNvPr>
          <p:cNvSpPr txBox="1"/>
          <p:nvPr/>
        </p:nvSpPr>
        <p:spPr>
          <a:xfrm>
            <a:off x="8883044" y="5024173"/>
            <a:ext cx="2382350" cy="507831"/>
          </a:xfrm>
          <a:prstGeom prst="rect">
            <a:avLst/>
          </a:prstGeom>
          <a:noFill/>
        </p:spPr>
        <p:txBody>
          <a:bodyPr wrap="square" rtlCol="0">
            <a:spAutoFit/>
          </a:bodyPr>
          <a:lstStyle/>
          <a:p>
            <a:r>
              <a:rPr lang="en-US" sz="900" dirty="0">
                <a:solidFill>
                  <a:schemeClr val="bg1">
                    <a:lumMod val="65000"/>
                  </a:schemeClr>
                </a:solidFill>
              </a:rPr>
              <a:t>The high-impact decision category has amber-gradient border. This to realize the user that this segment is premium.</a:t>
            </a:r>
            <a:endParaRPr lang="en-IN" sz="900" dirty="0">
              <a:solidFill>
                <a:schemeClr val="bg1">
                  <a:lumMod val="65000"/>
                </a:schemeClr>
              </a:solidFill>
            </a:endParaRPr>
          </a:p>
        </p:txBody>
      </p:sp>
      <p:cxnSp>
        <p:nvCxnSpPr>
          <p:cNvPr id="36" name="Connector: Elbow 35">
            <a:extLst>
              <a:ext uri="{FF2B5EF4-FFF2-40B4-BE49-F238E27FC236}">
                <a16:creationId xmlns:a16="http://schemas.microsoft.com/office/drawing/2014/main" id="{DD941D15-DDB4-7BA2-73DD-72E0A998EA18}"/>
              </a:ext>
            </a:extLst>
          </p:cNvPr>
          <p:cNvCxnSpPr>
            <a:cxnSpLocks/>
            <a:stCxn id="35" idx="1"/>
          </p:cNvCxnSpPr>
          <p:nvPr/>
        </p:nvCxnSpPr>
        <p:spPr>
          <a:xfrm rot="10800000" flipV="1">
            <a:off x="7774806" y="5278089"/>
            <a:ext cx="1108238" cy="5644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6599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29881-400A-A885-6FC3-66B04DA13888}"/>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691DAC67-E2A5-C2BE-D5F6-960355673675}"/>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61130F5B-5850-3785-AF0C-92CE718A07F8}"/>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4035AB01-18A4-B0C2-608B-A5605E901E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A3F4E823-3181-A949-2019-9CB8F7A2F1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grpSp>
        <p:nvGrpSpPr>
          <p:cNvPr id="47" name="Group 46">
            <a:extLst>
              <a:ext uri="{FF2B5EF4-FFF2-40B4-BE49-F238E27FC236}">
                <a16:creationId xmlns:a16="http://schemas.microsoft.com/office/drawing/2014/main" id="{95ED8D3D-120B-95AB-DB54-258BF8FDF21E}"/>
              </a:ext>
            </a:extLst>
          </p:cNvPr>
          <p:cNvGrpSpPr/>
          <p:nvPr/>
        </p:nvGrpSpPr>
        <p:grpSpPr>
          <a:xfrm>
            <a:off x="4530612" y="1363476"/>
            <a:ext cx="2971969" cy="1177817"/>
            <a:chOff x="4530612" y="1363476"/>
            <a:chExt cx="2971969" cy="1177817"/>
          </a:xfrm>
        </p:grpSpPr>
        <p:sp>
          <p:nvSpPr>
            <p:cNvPr id="26" name="Rectangle: Rounded Corners 25">
              <a:extLst>
                <a:ext uri="{FF2B5EF4-FFF2-40B4-BE49-F238E27FC236}">
                  <a16:creationId xmlns:a16="http://schemas.microsoft.com/office/drawing/2014/main" id="{F100389E-3646-F234-B19B-503C72FBECCF}"/>
                </a:ext>
              </a:extLst>
            </p:cNvPr>
            <p:cNvSpPr/>
            <p:nvPr/>
          </p:nvSpPr>
          <p:spPr>
            <a:xfrm>
              <a:off x="4530612" y="1363476"/>
              <a:ext cx="2971969" cy="1177817"/>
            </a:xfrm>
            <a:prstGeom prst="roundRect">
              <a:avLst>
                <a:gd name="adj" fmla="val 625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pic>
          <p:nvPicPr>
            <p:cNvPr id="27" name="Graphic 26" descr="Shield Tick outline">
              <a:extLst>
                <a:ext uri="{FF2B5EF4-FFF2-40B4-BE49-F238E27FC236}">
                  <a16:creationId xmlns:a16="http://schemas.microsoft.com/office/drawing/2014/main" id="{130DE596-ACB0-24A5-6B17-C6354D26F9B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74791" y="1385815"/>
              <a:ext cx="792918" cy="792918"/>
            </a:xfrm>
            <a:prstGeom prst="rect">
              <a:avLst/>
            </a:prstGeom>
          </p:spPr>
        </p:pic>
        <p:sp>
          <p:nvSpPr>
            <p:cNvPr id="28" name="TextBox 27">
              <a:extLst>
                <a:ext uri="{FF2B5EF4-FFF2-40B4-BE49-F238E27FC236}">
                  <a16:creationId xmlns:a16="http://schemas.microsoft.com/office/drawing/2014/main" id="{5605BE71-2B14-4B93-D378-53E9EA56CCEF}"/>
                </a:ext>
              </a:extLst>
            </p:cNvPr>
            <p:cNvSpPr txBox="1"/>
            <p:nvPr/>
          </p:nvSpPr>
          <p:spPr>
            <a:xfrm>
              <a:off x="5572686" y="1456049"/>
              <a:ext cx="1305165" cy="261610"/>
            </a:xfrm>
            <a:prstGeom prst="rect">
              <a:avLst/>
            </a:prstGeom>
            <a:noFill/>
          </p:spPr>
          <p:txBody>
            <a:bodyPr wrap="none" rtlCol="0">
              <a:spAutoFit/>
            </a:bodyPr>
            <a:lstStyle/>
            <a:p>
              <a:r>
                <a:rPr lang="en-US" sz="1100" b="1" dirty="0">
                  <a:solidFill>
                    <a:schemeClr val="bg1"/>
                  </a:solidFill>
                </a:rPr>
                <a:t>Check Job Safety </a:t>
              </a:r>
              <a:endParaRPr lang="en-IN" sz="1100" b="1" dirty="0">
                <a:solidFill>
                  <a:schemeClr val="bg1"/>
                </a:solidFill>
              </a:endParaRPr>
            </a:p>
          </p:txBody>
        </p:sp>
        <p:sp>
          <p:nvSpPr>
            <p:cNvPr id="29" name="TextBox 28">
              <a:extLst>
                <a:ext uri="{FF2B5EF4-FFF2-40B4-BE49-F238E27FC236}">
                  <a16:creationId xmlns:a16="http://schemas.microsoft.com/office/drawing/2014/main" id="{E90B4D82-7205-4036-6830-C87AB7DBF8DE}"/>
                </a:ext>
              </a:extLst>
            </p:cNvPr>
            <p:cNvSpPr txBox="1"/>
            <p:nvPr/>
          </p:nvSpPr>
          <p:spPr>
            <a:xfrm>
              <a:off x="5587819" y="1763826"/>
              <a:ext cx="1455795" cy="430887"/>
            </a:xfrm>
            <a:prstGeom prst="rect">
              <a:avLst/>
            </a:prstGeom>
            <a:noFill/>
          </p:spPr>
          <p:txBody>
            <a:bodyPr wrap="square" rtlCol="0">
              <a:spAutoFit/>
            </a:bodyPr>
            <a:lstStyle/>
            <a:p>
              <a:r>
                <a:rPr lang="en-US" sz="1050" dirty="0">
                  <a:solidFill>
                    <a:schemeClr val="bg1">
                      <a:lumMod val="50000"/>
                    </a:schemeClr>
                  </a:solidFill>
                </a:rPr>
                <a:t>Is my </a:t>
              </a:r>
              <a:r>
                <a:rPr lang="en-US" sz="1050" dirty="0">
                  <a:solidFill>
                    <a:srgbClr val="EE7723"/>
                  </a:solidFill>
                </a:rPr>
                <a:t>job</a:t>
              </a:r>
              <a:r>
                <a:rPr lang="en-US" sz="1050" dirty="0">
                  <a:solidFill>
                    <a:schemeClr val="bg1">
                      <a:lumMod val="50000"/>
                    </a:schemeClr>
                  </a:solidFill>
                </a:rPr>
                <a:t> secure from AI?</a:t>
              </a:r>
              <a:endParaRPr lang="en-IN" sz="1050" dirty="0">
                <a:solidFill>
                  <a:schemeClr val="bg1">
                    <a:lumMod val="50000"/>
                  </a:schemeClr>
                </a:solidFill>
              </a:endParaRPr>
            </a:p>
          </p:txBody>
        </p:sp>
        <p:grpSp>
          <p:nvGrpSpPr>
            <p:cNvPr id="23" name="Group 22">
              <a:extLst>
                <a:ext uri="{FF2B5EF4-FFF2-40B4-BE49-F238E27FC236}">
                  <a16:creationId xmlns:a16="http://schemas.microsoft.com/office/drawing/2014/main" id="{68AFB173-C1F7-5394-9629-A5FBAE9F5DAA}"/>
                </a:ext>
              </a:extLst>
            </p:cNvPr>
            <p:cNvGrpSpPr/>
            <p:nvPr/>
          </p:nvGrpSpPr>
          <p:grpSpPr>
            <a:xfrm>
              <a:off x="7102250" y="2167322"/>
              <a:ext cx="304800" cy="287433"/>
              <a:chOff x="9467850" y="2087467"/>
              <a:chExt cx="561975" cy="503333"/>
            </a:xfrm>
          </p:grpSpPr>
          <p:sp>
            <p:nvSpPr>
              <p:cNvPr id="24" name="Oval 23">
                <a:extLst>
                  <a:ext uri="{FF2B5EF4-FFF2-40B4-BE49-F238E27FC236}">
                    <a16:creationId xmlns:a16="http://schemas.microsoft.com/office/drawing/2014/main" id="{91A2C269-ED1F-D307-10FB-4C428A879E52}"/>
                  </a:ext>
                </a:extLst>
              </p:cNvPr>
              <p:cNvSpPr/>
              <p:nvPr/>
            </p:nvSpPr>
            <p:spPr>
              <a:xfrm>
                <a:off x="9467850" y="2087467"/>
                <a:ext cx="561975" cy="503333"/>
              </a:xfrm>
              <a:prstGeom prst="ellipse">
                <a:avLst/>
              </a:prstGeom>
              <a:ln>
                <a:solidFill>
                  <a:schemeClr val="tx1">
                    <a:lumMod val="85000"/>
                    <a:lumOff val="1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5" name="Arrow: Right 24">
                <a:extLst>
                  <a:ext uri="{FF2B5EF4-FFF2-40B4-BE49-F238E27FC236}">
                    <a16:creationId xmlns:a16="http://schemas.microsoft.com/office/drawing/2014/main" id="{D538F1C7-D83B-4D4A-D6F6-C9DB123FB668}"/>
                  </a:ext>
                </a:extLst>
              </p:cNvPr>
              <p:cNvSpPr/>
              <p:nvPr/>
            </p:nvSpPr>
            <p:spPr>
              <a:xfrm>
                <a:off x="9634092" y="2223138"/>
                <a:ext cx="238272" cy="248668"/>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6" name="TextBox 45">
              <a:extLst>
                <a:ext uri="{FF2B5EF4-FFF2-40B4-BE49-F238E27FC236}">
                  <a16:creationId xmlns:a16="http://schemas.microsoft.com/office/drawing/2014/main" id="{FC88D9D8-FC1A-F02E-EF1B-D624F6D7C063}"/>
                </a:ext>
              </a:extLst>
            </p:cNvPr>
            <p:cNvSpPr txBox="1"/>
            <p:nvPr/>
          </p:nvSpPr>
          <p:spPr>
            <a:xfrm>
              <a:off x="4597913" y="2218836"/>
              <a:ext cx="901209" cy="215444"/>
            </a:xfrm>
            <a:prstGeom prst="rect">
              <a:avLst/>
            </a:prstGeom>
            <a:noFill/>
          </p:spPr>
          <p:txBody>
            <a:bodyPr wrap="square" rtlCol="0">
              <a:spAutoFit/>
            </a:bodyPr>
            <a:lstStyle/>
            <a:p>
              <a:pPr algn="ctr"/>
              <a:r>
                <a:rPr lang="en-US" sz="800" dirty="0">
                  <a:solidFill>
                    <a:schemeClr val="bg1">
                      <a:lumMod val="85000"/>
                    </a:schemeClr>
                  </a:solidFill>
                </a:rPr>
                <a:t>INR 59/-</a:t>
              </a:r>
              <a:endParaRPr lang="en-IN" sz="800" dirty="0">
                <a:solidFill>
                  <a:schemeClr val="bg1">
                    <a:lumMod val="85000"/>
                  </a:schemeClr>
                </a:solidFill>
              </a:endParaRPr>
            </a:p>
          </p:txBody>
        </p:sp>
      </p:grpSp>
      <p:grpSp>
        <p:nvGrpSpPr>
          <p:cNvPr id="49" name="Group 48">
            <a:extLst>
              <a:ext uri="{FF2B5EF4-FFF2-40B4-BE49-F238E27FC236}">
                <a16:creationId xmlns:a16="http://schemas.microsoft.com/office/drawing/2014/main" id="{494CF56B-7D0D-5470-C791-1CD73B95EDB4}"/>
              </a:ext>
            </a:extLst>
          </p:cNvPr>
          <p:cNvGrpSpPr/>
          <p:nvPr/>
        </p:nvGrpSpPr>
        <p:grpSpPr>
          <a:xfrm>
            <a:off x="4530612" y="2658759"/>
            <a:ext cx="2971969" cy="1177817"/>
            <a:chOff x="4530612" y="2658759"/>
            <a:chExt cx="2971969" cy="1177817"/>
          </a:xfrm>
        </p:grpSpPr>
        <p:sp>
          <p:nvSpPr>
            <p:cNvPr id="18" name="Rectangle: Rounded Corners 17">
              <a:extLst>
                <a:ext uri="{FF2B5EF4-FFF2-40B4-BE49-F238E27FC236}">
                  <a16:creationId xmlns:a16="http://schemas.microsoft.com/office/drawing/2014/main" id="{2E9E5351-378B-9121-04F1-0BA6AC039783}"/>
                </a:ext>
              </a:extLst>
            </p:cNvPr>
            <p:cNvSpPr/>
            <p:nvPr/>
          </p:nvSpPr>
          <p:spPr>
            <a:xfrm>
              <a:off x="4530612" y="2658759"/>
              <a:ext cx="2971969" cy="1177817"/>
            </a:xfrm>
            <a:prstGeom prst="roundRect">
              <a:avLst>
                <a:gd name="adj" fmla="val 625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19" name="TextBox 18">
              <a:extLst>
                <a:ext uri="{FF2B5EF4-FFF2-40B4-BE49-F238E27FC236}">
                  <a16:creationId xmlns:a16="http://schemas.microsoft.com/office/drawing/2014/main" id="{314C4D76-C3AF-FA8B-479F-A59C912E6F6B}"/>
                </a:ext>
              </a:extLst>
            </p:cNvPr>
            <p:cNvSpPr txBox="1"/>
            <p:nvPr/>
          </p:nvSpPr>
          <p:spPr>
            <a:xfrm>
              <a:off x="5499123" y="2751332"/>
              <a:ext cx="1959458" cy="261610"/>
            </a:xfrm>
            <a:prstGeom prst="rect">
              <a:avLst/>
            </a:prstGeom>
            <a:noFill/>
          </p:spPr>
          <p:txBody>
            <a:bodyPr wrap="square" rtlCol="0">
              <a:spAutoFit/>
            </a:bodyPr>
            <a:lstStyle/>
            <a:p>
              <a:r>
                <a:rPr lang="en-US" sz="1100" b="1" dirty="0">
                  <a:solidFill>
                    <a:schemeClr val="bg1"/>
                  </a:solidFill>
                </a:rPr>
                <a:t> Check Skills Security</a:t>
              </a:r>
              <a:endParaRPr lang="en-IN" sz="1100" b="1" dirty="0">
                <a:solidFill>
                  <a:schemeClr val="bg1"/>
                </a:solidFill>
              </a:endParaRPr>
            </a:p>
          </p:txBody>
        </p:sp>
        <p:sp>
          <p:nvSpPr>
            <p:cNvPr id="20" name="TextBox 19">
              <a:extLst>
                <a:ext uri="{FF2B5EF4-FFF2-40B4-BE49-F238E27FC236}">
                  <a16:creationId xmlns:a16="http://schemas.microsoft.com/office/drawing/2014/main" id="{BD9D1D88-CE25-4F19-DEDA-2F4FDFDA0A34}"/>
                </a:ext>
              </a:extLst>
            </p:cNvPr>
            <p:cNvSpPr txBox="1"/>
            <p:nvPr/>
          </p:nvSpPr>
          <p:spPr>
            <a:xfrm>
              <a:off x="5587819" y="3059109"/>
              <a:ext cx="1892762" cy="430887"/>
            </a:xfrm>
            <a:prstGeom prst="rect">
              <a:avLst/>
            </a:prstGeom>
            <a:noFill/>
          </p:spPr>
          <p:txBody>
            <a:bodyPr wrap="square" rtlCol="0">
              <a:spAutoFit/>
            </a:bodyPr>
            <a:lstStyle/>
            <a:p>
              <a:r>
                <a:rPr lang="en-US" sz="1050" dirty="0">
                  <a:solidFill>
                    <a:schemeClr val="bg1">
                      <a:lumMod val="50000"/>
                    </a:schemeClr>
                  </a:solidFill>
                </a:rPr>
                <a:t>Are my </a:t>
              </a:r>
              <a:r>
                <a:rPr lang="en-US" sz="1050" dirty="0">
                  <a:solidFill>
                    <a:srgbClr val="EE7723"/>
                  </a:solidFill>
                </a:rPr>
                <a:t>AI skills </a:t>
              </a:r>
              <a:r>
                <a:rPr lang="en-US" sz="1050" dirty="0">
                  <a:solidFill>
                    <a:schemeClr val="bg1">
                      <a:lumMod val="50000"/>
                    </a:schemeClr>
                  </a:solidFill>
                </a:rPr>
                <a:t>enough for my role?</a:t>
              </a:r>
              <a:endParaRPr lang="en-IN" sz="1050" dirty="0">
                <a:solidFill>
                  <a:schemeClr val="bg1">
                    <a:lumMod val="50000"/>
                  </a:schemeClr>
                </a:solidFill>
              </a:endParaRPr>
            </a:p>
          </p:txBody>
        </p:sp>
        <p:pic>
          <p:nvPicPr>
            <p:cNvPr id="21" name="Graphic 20" descr="Lightning bolt outline">
              <a:extLst>
                <a:ext uri="{FF2B5EF4-FFF2-40B4-BE49-F238E27FC236}">
                  <a16:creationId xmlns:a16="http://schemas.microsoft.com/office/drawing/2014/main" id="{E5ABE5FE-F22F-D811-A766-7450D63BEEF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32548" y="2779556"/>
              <a:ext cx="710425" cy="710425"/>
            </a:xfrm>
            <a:prstGeom prst="rect">
              <a:avLst/>
            </a:prstGeom>
          </p:spPr>
        </p:pic>
        <p:sp>
          <p:nvSpPr>
            <p:cNvPr id="16" name="Oval 15">
              <a:extLst>
                <a:ext uri="{FF2B5EF4-FFF2-40B4-BE49-F238E27FC236}">
                  <a16:creationId xmlns:a16="http://schemas.microsoft.com/office/drawing/2014/main" id="{247EA27F-5FBC-3F07-70E4-D1C5E46C33D9}"/>
                </a:ext>
              </a:extLst>
            </p:cNvPr>
            <p:cNvSpPr/>
            <p:nvPr/>
          </p:nvSpPr>
          <p:spPr>
            <a:xfrm>
              <a:off x="7102250" y="3506795"/>
              <a:ext cx="304800" cy="287433"/>
            </a:xfrm>
            <a:prstGeom prst="ellipse">
              <a:avLst/>
            </a:prstGeom>
            <a:ln>
              <a:solidFill>
                <a:schemeClr val="tx1">
                  <a:lumMod val="85000"/>
                  <a:lumOff val="1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AA8A5CBB-4B44-12B1-B24A-9527C917952F}"/>
                </a:ext>
              </a:extLst>
            </p:cNvPr>
            <p:cNvSpPr/>
            <p:nvPr/>
          </p:nvSpPr>
          <p:spPr>
            <a:xfrm>
              <a:off x="7192415" y="3584271"/>
              <a:ext cx="129232" cy="142004"/>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8" name="TextBox 47">
              <a:extLst>
                <a:ext uri="{FF2B5EF4-FFF2-40B4-BE49-F238E27FC236}">
                  <a16:creationId xmlns:a16="http://schemas.microsoft.com/office/drawing/2014/main" id="{67AA0E48-0280-7FDC-EF86-FE745512F77B}"/>
                </a:ext>
              </a:extLst>
            </p:cNvPr>
            <p:cNvSpPr txBox="1"/>
            <p:nvPr/>
          </p:nvSpPr>
          <p:spPr>
            <a:xfrm>
              <a:off x="4605228" y="3504906"/>
              <a:ext cx="901209" cy="215444"/>
            </a:xfrm>
            <a:prstGeom prst="rect">
              <a:avLst/>
            </a:prstGeom>
            <a:noFill/>
          </p:spPr>
          <p:txBody>
            <a:bodyPr wrap="square" rtlCol="0">
              <a:spAutoFit/>
            </a:bodyPr>
            <a:lstStyle/>
            <a:p>
              <a:pPr algn="ctr"/>
              <a:r>
                <a:rPr lang="en-US" sz="800" dirty="0">
                  <a:solidFill>
                    <a:schemeClr val="bg1">
                      <a:lumMod val="85000"/>
                    </a:schemeClr>
                  </a:solidFill>
                </a:rPr>
                <a:t>INR 59 /-</a:t>
              </a:r>
              <a:endParaRPr lang="en-IN" sz="800" dirty="0">
                <a:solidFill>
                  <a:schemeClr val="bg1">
                    <a:lumMod val="85000"/>
                  </a:schemeClr>
                </a:solidFill>
              </a:endParaRPr>
            </a:p>
          </p:txBody>
        </p:sp>
      </p:grpSp>
      <p:grpSp>
        <p:nvGrpSpPr>
          <p:cNvPr id="51" name="Group 50">
            <a:extLst>
              <a:ext uri="{FF2B5EF4-FFF2-40B4-BE49-F238E27FC236}">
                <a16:creationId xmlns:a16="http://schemas.microsoft.com/office/drawing/2014/main" id="{5ED5BB32-2C0A-93AC-EE17-86584ACFA942}"/>
              </a:ext>
            </a:extLst>
          </p:cNvPr>
          <p:cNvGrpSpPr/>
          <p:nvPr/>
        </p:nvGrpSpPr>
        <p:grpSpPr>
          <a:xfrm>
            <a:off x="4508612" y="3968424"/>
            <a:ext cx="2971969" cy="1177817"/>
            <a:chOff x="4508612" y="3968424"/>
            <a:chExt cx="2971969" cy="1177817"/>
          </a:xfrm>
        </p:grpSpPr>
        <p:sp>
          <p:nvSpPr>
            <p:cNvPr id="10" name="Rectangle: Rounded Corners 9">
              <a:extLst>
                <a:ext uri="{FF2B5EF4-FFF2-40B4-BE49-F238E27FC236}">
                  <a16:creationId xmlns:a16="http://schemas.microsoft.com/office/drawing/2014/main" id="{3DBB949D-DC71-F626-0A20-AD476CA3B9DA}"/>
                </a:ext>
              </a:extLst>
            </p:cNvPr>
            <p:cNvSpPr/>
            <p:nvPr/>
          </p:nvSpPr>
          <p:spPr>
            <a:xfrm>
              <a:off x="4508612" y="3968424"/>
              <a:ext cx="2971969" cy="1177817"/>
            </a:xfrm>
            <a:prstGeom prst="roundRect">
              <a:avLst>
                <a:gd name="adj" fmla="val 625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11" name="TextBox 10">
              <a:extLst>
                <a:ext uri="{FF2B5EF4-FFF2-40B4-BE49-F238E27FC236}">
                  <a16:creationId xmlns:a16="http://schemas.microsoft.com/office/drawing/2014/main" id="{CCFE48DB-355F-D2DD-0694-111E285407DB}"/>
                </a:ext>
              </a:extLst>
            </p:cNvPr>
            <p:cNvSpPr txBox="1"/>
            <p:nvPr/>
          </p:nvSpPr>
          <p:spPr>
            <a:xfrm>
              <a:off x="5550686" y="4060997"/>
              <a:ext cx="1457450" cy="261610"/>
            </a:xfrm>
            <a:prstGeom prst="rect">
              <a:avLst/>
            </a:prstGeom>
            <a:noFill/>
          </p:spPr>
          <p:txBody>
            <a:bodyPr wrap="none" rtlCol="0">
              <a:spAutoFit/>
            </a:bodyPr>
            <a:lstStyle/>
            <a:p>
              <a:r>
                <a:rPr lang="en-US" sz="1100" b="1" dirty="0">
                  <a:solidFill>
                    <a:schemeClr val="bg1"/>
                  </a:solidFill>
                </a:rPr>
                <a:t>Check AI Readiness</a:t>
              </a:r>
              <a:endParaRPr lang="en-IN" sz="1100" b="1" dirty="0">
                <a:solidFill>
                  <a:schemeClr val="bg1"/>
                </a:solidFill>
              </a:endParaRPr>
            </a:p>
          </p:txBody>
        </p:sp>
        <p:sp>
          <p:nvSpPr>
            <p:cNvPr id="12" name="TextBox 11">
              <a:extLst>
                <a:ext uri="{FF2B5EF4-FFF2-40B4-BE49-F238E27FC236}">
                  <a16:creationId xmlns:a16="http://schemas.microsoft.com/office/drawing/2014/main" id="{C5C0F4BB-A278-2D10-440E-ABE7FB4BEB38}"/>
                </a:ext>
              </a:extLst>
            </p:cNvPr>
            <p:cNvSpPr txBox="1"/>
            <p:nvPr/>
          </p:nvSpPr>
          <p:spPr>
            <a:xfrm>
              <a:off x="5565819" y="4368774"/>
              <a:ext cx="1723686" cy="415498"/>
            </a:xfrm>
            <a:prstGeom prst="rect">
              <a:avLst/>
            </a:prstGeom>
            <a:noFill/>
          </p:spPr>
          <p:txBody>
            <a:bodyPr wrap="square" rtlCol="0">
              <a:spAutoFit/>
            </a:bodyPr>
            <a:lstStyle/>
            <a:p>
              <a:r>
                <a:rPr lang="en-US" sz="1050" dirty="0">
                  <a:solidFill>
                    <a:schemeClr val="bg1">
                      <a:lumMod val="50000"/>
                    </a:schemeClr>
                  </a:solidFill>
                </a:rPr>
                <a:t>Am I </a:t>
              </a:r>
              <a:r>
                <a:rPr lang="en-US" sz="1050" dirty="0">
                  <a:solidFill>
                    <a:srgbClr val="EE7723"/>
                  </a:solidFill>
                </a:rPr>
                <a:t>learning AI</a:t>
              </a:r>
              <a:r>
                <a:rPr lang="en-US" sz="1050" dirty="0">
                  <a:solidFill>
                    <a:schemeClr val="bg1">
                      <a:lumMod val="50000"/>
                    </a:schemeClr>
                  </a:solidFill>
                </a:rPr>
                <a:t> the right way?</a:t>
              </a:r>
              <a:endParaRPr lang="en-IN" sz="1050" dirty="0">
                <a:solidFill>
                  <a:schemeClr val="bg1">
                    <a:lumMod val="50000"/>
                  </a:schemeClr>
                </a:solidFill>
              </a:endParaRPr>
            </a:p>
          </p:txBody>
        </p:sp>
        <p:pic>
          <p:nvPicPr>
            <p:cNvPr id="13" name="Graphic 12" descr="Compass with solid fill">
              <a:extLst>
                <a:ext uri="{FF2B5EF4-FFF2-40B4-BE49-F238E27FC236}">
                  <a16:creationId xmlns:a16="http://schemas.microsoft.com/office/drawing/2014/main" id="{472BD82B-C213-7092-E759-F031D85780D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60663" y="4093954"/>
              <a:ext cx="590337" cy="590337"/>
            </a:xfrm>
            <a:prstGeom prst="rect">
              <a:avLst/>
            </a:prstGeom>
          </p:spPr>
        </p:pic>
        <p:grpSp>
          <p:nvGrpSpPr>
            <p:cNvPr id="7" name="Group 6">
              <a:extLst>
                <a:ext uri="{FF2B5EF4-FFF2-40B4-BE49-F238E27FC236}">
                  <a16:creationId xmlns:a16="http://schemas.microsoft.com/office/drawing/2014/main" id="{C80758A9-91D2-ECEA-B2E7-120E971DACFE}"/>
                </a:ext>
              </a:extLst>
            </p:cNvPr>
            <p:cNvGrpSpPr/>
            <p:nvPr/>
          </p:nvGrpSpPr>
          <p:grpSpPr>
            <a:xfrm>
              <a:off x="7102250" y="4760397"/>
              <a:ext cx="304800" cy="287433"/>
              <a:chOff x="9467850" y="2087467"/>
              <a:chExt cx="561975" cy="503333"/>
            </a:xfrm>
          </p:grpSpPr>
          <p:sp>
            <p:nvSpPr>
              <p:cNvPr id="8" name="Oval 7">
                <a:extLst>
                  <a:ext uri="{FF2B5EF4-FFF2-40B4-BE49-F238E27FC236}">
                    <a16:creationId xmlns:a16="http://schemas.microsoft.com/office/drawing/2014/main" id="{3331E1EE-665C-2804-8A5C-F3CC7A72C61C}"/>
                  </a:ext>
                </a:extLst>
              </p:cNvPr>
              <p:cNvSpPr/>
              <p:nvPr/>
            </p:nvSpPr>
            <p:spPr>
              <a:xfrm>
                <a:off x="9467850" y="2087467"/>
                <a:ext cx="561975" cy="503333"/>
              </a:xfrm>
              <a:prstGeom prst="ellipse">
                <a:avLst/>
              </a:prstGeom>
              <a:ln>
                <a:solidFill>
                  <a:schemeClr val="tx1">
                    <a:lumMod val="85000"/>
                    <a:lumOff val="1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9" name="Arrow: Right 8">
                <a:extLst>
                  <a:ext uri="{FF2B5EF4-FFF2-40B4-BE49-F238E27FC236}">
                    <a16:creationId xmlns:a16="http://schemas.microsoft.com/office/drawing/2014/main" id="{3AA35935-1D4E-BC7F-75E4-4F7AA9382194}"/>
                  </a:ext>
                </a:extLst>
              </p:cNvPr>
              <p:cNvSpPr/>
              <p:nvPr/>
            </p:nvSpPr>
            <p:spPr>
              <a:xfrm>
                <a:off x="9634092" y="2223138"/>
                <a:ext cx="238272" cy="248668"/>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50" name="TextBox 49">
              <a:extLst>
                <a:ext uri="{FF2B5EF4-FFF2-40B4-BE49-F238E27FC236}">
                  <a16:creationId xmlns:a16="http://schemas.microsoft.com/office/drawing/2014/main" id="{4A7D8160-93A4-C4EA-C24C-81146FAF6A75}"/>
                </a:ext>
              </a:extLst>
            </p:cNvPr>
            <p:cNvSpPr txBox="1"/>
            <p:nvPr/>
          </p:nvSpPr>
          <p:spPr>
            <a:xfrm>
              <a:off x="4607438" y="4733436"/>
              <a:ext cx="901209" cy="215444"/>
            </a:xfrm>
            <a:prstGeom prst="rect">
              <a:avLst/>
            </a:prstGeom>
            <a:noFill/>
          </p:spPr>
          <p:txBody>
            <a:bodyPr wrap="square" rtlCol="0">
              <a:spAutoFit/>
            </a:bodyPr>
            <a:lstStyle/>
            <a:p>
              <a:pPr algn="ctr"/>
              <a:r>
                <a:rPr lang="en-US" sz="800" dirty="0">
                  <a:solidFill>
                    <a:schemeClr val="bg1">
                      <a:lumMod val="85000"/>
                    </a:schemeClr>
                  </a:solidFill>
                </a:rPr>
                <a:t>INR 59/-</a:t>
              </a:r>
              <a:endParaRPr lang="en-IN" sz="800" dirty="0">
                <a:solidFill>
                  <a:schemeClr val="bg1">
                    <a:lumMod val="85000"/>
                  </a:schemeClr>
                </a:solidFill>
              </a:endParaRPr>
            </a:p>
          </p:txBody>
        </p:sp>
      </p:grpSp>
      <p:grpSp>
        <p:nvGrpSpPr>
          <p:cNvPr id="54" name="Group 53">
            <a:extLst>
              <a:ext uri="{FF2B5EF4-FFF2-40B4-BE49-F238E27FC236}">
                <a16:creationId xmlns:a16="http://schemas.microsoft.com/office/drawing/2014/main" id="{B471337E-3906-EC29-A81E-C98F1B5BC150}"/>
              </a:ext>
            </a:extLst>
          </p:cNvPr>
          <p:cNvGrpSpPr/>
          <p:nvPr/>
        </p:nvGrpSpPr>
        <p:grpSpPr>
          <a:xfrm>
            <a:off x="4508612" y="5278089"/>
            <a:ext cx="2971969" cy="1177817"/>
            <a:chOff x="4508612" y="5278089"/>
            <a:chExt cx="2971969" cy="1177817"/>
          </a:xfrm>
        </p:grpSpPr>
        <p:sp>
          <p:nvSpPr>
            <p:cNvPr id="39" name="Rectangle: Rounded Corners 38">
              <a:extLst>
                <a:ext uri="{FF2B5EF4-FFF2-40B4-BE49-F238E27FC236}">
                  <a16:creationId xmlns:a16="http://schemas.microsoft.com/office/drawing/2014/main" id="{C802DACB-AAE1-2BF7-C4ED-DEE769621D31}"/>
                </a:ext>
              </a:extLst>
            </p:cNvPr>
            <p:cNvSpPr/>
            <p:nvPr/>
          </p:nvSpPr>
          <p:spPr>
            <a:xfrm>
              <a:off x="4508612" y="5278089"/>
              <a:ext cx="2971969" cy="1177817"/>
            </a:xfrm>
            <a:prstGeom prst="roundRect">
              <a:avLst>
                <a:gd name="adj" fmla="val 6259"/>
              </a:avLst>
            </a:prstGeom>
            <a:ln>
              <a:gradFill>
                <a:gsLst>
                  <a:gs pos="100000">
                    <a:schemeClr val="tx1">
                      <a:lumMod val="85000"/>
                      <a:lumOff val="15000"/>
                    </a:schemeClr>
                  </a:gs>
                  <a:gs pos="59000">
                    <a:schemeClr val="tx1">
                      <a:lumMod val="75000"/>
                      <a:lumOff val="25000"/>
                    </a:schemeClr>
                  </a:gs>
                  <a:gs pos="0">
                    <a:srgbClr val="EE7723"/>
                  </a:gs>
                </a:gsLst>
                <a:lin ang="5400000" scaled="1"/>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40" name="TextBox 39">
              <a:extLst>
                <a:ext uri="{FF2B5EF4-FFF2-40B4-BE49-F238E27FC236}">
                  <a16:creationId xmlns:a16="http://schemas.microsoft.com/office/drawing/2014/main" id="{0441FB30-E46A-7862-F05D-33729F9455CB}"/>
                </a:ext>
              </a:extLst>
            </p:cNvPr>
            <p:cNvSpPr txBox="1"/>
            <p:nvPr/>
          </p:nvSpPr>
          <p:spPr>
            <a:xfrm>
              <a:off x="5544851" y="5427253"/>
              <a:ext cx="1892762" cy="261610"/>
            </a:xfrm>
            <a:prstGeom prst="rect">
              <a:avLst/>
            </a:prstGeom>
            <a:noFill/>
          </p:spPr>
          <p:txBody>
            <a:bodyPr wrap="square" rtlCol="0">
              <a:spAutoFit/>
            </a:bodyPr>
            <a:lstStyle/>
            <a:p>
              <a:r>
                <a:rPr lang="en-US" sz="1100" b="1" dirty="0">
                  <a:solidFill>
                    <a:schemeClr val="bg1"/>
                  </a:solidFill>
                </a:rPr>
                <a:t>High-Impact Decisions</a:t>
              </a:r>
              <a:endParaRPr lang="en-IN" sz="1100" b="1" dirty="0">
                <a:solidFill>
                  <a:schemeClr val="bg1"/>
                </a:solidFill>
              </a:endParaRPr>
            </a:p>
          </p:txBody>
        </p:sp>
        <p:sp>
          <p:nvSpPr>
            <p:cNvPr id="41" name="TextBox 40">
              <a:extLst>
                <a:ext uri="{FF2B5EF4-FFF2-40B4-BE49-F238E27FC236}">
                  <a16:creationId xmlns:a16="http://schemas.microsoft.com/office/drawing/2014/main" id="{22848DF2-B039-80F6-65AA-F02FD23C312B}"/>
                </a:ext>
              </a:extLst>
            </p:cNvPr>
            <p:cNvSpPr txBox="1"/>
            <p:nvPr/>
          </p:nvSpPr>
          <p:spPr>
            <a:xfrm>
              <a:off x="5565819" y="5686599"/>
              <a:ext cx="1892762" cy="415498"/>
            </a:xfrm>
            <a:prstGeom prst="rect">
              <a:avLst/>
            </a:prstGeom>
            <a:noFill/>
          </p:spPr>
          <p:txBody>
            <a:bodyPr wrap="square" rtlCol="0">
              <a:spAutoFit/>
            </a:bodyPr>
            <a:lstStyle/>
            <a:p>
              <a:r>
                <a:rPr lang="en-US" sz="1050" dirty="0">
                  <a:solidFill>
                    <a:schemeClr val="tx1">
                      <a:lumMod val="50000"/>
                      <a:lumOff val="50000"/>
                    </a:schemeClr>
                  </a:solidFill>
                </a:rPr>
                <a:t>Check </a:t>
              </a:r>
              <a:r>
                <a:rPr lang="en-US" sz="1050" dirty="0">
                  <a:solidFill>
                    <a:srgbClr val="EE7723"/>
                  </a:solidFill>
                </a:rPr>
                <a:t>professional growth-related </a:t>
              </a:r>
              <a:r>
                <a:rPr lang="en-US" sz="1050" dirty="0">
                  <a:solidFill>
                    <a:schemeClr val="tx1">
                      <a:lumMod val="50000"/>
                      <a:lumOff val="50000"/>
                    </a:schemeClr>
                  </a:solidFill>
                </a:rPr>
                <a:t>decisions</a:t>
              </a:r>
              <a:endParaRPr lang="en-IN" sz="1050" dirty="0">
                <a:solidFill>
                  <a:schemeClr val="tx1">
                    <a:lumMod val="50000"/>
                    <a:lumOff val="50000"/>
                  </a:schemeClr>
                </a:solidFill>
              </a:endParaRPr>
            </a:p>
          </p:txBody>
        </p:sp>
        <p:pic>
          <p:nvPicPr>
            <p:cNvPr id="43" name="Graphic 42" descr="Office Chair outline">
              <a:extLst>
                <a:ext uri="{FF2B5EF4-FFF2-40B4-BE49-F238E27FC236}">
                  <a16:creationId xmlns:a16="http://schemas.microsoft.com/office/drawing/2014/main" id="{EE370741-AEFB-5AA5-2F68-DB969CFF626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14050" y="5426891"/>
              <a:ext cx="914400" cy="914400"/>
            </a:xfrm>
            <a:prstGeom prst="rect">
              <a:avLst/>
            </a:prstGeom>
          </p:spPr>
        </p:pic>
        <p:sp>
          <p:nvSpPr>
            <p:cNvPr id="52" name="Oval 51">
              <a:extLst>
                <a:ext uri="{FF2B5EF4-FFF2-40B4-BE49-F238E27FC236}">
                  <a16:creationId xmlns:a16="http://schemas.microsoft.com/office/drawing/2014/main" id="{04D74550-7AAB-7D17-6488-3780F921AAB7}"/>
                </a:ext>
              </a:extLst>
            </p:cNvPr>
            <p:cNvSpPr/>
            <p:nvPr/>
          </p:nvSpPr>
          <p:spPr>
            <a:xfrm>
              <a:off x="7097784" y="6073590"/>
              <a:ext cx="304800" cy="287433"/>
            </a:xfrm>
            <a:prstGeom prst="ellipse">
              <a:avLst/>
            </a:prstGeom>
            <a:ln>
              <a:solidFill>
                <a:schemeClr val="tx1">
                  <a:lumMod val="85000"/>
                  <a:lumOff val="1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3" name="Arrow: Right 52">
              <a:extLst>
                <a:ext uri="{FF2B5EF4-FFF2-40B4-BE49-F238E27FC236}">
                  <a16:creationId xmlns:a16="http://schemas.microsoft.com/office/drawing/2014/main" id="{BF9915CB-1A1F-806A-E90C-91DDB9B31BA8}"/>
                </a:ext>
              </a:extLst>
            </p:cNvPr>
            <p:cNvSpPr/>
            <p:nvPr/>
          </p:nvSpPr>
          <p:spPr>
            <a:xfrm>
              <a:off x="7187949" y="6151066"/>
              <a:ext cx="129232" cy="142004"/>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2" name="Group 1">
            <a:extLst>
              <a:ext uri="{FF2B5EF4-FFF2-40B4-BE49-F238E27FC236}">
                <a16:creationId xmlns:a16="http://schemas.microsoft.com/office/drawing/2014/main" id="{CFD7F292-4DB7-BF68-BB00-9233DEBBCA87}"/>
              </a:ext>
            </a:extLst>
          </p:cNvPr>
          <p:cNvGrpSpPr/>
          <p:nvPr/>
        </p:nvGrpSpPr>
        <p:grpSpPr>
          <a:xfrm>
            <a:off x="4531389" y="773395"/>
            <a:ext cx="1605701" cy="2690659"/>
            <a:chOff x="4490299" y="928841"/>
            <a:chExt cx="1605701" cy="2690659"/>
          </a:xfrm>
        </p:grpSpPr>
        <p:sp>
          <p:nvSpPr>
            <p:cNvPr id="3" name="Rectangle: Rounded Corners 2">
              <a:extLst>
                <a:ext uri="{FF2B5EF4-FFF2-40B4-BE49-F238E27FC236}">
                  <a16:creationId xmlns:a16="http://schemas.microsoft.com/office/drawing/2014/main" id="{ADC267F0-0E3D-C913-ABEB-6828B28EB716}"/>
                </a:ext>
              </a:extLst>
            </p:cNvPr>
            <p:cNvSpPr/>
            <p:nvPr/>
          </p:nvSpPr>
          <p:spPr>
            <a:xfrm>
              <a:off x="4490299" y="928841"/>
              <a:ext cx="1605701" cy="2690659"/>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4" name="Rectangle: Rounded Corners 3">
              <a:extLst>
                <a:ext uri="{FF2B5EF4-FFF2-40B4-BE49-F238E27FC236}">
                  <a16:creationId xmlns:a16="http://schemas.microsoft.com/office/drawing/2014/main" id="{76DFBC33-6ACC-BA9E-E6B8-15437C4E2B98}"/>
                </a:ext>
              </a:extLst>
            </p:cNvPr>
            <p:cNvSpPr/>
            <p:nvPr/>
          </p:nvSpPr>
          <p:spPr>
            <a:xfrm>
              <a:off x="4513361" y="947337"/>
              <a:ext cx="1554064" cy="2471272"/>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grpSp>
          <p:nvGrpSpPr>
            <p:cNvPr id="5" name="Group 4">
              <a:extLst>
                <a:ext uri="{FF2B5EF4-FFF2-40B4-BE49-F238E27FC236}">
                  <a16:creationId xmlns:a16="http://schemas.microsoft.com/office/drawing/2014/main" id="{2F39C29C-18AA-E9AC-DE11-48A031F71BBF}"/>
                </a:ext>
              </a:extLst>
            </p:cNvPr>
            <p:cNvGrpSpPr/>
            <p:nvPr/>
          </p:nvGrpSpPr>
          <p:grpSpPr>
            <a:xfrm>
              <a:off x="4544582" y="1066800"/>
              <a:ext cx="1449385" cy="2231380"/>
              <a:chOff x="4544582" y="1066800"/>
              <a:chExt cx="1449385" cy="2231380"/>
            </a:xfrm>
          </p:grpSpPr>
          <p:sp>
            <p:nvSpPr>
              <p:cNvPr id="6" name="TextBox 5">
                <a:extLst>
                  <a:ext uri="{FF2B5EF4-FFF2-40B4-BE49-F238E27FC236}">
                    <a16:creationId xmlns:a16="http://schemas.microsoft.com/office/drawing/2014/main" id="{E223E113-48AA-EAAD-1CBC-1643B6A43B3B}"/>
                  </a:ext>
                </a:extLst>
              </p:cNvPr>
              <p:cNvSpPr txBox="1"/>
              <p:nvPr/>
            </p:nvSpPr>
            <p:spPr>
              <a:xfrm>
                <a:off x="4748113" y="1066800"/>
                <a:ext cx="1245854" cy="2231380"/>
              </a:xfrm>
              <a:prstGeom prst="rect">
                <a:avLst/>
              </a:prstGeom>
              <a:noFill/>
            </p:spPr>
            <p:txBody>
              <a:bodyPr wrap="none" rtlCol="0">
                <a:spAutoFit/>
              </a:bodyPr>
              <a:lstStyle/>
              <a:p>
                <a:pPr>
                  <a:spcAft>
                    <a:spcPts val="600"/>
                  </a:spcAft>
                </a:pPr>
                <a:r>
                  <a:rPr lang="en-US" sz="1100" dirty="0">
                    <a:solidFill>
                      <a:schemeClr val="bg1">
                        <a:lumMod val="65000"/>
                      </a:schemeClr>
                    </a:solidFill>
                  </a:rPr>
                  <a:t>Select A Decision</a:t>
                </a:r>
              </a:p>
              <a:p>
                <a:pPr>
                  <a:spcAft>
                    <a:spcPts val="600"/>
                  </a:spcAft>
                </a:pPr>
                <a:endParaRPr lang="en-US" sz="1100" dirty="0">
                  <a:solidFill>
                    <a:schemeClr val="bg1">
                      <a:lumMod val="65000"/>
                    </a:schemeClr>
                  </a:solidFill>
                </a:endParaRPr>
              </a:p>
              <a:p>
                <a:pPr>
                  <a:spcAft>
                    <a:spcPts val="600"/>
                  </a:spcAft>
                </a:pPr>
                <a:r>
                  <a:rPr lang="en-US" sz="1100" dirty="0">
                    <a:solidFill>
                      <a:schemeClr val="bg1">
                        <a:lumMod val="65000"/>
                      </a:schemeClr>
                    </a:solidFill>
                  </a:rPr>
                  <a:t>My Records</a:t>
                </a:r>
              </a:p>
              <a:p>
                <a:pPr>
                  <a:spcAft>
                    <a:spcPts val="600"/>
                  </a:spcAft>
                </a:pPr>
                <a:r>
                  <a:rPr lang="en-IN" sz="1100" dirty="0">
                    <a:solidFill>
                      <a:schemeClr val="bg1">
                        <a:lumMod val="65000"/>
                      </a:schemeClr>
                    </a:solidFill>
                  </a:rPr>
                  <a:t>Request New</a:t>
                </a:r>
              </a:p>
              <a:p>
                <a:pPr>
                  <a:spcAft>
                    <a:spcPts val="600"/>
                  </a:spcAft>
                </a:pPr>
                <a:endParaRPr lang="en-IN" sz="1100" dirty="0">
                  <a:solidFill>
                    <a:schemeClr val="bg1">
                      <a:lumMod val="65000"/>
                    </a:schemeClr>
                  </a:solidFill>
                </a:endParaRPr>
              </a:p>
              <a:p>
                <a:pPr>
                  <a:spcAft>
                    <a:spcPts val="600"/>
                  </a:spcAft>
                </a:pPr>
                <a:r>
                  <a:rPr lang="en-IN" sz="1100" dirty="0">
                    <a:solidFill>
                      <a:schemeClr val="bg1">
                        <a:lumMod val="65000"/>
                      </a:schemeClr>
                    </a:solidFill>
                  </a:rPr>
                  <a:t>My Profile</a:t>
                </a:r>
              </a:p>
              <a:p>
                <a:pPr>
                  <a:spcAft>
                    <a:spcPts val="600"/>
                  </a:spcAft>
                </a:pPr>
                <a:r>
                  <a:rPr lang="en-IN" sz="1100" dirty="0">
                    <a:solidFill>
                      <a:schemeClr val="bg1">
                        <a:lumMod val="65000"/>
                      </a:schemeClr>
                    </a:solidFill>
                  </a:rPr>
                  <a:t>Payment Details</a:t>
                </a:r>
              </a:p>
              <a:p>
                <a:pPr>
                  <a:spcAft>
                    <a:spcPts val="600"/>
                  </a:spcAft>
                </a:pPr>
                <a:endParaRPr lang="en-IN" sz="1100" dirty="0">
                  <a:solidFill>
                    <a:schemeClr val="bg1">
                      <a:lumMod val="65000"/>
                    </a:schemeClr>
                  </a:solidFill>
                </a:endParaRPr>
              </a:p>
              <a:p>
                <a:pPr>
                  <a:spcAft>
                    <a:spcPts val="600"/>
                  </a:spcAft>
                </a:pPr>
                <a:r>
                  <a:rPr lang="en-IN" sz="1100" dirty="0">
                    <a:solidFill>
                      <a:schemeClr val="bg1">
                        <a:lumMod val="65000"/>
                      </a:schemeClr>
                    </a:solidFill>
                  </a:rPr>
                  <a:t>Logout</a:t>
                </a:r>
              </a:p>
            </p:txBody>
          </p:sp>
          <p:pic>
            <p:nvPicPr>
              <p:cNvPr id="14" name="Graphic 13" descr="Folder Search with solid fill">
                <a:extLst>
                  <a:ext uri="{FF2B5EF4-FFF2-40B4-BE49-F238E27FC236}">
                    <a16:creationId xmlns:a16="http://schemas.microsoft.com/office/drawing/2014/main" id="{A6EC2D36-2E16-F040-ADC3-A69170AC11D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558058" y="1837709"/>
                <a:ext cx="190575" cy="190575"/>
              </a:xfrm>
              <a:prstGeom prst="rect">
                <a:avLst/>
              </a:prstGeom>
            </p:spPr>
          </p:pic>
          <p:pic>
            <p:nvPicPr>
              <p:cNvPr id="15" name="Graphic 14" descr="Document outline">
                <a:extLst>
                  <a:ext uri="{FF2B5EF4-FFF2-40B4-BE49-F238E27FC236}">
                    <a16:creationId xmlns:a16="http://schemas.microsoft.com/office/drawing/2014/main" id="{DD67344A-3D4A-6A39-7ADF-C9AB96785B8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561627" y="2576870"/>
                <a:ext cx="190575" cy="158917"/>
              </a:xfrm>
              <a:prstGeom prst="rect">
                <a:avLst/>
              </a:prstGeom>
            </p:spPr>
          </p:pic>
          <p:pic>
            <p:nvPicPr>
              <p:cNvPr id="22" name="Graphic 21" descr="Filing Box Archive with solid fill">
                <a:extLst>
                  <a:ext uri="{FF2B5EF4-FFF2-40B4-BE49-F238E27FC236}">
                    <a16:creationId xmlns:a16="http://schemas.microsoft.com/office/drawing/2014/main" id="{D0C93163-8749-8879-962A-8CB881D06E93}"/>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547339" y="1097875"/>
                <a:ext cx="190575" cy="190575"/>
              </a:xfrm>
              <a:prstGeom prst="rect">
                <a:avLst/>
              </a:prstGeom>
            </p:spPr>
          </p:pic>
          <p:pic>
            <p:nvPicPr>
              <p:cNvPr id="34" name="Graphic 33" descr="Male profile outline">
                <a:extLst>
                  <a:ext uri="{FF2B5EF4-FFF2-40B4-BE49-F238E27FC236}">
                    <a16:creationId xmlns:a16="http://schemas.microsoft.com/office/drawing/2014/main" id="{ADF5072B-640B-8084-BB68-B66C2D1DA882}"/>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561627" y="2313422"/>
                <a:ext cx="190575" cy="190575"/>
              </a:xfrm>
              <a:prstGeom prst="rect">
                <a:avLst/>
              </a:prstGeom>
            </p:spPr>
          </p:pic>
          <p:pic>
            <p:nvPicPr>
              <p:cNvPr id="35" name="Graphic 34" descr="Address Book outline">
                <a:extLst>
                  <a:ext uri="{FF2B5EF4-FFF2-40B4-BE49-F238E27FC236}">
                    <a16:creationId xmlns:a16="http://schemas.microsoft.com/office/drawing/2014/main" id="{61A183F0-BBCE-3B38-55E5-AFB85F7FEBA2}"/>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544582" y="1602275"/>
                <a:ext cx="190575" cy="190575"/>
              </a:xfrm>
              <a:prstGeom prst="rect">
                <a:avLst/>
              </a:prstGeom>
            </p:spPr>
          </p:pic>
          <p:pic>
            <p:nvPicPr>
              <p:cNvPr id="36" name="Graphic 35" descr="Door Closed outline">
                <a:extLst>
                  <a:ext uri="{FF2B5EF4-FFF2-40B4-BE49-F238E27FC236}">
                    <a16:creationId xmlns:a16="http://schemas.microsoft.com/office/drawing/2014/main" id="{4069A1B4-32D6-6DEF-B951-D41160BB406A}"/>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4561627" y="3060254"/>
                <a:ext cx="158917" cy="158917"/>
              </a:xfrm>
              <a:prstGeom prst="rect">
                <a:avLst/>
              </a:prstGeom>
            </p:spPr>
          </p:pic>
        </p:grpSp>
      </p:grpSp>
      <p:sp>
        <p:nvSpPr>
          <p:cNvPr id="37" name="TextBox 36">
            <a:extLst>
              <a:ext uri="{FF2B5EF4-FFF2-40B4-BE49-F238E27FC236}">
                <a16:creationId xmlns:a16="http://schemas.microsoft.com/office/drawing/2014/main" id="{3DC469BE-7740-7E1F-B113-692A8032D012}"/>
              </a:ext>
            </a:extLst>
          </p:cNvPr>
          <p:cNvSpPr txBox="1"/>
          <p:nvPr/>
        </p:nvSpPr>
        <p:spPr>
          <a:xfrm>
            <a:off x="899453" y="923285"/>
            <a:ext cx="2382350" cy="369332"/>
          </a:xfrm>
          <a:prstGeom prst="rect">
            <a:avLst/>
          </a:prstGeom>
          <a:noFill/>
        </p:spPr>
        <p:txBody>
          <a:bodyPr wrap="square" rtlCol="0">
            <a:spAutoFit/>
          </a:bodyPr>
          <a:lstStyle/>
          <a:p>
            <a:pPr algn="r"/>
            <a:r>
              <a:rPr lang="en-US" sz="900" dirty="0">
                <a:solidFill>
                  <a:schemeClr val="bg1">
                    <a:lumMod val="65000"/>
                  </a:schemeClr>
                </a:solidFill>
              </a:rPr>
              <a:t>This is the menu. The menu items are limited now. May increase later with time.</a:t>
            </a:r>
            <a:endParaRPr lang="en-IN" sz="900" dirty="0">
              <a:solidFill>
                <a:schemeClr val="bg1">
                  <a:lumMod val="65000"/>
                </a:schemeClr>
              </a:solidFill>
            </a:endParaRPr>
          </a:p>
        </p:txBody>
      </p:sp>
      <p:cxnSp>
        <p:nvCxnSpPr>
          <p:cNvPr id="38" name="Connector: Elbow 37">
            <a:extLst>
              <a:ext uri="{FF2B5EF4-FFF2-40B4-BE49-F238E27FC236}">
                <a16:creationId xmlns:a16="http://schemas.microsoft.com/office/drawing/2014/main" id="{EA9D2EF9-6F44-5935-48B1-1096B85CB9B7}"/>
              </a:ext>
            </a:extLst>
          </p:cNvPr>
          <p:cNvCxnSpPr>
            <a:cxnSpLocks/>
            <a:stCxn id="37" idx="3"/>
          </p:cNvCxnSpPr>
          <p:nvPr/>
        </p:nvCxnSpPr>
        <p:spPr>
          <a:xfrm>
            <a:off x="3281803" y="1107951"/>
            <a:ext cx="753601" cy="63368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BD0ED29D-D9BE-8406-BE4C-52213A54D5BB}"/>
              </a:ext>
            </a:extLst>
          </p:cNvPr>
          <p:cNvSpPr txBox="1"/>
          <p:nvPr/>
        </p:nvSpPr>
        <p:spPr>
          <a:xfrm>
            <a:off x="9035444" y="751291"/>
            <a:ext cx="2382350" cy="507831"/>
          </a:xfrm>
          <a:prstGeom prst="rect">
            <a:avLst/>
          </a:prstGeom>
          <a:noFill/>
        </p:spPr>
        <p:txBody>
          <a:bodyPr wrap="square" rtlCol="0">
            <a:spAutoFit/>
          </a:bodyPr>
          <a:lstStyle/>
          <a:p>
            <a:r>
              <a:rPr lang="en-US" sz="900" dirty="0">
                <a:solidFill>
                  <a:schemeClr val="bg1">
                    <a:lumMod val="65000"/>
                  </a:schemeClr>
                </a:solidFill>
              </a:rPr>
              <a:t>The is a bell icon. Every time notifications arrive – the bell will make a sound and notification count will appear.</a:t>
            </a:r>
            <a:endParaRPr lang="en-IN" sz="900" dirty="0">
              <a:solidFill>
                <a:schemeClr val="bg1">
                  <a:lumMod val="65000"/>
                </a:schemeClr>
              </a:solidFill>
            </a:endParaRPr>
          </a:p>
        </p:txBody>
      </p:sp>
      <p:cxnSp>
        <p:nvCxnSpPr>
          <p:cNvPr id="44" name="Connector: Elbow 43">
            <a:extLst>
              <a:ext uri="{FF2B5EF4-FFF2-40B4-BE49-F238E27FC236}">
                <a16:creationId xmlns:a16="http://schemas.microsoft.com/office/drawing/2014/main" id="{8366342C-28FD-8FC3-0190-C80D003966E2}"/>
              </a:ext>
            </a:extLst>
          </p:cNvPr>
          <p:cNvCxnSpPr>
            <a:cxnSpLocks/>
            <a:stCxn id="42" idx="1"/>
          </p:cNvCxnSpPr>
          <p:nvPr/>
        </p:nvCxnSpPr>
        <p:spPr>
          <a:xfrm rot="10800000">
            <a:off x="7737342" y="624849"/>
            <a:ext cx="1298103" cy="380359"/>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pic>
        <p:nvPicPr>
          <p:cNvPr id="56" name="Graphic 55" descr="Badge 3 with solid fill">
            <a:extLst>
              <a:ext uri="{FF2B5EF4-FFF2-40B4-BE49-F238E27FC236}">
                <a16:creationId xmlns:a16="http://schemas.microsoft.com/office/drawing/2014/main" id="{63ADC266-03D0-5EA9-1745-A00EF2CBAE6C}"/>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7402584" y="492531"/>
            <a:ext cx="170161" cy="170161"/>
          </a:xfrm>
          <a:prstGeom prst="rect">
            <a:avLst/>
          </a:prstGeom>
        </p:spPr>
      </p:pic>
    </p:spTree>
    <p:extLst>
      <p:ext uri="{BB962C8B-B14F-4D97-AF65-F5344CB8AC3E}">
        <p14:creationId xmlns:p14="http://schemas.microsoft.com/office/powerpoint/2010/main" val="3645828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23360-63DD-7B3A-E2CB-7BB01366F5D5}"/>
            </a:ext>
          </a:extLst>
        </p:cNvPr>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87BC64C7-5598-A697-63EA-628328EC2E4D}"/>
              </a:ext>
            </a:extLst>
          </p:cNvPr>
          <p:cNvSpPr/>
          <p:nvPr/>
        </p:nvSpPr>
        <p:spPr>
          <a:xfrm>
            <a:off x="4530612" y="1363476"/>
            <a:ext cx="2971969" cy="1177817"/>
          </a:xfrm>
          <a:prstGeom prst="roundRect">
            <a:avLst>
              <a:gd name="adj" fmla="val 625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28" name="TextBox 27">
            <a:extLst>
              <a:ext uri="{FF2B5EF4-FFF2-40B4-BE49-F238E27FC236}">
                <a16:creationId xmlns:a16="http://schemas.microsoft.com/office/drawing/2014/main" id="{D506EDD1-9394-B199-3CED-A0B51D09062C}"/>
              </a:ext>
            </a:extLst>
          </p:cNvPr>
          <p:cNvSpPr txBox="1"/>
          <p:nvPr/>
        </p:nvSpPr>
        <p:spPr>
          <a:xfrm>
            <a:off x="5572687" y="1456049"/>
            <a:ext cx="1834364" cy="430887"/>
          </a:xfrm>
          <a:prstGeom prst="rect">
            <a:avLst/>
          </a:prstGeom>
          <a:noFill/>
        </p:spPr>
        <p:txBody>
          <a:bodyPr wrap="square" rtlCol="0">
            <a:spAutoFit/>
          </a:bodyPr>
          <a:lstStyle/>
          <a:p>
            <a:r>
              <a:rPr lang="en-US" sz="1100" b="1" dirty="0">
                <a:solidFill>
                  <a:schemeClr val="bg1"/>
                </a:solidFill>
              </a:rPr>
              <a:t>Check Offer vs Stability Risk</a:t>
            </a:r>
            <a:endParaRPr lang="en-IN" sz="1100" b="1" dirty="0">
              <a:solidFill>
                <a:schemeClr val="bg1"/>
              </a:solidFill>
            </a:endParaRPr>
          </a:p>
        </p:txBody>
      </p:sp>
      <p:sp>
        <p:nvSpPr>
          <p:cNvPr id="29" name="TextBox 28">
            <a:extLst>
              <a:ext uri="{FF2B5EF4-FFF2-40B4-BE49-F238E27FC236}">
                <a16:creationId xmlns:a16="http://schemas.microsoft.com/office/drawing/2014/main" id="{D4F45069-C702-5145-2817-8AAF1EC353C3}"/>
              </a:ext>
            </a:extLst>
          </p:cNvPr>
          <p:cNvSpPr txBox="1"/>
          <p:nvPr/>
        </p:nvSpPr>
        <p:spPr>
          <a:xfrm>
            <a:off x="5572686" y="1874668"/>
            <a:ext cx="1914762" cy="253916"/>
          </a:xfrm>
          <a:prstGeom prst="rect">
            <a:avLst/>
          </a:prstGeom>
          <a:noFill/>
        </p:spPr>
        <p:txBody>
          <a:bodyPr wrap="square" rtlCol="0">
            <a:spAutoFit/>
          </a:bodyPr>
          <a:lstStyle/>
          <a:p>
            <a:r>
              <a:rPr lang="en-US" sz="1050" dirty="0">
                <a:solidFill>
                  <a:srgbClr val="EE7723"/>
                </a:solidFill>
              </a:rPr>
              <a:t>Quitting</a:t>
            </a:r>
            <a:r>
              <a:rPr lang="en-US" sz="1050" dirty="0">
                <a:solidFill>
                  <a:schemeClr val="bg1">
                    <a:lumMod val="50000"/>
                  </a:schemeClr>
                </a:solidFill>
              </a:rPr>
              <a:t> for More Money</a:t>
            </a:r>
            <a:endParaRPr lang="en-IN" sz="1050" dirty="0">
              <a:solidFill>
                <a:schemeClr val="bg1">
                  <a:lumMod val="50000"/>
                </a:schemeClr>
              </a:solidFill>
            </a:endParaRPr>
          </a:p>
        </p:txBody>
      </p:sp>
      <p:grpSp>
        <p:nvGrpSpPr>
          <p:cNvPr id="23" name="Group 22">
            <a:extLst>
              <a:ext uri="{FF2B5EF4-FFF2-40B4-BE49-F238E27FC236}">
                <a16:creationId xmlns:a16="http://schemas.microsoft.com/office/drawing/2014/main" id="{A5696DE6-F45D-467E-2240-91CCF4BEDAB4}"/>
              </a:ext>
            </a:extLst>
          </p:cNvPr>
          <p:cNvGrpSpPr/>
          <p:nvPr/>
        </p:nvGrpSpPr>
        <p:grpSpPr>
          <a:xfrm>
            <a:off x="7102250" y="2167322"/>
            <a:ext cx="304800" cy="287433"/>
            <a:chOff x="9467850" y="2087467"/>
            <a:chExt cx="561975" cy="503333"/>
          </a:xfrm>
        </p:grpSpPr>
        <p:sp>
          <p:nvSpPr>
            <p:cNvPr id="24" name="Oval 23">
              <a:extLst>
                <a:ext uri="{FF2B5EF4-FFF2-40B4-BE49-F238E27FC236}">
                  <a16:creationId xmlns:a16="http://schemas.microsoft.com/office/drawing/2014/main" id="{D61989C9-1FF8-2F73-5FF6-749605569021}"/>
                </a:ext>
              </a:extLst>
            </p:cNvPr>
            <p:cNvSpPr/>
            <p:nvPr/>
          </p:nvSpPr>
          <p:spPr>
            <a:xfrm>
              <a:off x="9467850" y="2087467"/>
              <a:ext cx="561975" cy="503333"/>
            </a:xfrm>
            <a:prstGeom prst="ellipse">
              <a:avLst/>
            </a:prstGeom>
            <a:ln>
              <a:solidFill>
                <a:schemeClr val="tx1">
                  <a:lumMod val="85000"/>
                  <a:lumOff val="1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5" name="Arrow: Right 24">
              <a:extLst>
                <a:ext uri="{FF2B5EF4-FFF2-40B4-BE49-F238E27FC236}">
                  <a16:creationId xmlns:a16="http://schemas.microsoft.com/office/drawing/2014/main" id="{D70F94E7-DD4F-DDED-A7BD-FFC9B408423B}"/>
                </a:ext>
              </a:extLst>
            </p:cNvPr>
            <p:cNvSpPr/>
            <p:nvPr/>
          </p:nvSpPr>
          <p:spPr>
            <a:xfrm>
              <a:off x="9634092" y="2223138"/>
              <a:ext cx="238272" cy="248668"/>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30" name="Group 29">
            <a:extLst>
              <a:ext uri="{FF2B5EF4-FFF2-40B4-BE49-F238E27FC236}">
                <a16:creationId xmlns:a16="http://schemas.microsoft.com/office/drawing/2014/main" id="{4EC286A5-56CD-9A41-2240-2621A6223FB4}"/>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1442E580-CE38-7E81-DC57-C952551B9E20}"/>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B82B3849-B745-2FF6-EE4D-7E45270CD2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6D1B8157-3496-6390-5E4C-EF994169303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sp>
        <p:nvSpPr>
          <p:cNvPr id="2" name="TextBox 1">
            <a:extLst>
              <a:ext uri="{FF2B5EF4-FFF2-40B4-BE49-F238E27FC236}">
                <a16:creationId xmlns:a16="http://schemas.microsoft.com/office/drawing/2014/main" id="{4CD769C4-F4E7-7FAB-E821-F6989C015085}"/>
              </a:ext>
            </a:extLst>
          </p:cNvPr>
          <p:cNvSpPr txBox="1"/>
          <p:nvPr/>
        </p:nvSpPr>
        <p:spPr>
          <a:xfrm>
            <a:off x="7120745" y="831153"/>
            <a:ext cx="381836" cy="369332"/>
          </a:xfrm>
          <a:prstGeom prst="rect">
            <a:avLst/>
          </a:prstGeom>
          <a:noFill/>
        </p:spPr>
        <p:txBody>
          <a:bodyPr wrap="none" rtlCol="0" anchor="ctr">
            <a:spAutoFit/>
          </a:bodyPr>
          <a:lstStyle/>
          <a:p>
            <a:r>
              <a:rPr lang="en-US" dirty="0">
                <a:solidFill>
                  <a:schemeClr val="bg1">
                    <a:lumMod val="75000"/>
                  </a:schemeClr>
                </a:solidFill>
              </a:rPr>
              <a:t>…</a:t>
            </a:r>
            <a:endParaRPr lang="en-IN" dirty="0">
              <a:solidFill>
                <a:schemeClr val="bg1">
                  <a:lumMod val="75000"/>
                </a:schemeClr>
              </a:solidFill>
            </a:endParaRPr>
          </a:p>
        </p:txBody>
      </p:sp>
      <p:sp>
        <p:nvSpPr>
          <p:cNvPr id="53" name="TextBox 52">
            <a:extLst>
              <a:ext uri="{FF2B5EF4-FFF2-40B4-BE49-F238E27FC236}">
                <a16:creationId xmlns:a16="http://schemas.microsoft.com/office/drawing/2014/main" id="{9C52595A-D8C7-B475-B4DF-ED7FE09AA685}"/>
              </a:ext>
            </a:extLst>
          </p:cNvPr>
          <p:cNvSpPr txBox="1"/>
          <p:nvPr/>
        </p:nvSpPr>
        <p:spPr>
          <a:xfrm>
            <a:off x="4705914" y="917876"/>
            <a:ext cx="1436612" cy="253916"/>
          </a:xfrm>
          <a:prstGeom prst="rect">
            <a:avLst/>
          </a:prstGeom>
          <a:noFill/>
        </p:spPr>
        <p:txBody>
          <a:bodyPr wrap="none" rtlCol="0">
            <a:spAutoFit/>
          </a:bodyPr>
          <a:lstStyle/>
          <a:p>
            <a:r>
              <a:rPr lang="en-US" sz="1050" b="1" dirty="0">
                <a:solidFill>
                  <a:srgbClr val="EE7723"/>
                </a:solidFill>
              </a:rPr>
              <a:t>Professional Growth</a:t>
            </a:r>
            <a:endParaRPr lang="en-IN" sz="1050" b="1" dirty="0">
              <a:solidFill>
                <a:srgbClr val="EE7723"/>
              </a:solidFill>
            </a:endParaRPr>
          </a:p>
        </p:txBody>
      </p:sp>
      <p:sp>
        <p:nvSpPr>
          <p:cNvPr id="63" name="TextBox 62">
            <a:extLst>
              <a:ext uri="{FF2B5EF4-FFF2-40B4-BE49-F238E27FC236}">
                <a16:creationId xmlns:a16="http://schemas.microsoft.com/office/drawing/2014/main" id="{4CFB9DA5-AA3C-43BE-53F2-F0D007BB374E}"/>
              </a:ext>
            </a:extLst>
          </p:cNvPr>
          <p:cNvSpPr txBox="1"/>
          <p:nvPr/>
        </p:nvSpPr>
        <p:spPr>
          <a:xfrm>
            <a:off x="4597913" y="2218836"/>
            <a:ext cx="901209" cy="215444"/>
          </a:xfrm>
          <a:prstGeom prst="rect">
            <a:avLst/>
          </a:prstGeom>
          <a:noFill/>
        </p:spPr>
        <p:txBody>
          <a:bodyPr wrap="square" rtlCol="0">
            <a:spAutoFit/>
          </a:bodyPr>
          <a:lstStyle/>
          <a:p>
            <a:pPr algn="ctr"/>
            <a:r>
              <a:rPr lang="en-US" sz="800" dirty="0">
                <a:solidFill>
                  <a:schemeClr val="bg1">
                    <a:lumMod val="85000"/>
                  </a:schemeClr>
                </a:solidFill>
              </a:rPr>
              <a:t>INR 2,499/-</a:t>
            </a:r>
            <a:endParaRPr lang="en-IN" sz="800" dirty="0">
              <a:solidFill>
                <a:schemeClr val="bg1">
                  <a:lumMod val="85000"/>
                </a:schemeClr>
              </a:solidFill>
            </a:endParaRPr>
          </a:p>
        </p:txBody>
      </p:sp>
      <p:sp>
        <p:nvSpPr>
          <p:cNvPr id="64" name="Rectangle: Rounded Corners 63">
            <a:extLst>
              <a:ext uri="{FF2B5EF4-FFF2-40B4-BE49-F238E27FC236}">
                <a16:creationId xmlns:a16="http://schemas.microsoft.com/office/drawing/2014/main" id="{CFDAB370-8EAC-59D4-CC5A-06D663B9890C}"/>
              </a:ext>
            </a:extLst>
          </p:cNvPr>
          <p:cNvSpPr/>
          <p:nvPr/>
        </p:nvSpPr>
        <p:spPr>
          <a:xfrm>
            <a:off x="4505539" y="2699599"/>
            <a:ext cx="2971969" cy="1177817"/>
          </a:xfrm>
          <a:prstGeom prst="roundRect">
            <a:avLst>
              <a:gd name="adj" fmla="val 625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66" name="TextBox 65">
            <a:extLst>
              <a:ext uri="{FF2B5EF4-FFF2-40B4-BE49-F238E27FC236}">
                <a16:creationId xmlns:a16="http://schemas.microsoft.com/office/drawing/2014/main" id="{B1E46EC6-B0E8-C255-F299-5B7FC792AF35}"/>
              </a:ext>
            </a:extLst>
          </p:cNvPr>
          <p:cNvSpPr txBox="1"/>
          <p:nvPr/>
        </p:nvSpPr>
        <p:spPr>
          <a:xfrm>
            <a:off x="5547614" y="2792172"/>
            <a:ext cx="1834364" cy="430887"/>
          </a:xfrm>
          <a:prstGeom prst="rect">
            <a:avLst/>
          </a:prstGeom>
          <a:noFill/>
        </p:spPr>
        <p:txBody>
          <a:bodyPr wrap="square" rtlCol="0">
            <a:spAutoFit/>
          </a:bodyPr>
          <a:lstStyle/>
          <a:p>
            <a:r>
              <a:rPr lang="en-US" sz="1100" b="1" dirty="0">
                <a:solidFill>
                  <a:schemeClr val="bg1"/>
                </a:solidFill>
              </a:rPr>
              <a:t>Check Industry Transition Risk</a:t>
            </a:r>
            <a:endParaRPr lang="en-IN" sz="1100" b="1" dirty="0">
              <a:solidFill>
                <a:schemeClr val="bg1"/>
              </a:solidFill>
            </a:endParaRPr>
          </a:p>
        </p:txBody>
      </p:sp>
      <p:sp>
        <p:nvSpPr>
          <p:cNvPr id="67" name="TextBox 66">
            <a:extLst>
              <a:ext uri="{FF2B5EF4-FFF2-40B4-BE49-F238E27FC236}">
                <a16:creationId xmlns:a16="http://schemas.microsoft.com/office/drawing/2014/main" id="{6F71A2C1-23D4-925D-2085-8840C5E09615}"/>
              </a:ext>
            </a:extLst>
          </p:cNvPr>
          <p:cNvSpPr txBox="1"/>
          <p:nvPr/>
        </p:nvSpPr>
        <p:spPr>
          <a:xfrm>
            <a:off x="5547613" y="3210791"/>
            <a:ext cx="1914762" cy="415498"/>
          </a:xfrm>
          <a:prstGeom prst="rect">
            <a:avLst/>
          </a:prstGeom>
          <a:noFill/>
        </p:spPr>
        <p:txBody>
          <a:bodyPr wrap="square" rtlCol="0">
            <a:spAutoFit/>
          </a:bodyPr>
          <a:lstStyle/>
          <a:p>
            <a:r>
              <a:rPr lang="en-US" sz="1050" dirty="0">
                <a:solidFill>
                  <a:srgbClr val="EE7723"/>
                </a:solidFill>
              </a:rPr>
              <a:t>Switching Industry</a:t>
            </a:r>
            <a:r>
              <a:rPr lang="en-US" sz="1050" dirty="0">
                <a:solidFill>
                  <a:schemeClr val="tx1">
                    <a:lumMod val="50000"/>
                    <a:lumOff val="50000"/>
                  </a:schemeClr>
                </a:solidFill>
              </a:rPr>
              <a:t> Mid-Career</a:t>
            </a:r>
            <a:endParaRPr lang="en-IN" sz="1050" dirty="0">
              <a:solidFill>
                <a:schemeClr val="tx1">
                  <a:lumMod val="50000"/>
                  <a:lumOff val="50000"/>
                </a:schemeClr>
              </a:solidFill>
            </a:endParaRPr>
          </a:p>
        </p:txBody>
      </p:sp>
      <p:grpSp>
        <p:nvGrpSpPr>
          <p:cNvPr id="68" name="Group 67">
            <a:extLst>
              <a:ext uri="{FF2B5EF4-FFF2-40B4-BE49-F238E27FC236}">
                <a16:creationId xmlns:a16="http://schemas.microsoft.com/office/drawing/2014/main" id="{1A86EDA8-1B97-7653-B2F2-590DC4DEB59B}"/>
              </a:ext>
            </a:extLst>
          </p:cNvPr>
          <p:cNvGrpSpPr/>
          <p:nvPr/>
        </p:nvGrpSpPr>
        <p:grpSpPr>
          <a:xfrm>
            <a:off x="7077177" y="3503445"/>
            <a:ext cx="304800" cy="287433"/>
            <a:chOff x="9467850" y="2087467"/>
            <a:chExt cx="561975" cy="503333"/>
          </a:xfrm>
        </p:grpSpPr>
        <p:sp>
          <p:nvSpPr>
            <p:cNvPr id="69" name="Oval 68">
              <a:extLst>
                <a:ext uri="{FF2B5EF4-FFF2-40B4-BE49-F238E27FC236}">
                  <a16:creationId xmlns:a16="http://schemas.microsoft.com/office/drawing/2014/main" id="{778C33C7-BE87-50AC-2E9C-BE8A4A54527B}"/>
                </a:ext>
              </a:extLst>
            </p:cNvPr>
            <p:cNvSpPr/>
            <p:nvPr/>
          </p:nvSpPr>
          <p:spPr>
            <a:xfrm>
              <a:off x="9467850" y="2087467"/>
              <a:ext cx="561975" cy="503333"/>
            </a:xfrm>
            <a:prstGeom prst="ellipse">
              <a:avLst/>
            </a:prstGeom>
            <a:ln>
              <a:solidFill>
                <a:schemeClr val="tx1">
                  <a:lumMod val="85000"/>
                  <a:lumOff val="1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70" name="Arrow: Right 69">
              <a:extLst>
                <a:ext uri="{FF2B5EF4-FFF2-40B4-BE49-F238E27FC236}">
                  <a16:creationId xmlns:a16="http://schemas.microsoft.com/office/drawing/2014/main" id="{49ADA008-C983-7846-6882-34010C148A3F}"/>
                </a:ext>
              </a:extLst>
            </p:cNvPr>
            <p:cNvSpPr/>
            <p:nvPr/>
          </p:nvSpPr>
          <p:spPr>
            <a:xfrm>
              <a:off x="9634092" y="2223138"/>
              <a:ext cx="238272" cy="248668"/>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71" name="TextBox 70">
            <a:extLst>
              <a:ext uri="{FF2B5EF4-FFF2-40B4-BE49-F238E27FC236}">
                <a16:creationId xmlns:a16="http://schemas.microsoft.com/office/drawing/2014/main" id="{593ECC68-BFBD-5831-8E54-880A7BBFF8DC}"/>
              </a:ext>
            </a:extLst>
          </p:cNvPr>
          <p:cNvSpPr txBox="1"/>
          <p:nvPr/>
        </p:nvSpPr>
        <p:spPr>
          <a:xfrm>
            <a:off x="4572840" y="3554959"/>
            <a:ext cx="901209" cy="215444"/>
          </a:xfrm>
          <a:prstGeom prst="rect">
            <a:avLst/>
          </a:prstGeom>
          <a:noFill/>
        </p:spPr>
        <p:txBody>
          <a:bodyPr wrap="square" rtlCol="0">
            <a:spAutoFit/>
          </a:bodyPr>
          <a:lstStyle/>
          <a:p>
            <a:pPr algn="ctr"/>
            <a:r>
              <a:rPr lang="en-US" sz="800" dirty="0">
                <a:solidFill>
                  <a:schemeClr val="bg1">
                    <a:lumMod val="85000"/>
                  </a:schemeClr>
                </a:solidFill>
              </a:rPr>
              <a:t>INR 3,999/-</a:t>
            </a:r>
            <a:endParaRPr lang="en-IN" sz="800" dirty="0">
              <a:solidFill>
                <a:schemeClr val="bg1">
                  <a:lumMod val="85000"/>
                </a:schemeClr>
              </a:solidFill>
            </a:endParaRPr>
          </a:p>
        </p:txBody>
      </p:sp>
      <p:sp>
        <p:nvSpPr>
          <p:cNvPr id="72" name="Rectangle: Rounded Corners 71">
            <a:extLst>
              <a:ext uri="{FF2B5EF4-FFF2-40B4-BE49-F238E27FC236}">
                <a16:creationId xmlns:a16="http://schemas.microsoft.com/office/drawing/2014/main" id="{4160C86F-2B2D-88F9-1986-159E173AA257}"/>
              </a:ext>
            </a:extLst>
          </p:cNvPr>
          <p:cNvSpPr/>
          <p:nvPr/>
        </p:nvSpPr>
        <p:spPr>
          <a:xfrm>
            <a:off x="4500740" y="4041845"/>
            <a:ext cx="2971969" cy="1177817"/>
          </a:xfrm>
          <a:prstGeom prst="roundRect">
            <a:avLst>
              <a:gd name="adj" fmla="val 625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74" name="TextBox 73">
            <a:extLst>
              <a:ext uri="{FF2B5EF4-FFF2-40B4-BE49-F238E27FC236}">
                <a16:creationId xmlns:a16="http://schemas.microsoft.com/office/drawing/2014/main" id="{69FF5888-332D-5ED9-B8D6-9BED5D2234E2}"/>
              </a:ext>
            </a:extLst>
          </p:cNvPr>
          <p:cNvSpPr txBox="1"/>
          <p:nvPr/>
        </p:nvSpPr>
        <p:spPr>
          <a:xfrm>
            <a:off x="5542815" y="4134418"/>
            <a:ext cx="1834364" cy="430887"/>
          </a:xfrm>
          <a:prstGeom prst="rect">
            <a:avLst/>
          </a:prstGeom>
          <a:noFill/>
        </p:spPr>
        <p:txBody>
          <a:bodyPr wrap="square" rtlCol="0">
            <a:spAutoFit/>
          </a:bodyPr>
          <a:lstStyle/>
          <a:p>
            <a:r>
              <a:rPr lang="en-US" sz="1100" b="1" dirty="0">
                <a:solidFill>
                  <a:schemeClr val="bg1"/>
                </a:solidFill>
              </a:rPr>
              <a:t>Check Relocation Trade-off</a:t>
            </a:r>
            <a:endParaRPr lang="en-IN" sz="1100" b="1" dirty="0">
              <a:solidFill>
                <a:schemeClr val="bg1"/>
              </a:solidFill>
            </a:endParaRPr>
          </a:p>
        </p:txBody>
      </p:sp>
      <p:sp>
        <p:nvSpPr>
          <p:cNvPr id="75" name="TextBox 74">
            <a:extLst>
              <a:ext uri="{FF2B5EF4-FFF2-40B4-BE49-F238E27FC236}">
                <a16:creationId xmlns:a16="http://schemas.microsoft.com/office/drawing/2014/main" id="{EF159FEE-C440-F189-8F13-9C85E0BAD2B6}"/>
              </a:ext>
            </a:extLst>
          </p:cNvPr>
          <p:cNvSpPr txBox="1"/>
          <p:nvPr/>
        </p:nvSpPr>
        <p:spPr>
          <a:xfrm>
            <a:off x="5542814" y="4553037"/>
            <a:ext cx="1914762" cy="253916"/>
          </a:xfrm>
          <a:prstGeom prst="rect">
            <a:avLst/>
          </a:prstGeom>
          <a:noFill/>
        </p:spPr>
        <p:txBody>
          <a:bodyPr wrap="square" rtlCol="0">
            <a:spAutoFit/>
          </a:bodyPr>
          <a:lstStyle/>
          <a:p>
            <a:r>
              <a:rPr lang="en-US" sz="1050" dirty="0">
                <a:solidFill>
                  <a:srgbClr val="EE7723"/>
                </a:solidFill>
              </a:rPr>
              <a:t>Relocating </a:t>
            </a:r>
            <a:r>
              <a:rPr lang="en-US" sz="1050" dirty="0">
                <a:solidFill>
                  <a:schemeClr val="tx1">
                    <a:lumMod val="50000"/>
                    <a:lumOff val="50000"/>
                  </a:schemeClr>
                </a:solidFill>
              </a:rPr>
              <a:t>for a Job</a:t>
            </a:r>
            <a:endParaRPr lang="en-IN" sz="1050" dirty="0">
              <a:solidFill>
                <a:schemeClr val="tx1">
                  <a:lumMod val="50000"/>
                  <a:lumOff val="50000"/>
                </a:schemeClr>
              </a:solidFill>
            </a:endParaRPr>
          </a:p>
        </p:txBody>
      </p:sp>
      <p:grpSp>
        <p:nvGrpSpPr>
          <p:cNvPr id="76" name="Group 75">
            <a:extLst>
              <a:ext uri="{FF2B5EF4-FFF2-40B4-BE49-F238E27FC236}">
                <a16:creationId xmlns:a16="http://schemas.microsoft.com/office/drawing/2014/main" id="{5F6607E8-9621-E0C0-D5D1-7E51F31E2338}"/>
              </a:ext>
            </a:extLst>
          </p:cNvPr>
          <p:cNvGrpSpPr/>
          <p:nvPr/>
        </p:nvGrpSpPr>
        <p:grpSpPr>
          <a:xfrm>
            <a:off x="7072378" y="4845691"/>
            <a:ext cx="304800" cy="287433"/>
            <a:chOff x="9467850" y="2087467"/>
            <a:chExt cx="561975" cy="503333"/>
          </a:xfrm>
        </p:grpSpPr>
        <p:sp>
          <p:nvSpPr>
            <p:cNvPr id="77" name="Oval 76">
              <a:extLst>
                <a:ext uri="{FF2B5EF4-FFF2-40B4-BE49-F238E27FC236}">
                  <a16:creationId xmlns:a16="http://schemas.microsoft.com/office/drawing/2014/main" id="{E979EE3F-F889-59E7-4F60-41F3DBACEB55}"/>
                </a:ext>
              </a:extLst>
            </p:cNvPr>
            <p:cNvSpPr/>
            <p:nvPr/>
          </p:nvSpPr>
          <p:spPr>
            <a:xfrm>
              <a:off x="9467850" y="2087467"/>
              <a:ext cx="561975" cy="503333"/>
            </a:xfrm>
            <a:prstGeom prst="ellipse">
              <a:avLst/>
            </a:prstGeom>
            <a:ln>
              <a:solidFill>
                <a:schemeClr val="tx1">
                  <a:lumMod val="85000"/>
                  <a:lumOff val="1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78" name="Arrow: Right 77">
              <a:extLst>
                <a:ext uri="{FF2B5EF4-FFF2-40B4-BE49-F238E27FC236}">
                  <a16:creationId xmlns:a16="http://schemas.microsoft.com/office/drawing/2014/main" id="{6C1E4D70-D262-180C-3EE7-03A8C0F56D78}"/>
                </a:ext>
              </a:extLst>
            </p:cNvPr>
            <p:cNvSpPr/>
            <p:nvPr/>
          </p:nvSpPr>
          <p:spPr>
            <a:xfrm>
              <a:off x="9634092" y="2223138"/>
              <a:ext cx="238272" cy="248668"/>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79" name="TextBox 78">
            <a:extLst>
              <a:ext uri="{FF2B5EF4-FFF2-40B4-BE49-F238E27FC236}">
                <a16:creationId xmlns:a16="http://schemas.microsoft.com/office/drawing/2014/main" id="{046F157C-B442-C964-7ABE-33F8BB08EB39}"/>
              </a:ext>
            </a:extLst>
          </p:cNvPr>
          <p:cNvSpPr txBox="1"/>
          <p:nvPr/>
        </p:nvSpPr>
        <p:spPr>
          <a:xfrm>
            <a:off x="4568041" y="4897205"/>
            <a:ext cx="901209" cy="215444"/>
          </a:xfrm>
          <a:prstGeom prst="rect">
            <a:avLst/>
          </a:prstGeom>
          <a:noFill/>
        </p:spPr>
        <p:txBody>
          <a:bodyPr wrap="square" rtlCol="0">
            <a:spAutoFit/>
          </a:bodyPr>
          <a:lstStyle/>
          <a:p>
            <a:pPr algn="ctr"/>
            <a:r>
              <a:rPr lang="en-US" sz="800" dirty="0">
                <a:solidFill>
                  <a:schemeClr val="bg1">
                    <a:lumMod val="85000"/>
                  </a:schemeClr>
                </a:solidFill>
              </a:rPr>
              <a:t>INR 2,999/-</a:t>
            </a:r>
            <a:endParaRPr lang="en-IN" sz="800" dirty="0">
              <a:solidFill>
                <a:schemeClr val="bg1">
                  <a:lumMod val="85000"/>
                </a:schemeClr>
              </a:solidFill>
            </a:endParaRPr>
          </a:p>
        </p:txBody>
      </p:sp>
      <p:sp>
        <p:nvSpPr>
          <p:cNvPr id="80" name="Rectangle: Rounded Corners 79">
            <a:extLst>
              <a:ext uri="{FF2B5EF4-FFF2-40B4-BE49-F238E27FC236}">
                <a16:creationId xmlns:a16="http://schemas.microsoft.com/office/drawing/2014/main" id="{49454A0E-68CB-D2E5-593D-D5417D2DE67F}"/>
              </a:ext>
            </a:extLst>
          </p:cNvPr>
          <p:cNvSpPr/>
          <p:nvPr/>
        </p:nvSpPr>
        <p:spPr>
          <a:xfrm>
            <a:off x="4500740" y="5379484"/>
            <a:ext cx="2971969" cy="1177817"/>
          </a:xfrm>
          <a:prstGeom prst="roundRect">
            <a:avLst>
              <a:gd name="adj" fmla="val 625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82" name="TextBox 81">
            <a:extLst>
              <a:ext uri="{FF2B5EF4-FFF2-40B4-BE49-F238E27FC236}">
                <a16:creationId xmlns:a16="http://schemas.microsoft.com/office/drawing/2014/main" id="{03EEADB1-B75D-E061-9D1B-30A96AE21604}"/>
              </a:ext>
            </a:extLst>
          </p:cNvPr>
          <p:cNvSpPr txBox="1"/>
          <p:nvPr/>
        </p:nvSpPr>
        <p:spPr>
          <a:xfrm>
            <a:off x="5542815" y="5472057"/>
            <a:ext cx="1834364" cy="430887"/>
          </a:xfrm>
          <a:prstGeom prst="rect">
            <a:avLst/>
          </a:prstGeom>
          <a:noFill/>
        </p:spPr>
        <p:txBody>
          <a:bodyPr wrap="square" rtlCol="0">
            <a:spAutoFit/>
          </a:bodyPr>
          <a:lstStyle/>
          <a:p>
            <a:r>
              <a:rPr lang="en-US" sz="1100" b="1" dirty="0">
                <a:solidFill>
                  <a:schemeClr val="bg1"/>
                </a:solidFill>
              </a:rPr>
              <a:t>Check Passion-to-Profession Risk</a:t>
            </a:r>
            <a:endParaRPr lang="en-IN" sz="1100" b="1" dirty="0">
              <a:solidFill>
                <a:schemeClr val="bg1"/>
              </a:solidFill>
            </a:endParaRPr>
          </a:p>
        </p:txBody>
      </p:sp>
      <p:sp>
        <p:nvSpPr>
          <p:cNvPr id="83" name="TextBox 82">
            <a:extLst>
              <a:ext uri="{FF2B5EF4-FFF2-40B4-BE49-F238E27FC236}">
                <a16:creationId xmlns:a16="http://schemas.microsoft.com/office/drawing/2014/main" id="{AFE9F026-3367-1D92-7D18-E3F661065524}"/>
              </a:ext>
            </a:extLst>
          </p:cNvPr>
          <p:cNvSpPr txBox="1"/>
          <p:nvPr/>
        </p:nvSpPr>
        <p:spPr>
          <a:xfrm>
            <a:off x="5542814" y="5890676"/>
            <a:ext cx="1914762" cy="253916"/>
          </a:xfrm>
          <a:prstGeom prst="rect">
            <a:avLst/>
          </a:prstGeom>
          <a:noFill/>
        </p:spPr>
        <p:txBody>
          <a:bodyPr wrap="square" rtlCol="0">
            <a:spAutoFit/>
          </a:bodyPr>
          <a:lstStyle/>
          <a:p>
            <a:r>
              <a:rPr lang="en-US" sz="1050" dirty="0">
                <a:solidFill>
                  <a:srgbClr val="EE7723"/>
                </a:solidFill>
              </a:rPr>
              <a:t>Relocating </a:t>
            </a:r>
            <a:r>
              <a:rPr lang="en-US" sz="1050" dirty="0">
                <a:solidFill>
                  <a:schemeClr val="tx1">
                    <a:lumMod val="50000"/>
                    <a:lumOff val="50000"/>
                  </a:schemeClr>
                </a:solidFill>
              </a:rPr>
              <a:t>for a Job</a:t>
            </a:r>
            <a:endParaRPr lang="en-IN" sz="1050" dirty="0">
              <a:solidFill>
                <a:schemeClr val="tx1">
                  <a:lumMod val="50000"/>
                  <a:lumOff val="50000"/>
                </a:schemeClr>
              </a:solidFill>
            </a:endParaRPr>
          </a:p>
        </p:txBody>
      </p:sp>
      <p:grpSp>
        <p:nvGrpSpPr>
          <p:cNvPr id="84" name="Group 83">
            <a:extLst>
              <a:ext uri="{FF2B5EF4-FFF2-40B4-BE49-F238E27FC236}">
                <a16:creationId xmlns:a16="http://schemas.microsoft.com/office/drawing/2014/main" id="{8EB0583C-E537-E368-EB11-C0DC352F4B42}"/>
              </a:ext>
            </a:extLst>
          </p:cNvPr>
          <p:cNvGrpSpPr/>
          <p:nvPr/>
        </p:nvGrpSpPr>
        <p:grpSpPr>
          <a:xfrm>
            <a:off x="7072378" y="6183330"/>
            <a:ext cx="304800" cy="287433"/>
            <a:chOff x="9467850" y="2087467"/>
            <a:chExt cx="561975" cy="503333"/>
          </a:xfrm>
        </p:grpSpPr>
        <p:sp>
          <p:nvSpPr>
            <p:cNvPr id="85" name="Oval 84">
              <a:extLst>
                <a:ext uri="{FF2B5EF4-FFF2-40B4-BE49-F238E27FC236}">
                  <a16:creationId xmlns:a16="http://schemas.microsoft.com/office/drawing/2014/main" id="{24F5D468-5E22-BC0E-95A9-B513022441A7}"/>
                </a:ext>
              </a:extLst>
            </p:cNvPr>
            <p:cNvSpPr/>
            <p:nvPr/>
          </p:nvSpPr>
          <p:spPr>
            <a:xfrm>
              <a:off x="9467850" y="2087467"/>
              <a:ext cx="561975" cy="503333"/>
            </a:xfrm>
            <a:prstGeom prst="ellipse">
              <a:avLst/>
            </a:prstGeom>
            <a:ln>
              <a:solidFill>
                <a:schemeClr val="tx1">
                  <a:lumMod val="85000"/>
                  <a:lumOff val="1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86" name="Arrow: Right 85">
              <a:extLst>
                <a:ext uri="{FF2B5EF4-FFF2-40B4-BE49-F238E27FC236}">
                  <a16:creationId xmlns:a16="http://schemas.microsoft.com/office/drawing/2014/main" id="{4F761A3E-3BF8-3951-7EBE-78A099027CCF}"/>
                </a:ext>
              </a:extLst>
            </p:cNvPr>
            <p:cNvSpPr/>
            <p:nvPr/>
          </p:nvSpPr>
          <p:spPr>
            <a:xfrm>
              <a:off x="9634092" y="2223138"/>
              <a:ext cx="238272" cy="248668"/>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87" name="TextBox 86">
            <a:extLst>
              <a:ext uri="{FF2B5EF4-FFF2-40B4-BE49-F238E27FC236}">
                <a16:creationId xmlns:a16="http://schemas.microsoft.com/office/drawing/2014/main" id="{6EA1A808-F0B0-5848-D8F0-B5F1F274DDFC}"/>
              </a:ext>
            </a:extLst>
          </p:cNvPr>
          <p:cNvSpPr txBox="1"/>
          <p:nvPr/>
        </p:nvSpPr>
        <p:spPr>
          <a:xfrm>
            <a:off x="4568041" y="6234844"/>
            <a:ext cx="901209" cy="215444"/>
          </a:xfrm>
          <a:prstGeom prst="rect">
            <a:avLst/>
          </a:prstGeom>
          <a:noFill/>
        </p:spPr>
        <p:txBody>
          <a:bodyPr wrap="square" rtlCol="0">
            <a:spAutoFit/>
          </a:bodyPr>
          <a:lstStyle/>
          <a:p>
            <a:pPr algn="ctr"/>
            <a:r>
              <a:rPr lang="en-US" sz="800" dirty="0">
                <a:solidFill>
                  <a:schemeClr val="bg1">
                    <a:lumMod val="85000"/>
                  </a:schemeClr>
                </a:solidFill>
              </a:rPr>
              <a:t>INR 2,999/-</a:t>
            </a:r>
            <a:endParaRPr lang="en-IN" sz="800" dirty="0">
              <a:solidFill>
                <a:schemeClr val="bg1">
                  <a:lumMod val="85000"/>
                </a:schemeClr>
              </a:solidFill>
            </a:endParaRPr>
          </a:p>
        </p:txBody>
      </p:sp>
      <p:pic>
        <p:nvPicPr>
          <p:cNvPr id="89" name="Graphic 88" descr="Construction worker female outline">
            <a:extLst>
              <a:ext uri="{FF2B5EF4-FFF2-40B4-BE49-F238E27FC236}">
                <a16:creationId xmlns:a16="http://schemas.microsoft.com/office/drawing/2014/main" id="{4E5054A4-BB84-F892-03DE-FECF31AB634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59805" y="5587063"/>
            <a:ext cx="533541" cy="533541"/>
          </a:xfrm>
          <a:prstGeom prst="rect">
            <a:avLst/>
          </a:prstGeom>
        </p:spPr>
      </p:pic>
      <p:pic>
        <p:nvPicPr>
          <p:cNvPr id="91" name="Graphic 90" descr="Take Off outline">
            <a:extLst>
              <a:ext uri="{FF2B5EF4-FFF2-40B4-BE49-F238E27FC236}">
                <a16:creationId xmlns:a16="http://schemas.microsoft.com/office/drawing/2014/main" id="{2AB7B1D7-975F-6F4B-688E-468A6EC501A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59805" y="4221575"/>
            <a:ext cx="533541" cy="533541"/>
          </a:xfrm>
          <a:prstGeom prst="rect">
            <a:avLst/>
          </a:prstGeom>
        </p:spPr>
      </p:pic>
      <p:pic>
        <p:nvPicPr>
          <p:cNvPr id="93" name="Graphic 92" descr="Factory outline">
            <a:extLst>
              <a:ext uri="{FF2B5EF4-FFF2-40B4-BE49-F238E27FC236}">
                <a16:creationId xmlns:a16="http://schemas.microsoft.com/office/drawing/2014/main" id="{343443B7-7F6C-0AD8-9B87-55DCBFB9563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59805" y="2856989"/>
            <a:ext cx="533541" cy="533541"/>
          </a:xfrm>
          <a:prstGeom prst="rect">
            <a:avLst/>
          </a:prstGeom>
        </p:spPr>
      </p:pic>
      <p:pic>
        <p:nvPicPr>
          <p:cNvPr id="95" name="Graphic 94" descr="Document outline">
            <a:extLst>
              <a:ext uri="{FF2B5EF4-FFF2-40B4-BE49-F238E27FC236}">
                <a16:creationId xmlns:a16="http://schemas.microsoft.com/office/drawing/2014/main" id="{E28B1115-1DC7-0009-A921-0D76412408E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751874" y="1504794"/>
            <a:ext cx="533541" cy="533541"/>
          </a:xfrm>
          <a:prstGeom prst="rect">
            <a:avLst/>
          </a:prstGeom>
        </p:spPr>
      </p:pic>
      <p:pic>
        <p:nvPicPr>
          <p:cNvPr id="96" name="Graphic 95" descr="Office Chair outline">
            <a:extLst>
              <a:ext uri="{FF2B5EF4-FFF2-40B4-BE49-F238E27FC236}">
                <a16:creationId xmlns:a16="http://schemas.microsoft.com/office/drawing/2014/main" id="{B4777D57-BA8E-EC56-B8B7-265DD467262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502962" y="904327"/>
            <a:ext cx="256843" cy="256843"/>
          </a:xfrm>
          <a:prstGeom prst="rect">
            <a:avLst/>
          </a:prstGeom>
        </p:spPr>
      </p:pic>
      <p:cxnSp>
        <p:nvCxnSpPr>
          <p:cNvPr id="3" name="Straight Connector 2">
            <a:extLst>
              <a:ext uri="{FF2B5EF4-FFF2-40B4-BE49-F238E27FC236}">
                <a16:creationId xmlns:a16="http://schemas.microsoft.com/office/drawing/2014/main" id="{91DC590E-68DE-C2AD-33C2-E6ED49CA2406}"/>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C9E1FA87-8F68-1E42-0A48-045D733E6219}"/>
              </a:ext>
            </a:extLst>
          </p:cNvPr>
          <p:cNvSpPr txBox="1"/>
          <p:nvPr/>
        </p:nvSpPr>
        <p:spPr>
          <a:xfrm>
            <a:off x="1657590" y="1135462"/>
            <a:ext cx="1436613" cy="646331"/>
          </a:xfrm>
          <a:prstGeom prst="rect">
            <a:avLst/>
          </a:prstGeom>
          <a:noFill/>
        </p:spPr>
        <p:txBody>
          <a:bodyPr wrap="square" rtlCol="0">
            <a:spAutoFit/>
          </a:bodyPr>
          <a:lstStyle/>
          <a:p>
            <a:pPr algn="r"/>
            <a:r>
              <a:rPr lang="en-US" sz="900" dirty="0">
                <a:solidFill>
                  <a:schemeClr val="bg1">
                    <a:lumMod val="65000"/>
                  </a:schemeClr>
                </a:solidFill>
              </a:rPr>
              <a:t>This is the label which will tell the name of the screen. It should have its own unique icon.</a:t>
            </a:r>
            <a:endParaRPr lang="en-IN" sz="900" dirty="0">
              <a:solidFill>
                <a:schemeClr val="bg1">
                  <a:lumMod val="65000"/>
                </a:schemeClr>
              </a:solidFill>
            </a:endParaRPr>
          </a:p>
        </p:txBody>
      </p:sp>
      <p:cxnSp>
        <p:nvCxnSpPr>
          <p:cNvPr id="5" name="Connector: Elbow 4">
            <a:extLst>
              <a:ext uri="{FF2B5EF4-FFF2-40B4-BE49-F238E27FC236}">
                <a16:creationId xmlns:a16="http://schemas.microsoft.com/office/drawing/2014/main" id="{96FB7C6E-3ABC-0460-3A2E-9BCAA43509F9}"/>
              </a:ext>
            </a:extLst>
          </p:cNvPr>
          <p:cNvCxnSpPr>
            <a:cxnSpLocks/>
            <a:stCxn id="4" idx="3"/>
          </p:cNvCxnSpPr>
          <p:nvPr/>
        </p:nvCxnSpPr>
        <p:spPr>
          <a:xfrm flipV="1">
            <a:off x="3094203" y="1028700"/>
            <a:ext cx="1041877" cy="42992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669518B5-BADF-AF44-F202-05FD8369C6F5}"/>
              </a:ext>
            </a:extLst>
          </p:cNvPr>
          <p:cNvSpPr txBox="1"/>
          <p:nvPr/>
        </p:nvSpPr>
        <p:spPr>
          <a:xfrm>
            <a:off x="889554" y="3808394"/>
            <a:ext cx="2288684" cy="784830"/>
          </a:xfrm>
          <a:prstGeom prst="rect">
            <a:avLst/>
          </a:prstGeom>
          <a:noFill/>
        </p:spPr>
        <p:txBody>
          <a:bodyPr wrap="square" rtlCol="0">
            <a:spAutoFit/>
          </a:bodyPr>
          <a:lstStyle/>
          <a:p>
            <a:pPr algn="r"/>
            <a:r>
              <a:rPr lang="en-US" sz="900" dirty="0">
                <a:solidFill>
                  <a:schemeClr val="bg1">
                    <a:lumMod val="65000"/>
                  </a:schemeClr>
                </a:solidFill>
              </a:rPr>
              <a:t>There will be 2 amount pre-defined. One for India users and another for outside India users. If user is in India, the price will be INR mode. If user in outside India, then price will be Dollar mode.</a:t>
            </a:r>
            <a:endParaRPr lang="en-IN" sz="900" dirty="0">
              <a:solidFill>
                <a:schemeClr val="bg1">
                  <a:lumMod val="65000"/>
                </a:schemeClr>
              </a:solidFill>
            </a:endParaRPr>
          </a:p>
        </p:txBody>
      </p:sp>
      <p:cxnSp>
        <p:nvCxnSpPr>
          <p:cNvPr id="9" name="Connector: Elbow 8">
            <a:extLst>
              <a:ext uri="{FF2B5EF4-FFF2-40B4-BE49-F238E27FC236}">
                <a16:creationId xmlns:a16="http://schemas.microsoft.com/office/drawing/2014/main" id="{77AC9E82-1811-7978-91A3-50CE4474B4D1}"/>
              </a:ext>
            </a:extLst>
          </p:cNvPr>
          <p:cNvCxnSpPr>
            <a:cxnSpLocks/>
            <a:stCxn id="8" idx="3"/>
          </p:cNvCxnSpPr>
          <p:nvPr/>
        </p:nvCxnSpPr>
        <p:spPr>
          <a:xfrm flipV="1">
            <a:off x="3178238" y="3701632"/>
            <a:ext cx="1041876" cy="499177"/>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6371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D670B-7605-6B2F-0678-A1D23DE3B54E}"/>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594B49F1-DE12-778E-A5DA-EFF3B6EEF864}"/>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B1892CF0-76C3-F35A-6E4B-ADC11D7F37E8}"/>
              </a:ext>
            </a:extLst>
          </p:cNvPr>
          <p:cNvSpPr/>
          <p:nvPr/>
        </p:nvSpPr>
        <p:spPr>
          <a:xfrm>
            <a:off x="4530612" y="1363476"/>
            <a:ext cx="2971969" cy="1177817"/>
          </a:xfrm>
          <a:prstGeom prst="roundRect">
            <a:avLst>
              <a:gd name="adj" fmla="val 625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28" name="TextBox 27">
            <a:extLst>
              <a:ext uri="{FF2B5EF4-FFF2-40B4-BE49-F238E27FC236}">
                <a16:creationId xmlns:a16="http://schemas.microsoft.com/office/drawing/2014/main" id="{66324AA5-64B4-B24B-0DA6-54F36F4FEFEB}"/>
              </a:ext>
            </a:extLst>
          </p:cNvPr>
          <p:cNvSpPr txBox="1"/>
          <p:nvPr/>
        </p:nvSpPr>
        <p:spPr>
          <a:xfrm>
            <a:off x="5572687" y="1456049"/>
            <a:ext cx="1834364" cy="430887"/>
          </a:xfrm>
          <a:prstGeom prst="rect">
            <a:avLst/>
          </a:prstGeom>
          <a:noFill/>
        </p:spPr>
        <p:txBody>
          <a:bodyPr wrap="square" rtlCol="0">
            <a:spAutoFit/>
          </a:bodyPr>
          <a:lstStyle/>
          <a:p>
            <a:r>
              <a:rPr lang="en-US" sz="1100" b="1" dirty="0">
                <a:solidFill>
                  <a:schemeClr val="bg1"/>
                </a:solidFill>
              </a:rPr>
              <a:t>Check Offer vs Stability Risk</a:t>
            </a:r>
            <a:endParaRPr lang="en-IN" sz="1100" b="1" dirty="0">
              <a:solidFill>
                <a:schemeClr val="bg1"/>
              </a:solidFill>
            </a:endParaRPr>
          </a:p>
        </p:txBody>
      </p:sp>
      <p:sp>
        <p:nvSpPr>
          <p:cNvPr id="29" name="TextBox 28">
            <a:extLst>
              <a:ext uri="{FF2B5EF4-FFF2-40B4-BE49-F238E27FC236}">
                <a16:creationId xmlns:a16="http://schemas.microsoft.com/office/drawing/2014/main" id="{459CA828-F34D-421D-BDE9-E7B3E3627A91}"/>
              </a:ext>
            </a:extLst>
          </p:cNvPr>
          <p:cNvSpPr txBox="1"/>
          <p:nvPr/>
        </p:nvSpPr>
        <p:spPr>
          <a:xfrm>
            <a:off x="5572686" y="1874668"/>
            <a:ext cx="1914762" cy="253916"/>
          </a:xfrm>
          <a:prstGeom prst="rect">
            <a:avLst/>
          </a:prstGeom>
          <a:noFill/>
        </p:spPr>
        <p:txBody>
          <a:bodyPr wrap="square" rtlCol="0">
            <a:spAutoFit/>
          </a:bodyPr>
          <a:lstStyle/>
          <a:p>
            <a:r>
              <a:rPr lang="en-US" sz="1050" dirty="0">
                <a:solidFill>
                  <a:srgbClr val="EE7723"/>
                </a:solidFill>
              </a:rPr>
              <a:t>Quitting</a:t>
            </a:r>
            <a:r>
              <a:rPr lang="en-US" sz="1050" dirty="0">
                <a:solidFill>
                  <a:schemeClr val="bg1">
                    <a:lumMod val="50000"/>
                  </a:schemeClr>
                </a:solidFill>
              </a:rPr>
              <a:t> for More Money</a:t>
            </a:r>
            <a:endParaRPr lang="en-IN" sz="1050" dirty="0">
              <a:solidFill>
                <a:schemeClr val="bg1">
                  <a:lumMod val="50000"/>
                </a:schemeClr>
              </a:solidFill>
            </a:endParaRPr>
          </a:p>
        </p:txBody>
      </p:sp>
      <p:grpSp>
        <p:nvGrpSpPr>
          <p:cNvPr id="23" name="Group 22">
            <a:extLst>
              <a:ext uri="{FF2B5EF4-FFF2-40B4-BE49-F238E27FC236}">
                <a16:creationId xmlns:a16="http://schemas.microsoft.com/office/drawing/2014/main" id="{5332E707-C87F-16AA-1EAF-F7AAEAD0C012}"/>
              </a:ext>
            </a:extLst>
          </p:cNvPr>
          <p:cNvGrpSpPr/>
          <p:nvPr/>
        </p:nvGrpSpPr>
        <p:grpSpPr>
          <a:xfrm>
            <a:off x="7102250" y="2167322"/>
            <a:ext cx="304800" cy="287433"/>
            <a:chOff x="9467850" y="2087467"/>
            <a:chExt cx="561975" cy="503333"/>
          </a:xfrm>
        </p:grpSpPr>
        <p:sp>
          <p:nvSpPr>
            <p:cNvPr id="24" name="Oval 23">
              <a:extLst>
                <a:ext uri="{FF2B5EF4-FFF2-40B4-BE49-F238E27FC236}">
                  <a16:creationId xmlns:a16="http://schemas.microsoft.com/office/drawing/2014/main" id="{E55662C9-8392-9DA3-103C-685E15DC7D5E}"/>
                </a:ext>
              </a:extLst>
            </p:cNvPr>
            <p:cNvSpPr/>
            <p:nvPr/>
          </p:nvSpPr>
          <p:spPr>
            <a:xfrm>
              <a:off x="9467850" y="2087467"/>
              <a:ext cx="561975" cy="503333"/>
            </a:xfrm>
            <a:prstGeom prst="ellipse">
              <a:avLst/>
            </a:prstGeom>
            <a:ln>
              <a:solidFill>
                <a:schemeClr val="tx1">
                  <a:lumMod val="85000"/>
                  <a:lumOff val="1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5" name="Arrow: Right 24">
              <a:extLst>
                <a:ext uri="{FF2B5EF4-FFF2-40B4-BE49-F238E27FC236}">
                  <a16:creationId xmlns:a16="http://schemas.microsoft.com/office/drawing/2014/main" id="{0BD73BD1-10FE-3542-1AA0-3E29476578C6}"/>
                </a:ext>
              </a:extLst>
            </p:cNvPr>
            <p:cNvSpPr/>
            <p:nvPr/>
          </p:nvSpPr>
          <p:spPr>
            <a:xfrm>
              <a:off x="9634092" y="2223138"/>
              <a:ext cx="238272" cy="248668"/>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30" name="Group 29">
            <a:extLst>
              <a:ext uri="{FF2B5EF4-FFF2-40B4-BE49-F238E27FC236}">
                <a16:creationId xmlns:a16="http://schemas.microsoft.com/office/drawing/2014/main" id="{DDD77833-2037-F803-AA04-D5030ACC9750}"/>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B2F95591-2115-BED3-8206-45330752D43D}"/>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226F1585-C844-E5A2-F7EC-012DFAE749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018271CC-58FB-13BB-D7BF-FC67EDAD51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sp>
        <p:nvSpPr>
          <p:cNvPr id="2" name="TextBox 1">
            <a:extLst>
              <a:ext uri="{FF2B5EF4-FFF2-40B4-BE49-F238E27FC236}">
                <a16:creationId xmlns:a16="http://schemas.microsoft.com/office/drawing/2014/main" id="{5AA717B5-3813-ED13-CF7A-2394ACD9C55F}"/>
              </a:ext>
            </a:extLst>
          </p:cNvPr>
          <p:cNvSpPr txBox="1"/>
          <p:nvPr/>
        </p:nvSpPr>
        <p:spPr>
          <a:xfrm>
            <a:off x="7120745" y="831153"/>
            <a:ext cx="381836" cy="369332"/>
          </a:xfrm>
          <a:prstGeom prst="rect">
            <a:avLst/>
          </a:prstGeom>
          <a:noFill/>
        </p:spPr>
        <p:txBody>
          <a:bodyPr wrap="none" rtlCol="0" anchor="ctr">
            <a:spAutoFit/>
          </a:bodyPr>
          <a:lstStyle/>
          <a:p>
            <a:r>
              <a:rPr lang="en-US" dirty="0">
                <a:solidFill>
                  <a:schemeClr val="bg1">
                    <a:lumMod val="75000"/>
                  </a:schemeClr>
                </a:solidFill>
              </a:rPr>
              <a:t>…</a:t>
            </a:r>
            <a:endParaRPr lang="en-IN" dirty="0">
              <a:solidFill>
                <a:schemeClr val="bg1">
                  <a:lumMod val="75000"/>
                </a:schemeClr>
              </a:solidFill>
            </a:endParaRPr>
          </a:p>
        </p:txBody>
      </p:sp>
      <p:sp>
        <p:nvSpPr>
          <p:cNvPr id="53" name="TextBox 52">
            <a:extLst>
              <a:ext uri="{FF2B5EF4-FFF2-40B4-BE49-F238E27FC236}">
                <a16:creationId xmlns:a16="http://schemas.microsoft.com/office/drawing/2014/main" id="{2AEBA714-3DCA-7DD9-F772-46B74B50A7CC}"/>
              </a:ext>
            </a:extLst>
          </p:cNvPr>
          <p:cNvSpPr txBox="1"/>
          <p:nvPr/>
        </p:nvSpPr>
        <p:spPr>
          <a:xfrm>
            <a:off x="4705914" y="917876"/>
            <a:ext cx="1436612" cy="253916"/>
          </a:xfrm>
          <a:prstGeom prst="rect">
            <a:avLst/>
          </a:prstGeom>
          <a:noFill/>
        </p:spPr>
        <p:txBody>
          <a:bodyPr wrap="none" rtlCol="0">
            <a:spAutoFit/>
          </a:bodyPr>
          <a:lstStyle/>
          <a:p>
            <a:r>
              <a:rPr lang="en-US" sz="1050" b="1" dirty="0">
                <a:solidFill>
                  <a:srgbClr val="EE7723"/>
                </a:solidFill>
              </a:rPr>
              <a:t>Professional Growth</a:t>
            </a:r>
            <a:endParaRPr lang="en-IN" sz="1050" b="1" dirty="0">
              <a:solidFill>
                <a:srgbClr val="EE7723"/>
              </a:solidFill>
            </a:endParaRPr>
          </a:p>
        </p:txBody>
      </p:sp>
      <p:sp>
        <p:nvSpPr>
          <p:cNvPr id="63" name="TextBox 62">
            <a:extLst>
              <a:ext uri="{FF2B5EF4-FFF2-40B4-BE49-F238E27FC236}">
                <a16:creationId xmlns:a16="http://schemas.microsoft.com/office/drawing/2014/main" id="{88AF9C1F-370F-B3BE-B80F-E63704F51A85}"/>
              </a:ext>
            </a:extLst>
          </p:cNvPr>
          <p:cNvSpPr txBox="1"/>
          <p:nvPr/>
        </p:nvSpPr>
        <p:spPr>
          <a:xfrm>
            <a:off x="4597913" y="2218836"/>
            <a:ext cx="901209" cy="215444"/>
          </a:xfrm>
          <a:prstGeom prst="rect">
            <a:avLst/>
          </a:prstGeom>
          <a:noFill/>
        </p:spPr>
        <p:txBody>
          <a:bodyPr wrap="square" rtlCol="0">
            <a:spAutoFit/>
          </a:bodyPr>
          <a:lstStyle/>
          <a:p>
            <a:pPr algn="ctr"/>
            <a:r>
              <a:rPr lang="en-US" sz="800" dirty="0">
                <a:solidFill>
                  <a:schemeClr val="bg1">
                    <a:lumMod val="85000"/>
                  </a:schemeClr>
                </a:solidFill>
              </a:rPr>
              <a:t>INR 2,499/-</a:t>
            </a:r>
            <a:endParaRPr lang="en-IN" sz="800" dirty="0">
              <a:solidFill>
                <a:schemeClr val="bg1">
                  <a:lumMod val="85000"/>
                </a:schemeClr>
              </a:solidFill>
            </a:endParaRPr>
          </a:p>
        </p:txBody>
      </p:sp>
      <p:sp>
        <p:nvSpPr>
          <p:cNvPr id="64" name="Rectangle: Rounded Corners 63">
            <a:extLst>
              <a:ext uri="{FF2B5EF4-FFF2-40B4-BE49-F238E27FC236}">
                <a16:creationId xmlns:a16="http://schemas.microsoft.com/office/drawing/2014/main" id="{ADA38A84-A5DC-7BA2-E733-2CA85E73FB78}"/>
              </a:ext>
            </a:extLst>
          </p:cNvPr>
          <p:cNvSpPr/>
          <p:nvPr/>
        </p:nvSpPr>
        <p:spPr>
          <a:xfrm>
            <a:off x="4505539" y="2699599"/>
            <a:ext cx="2971969" cy="1177817"/>
          </a:xfrm>
          <a:prstGeom prst="roundRect">
            <a:avLst>
              <a:gd name="adj" fmla="val 625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66" name="TextBox 65">
            <a:extLst>
              <a:ext uri="{FF2B5EF4-FFF2-40B4-BE49-F238E27FC236}">
                <a16:creationId xmlns:a16="http://schemas.microsoft.com/office/drawing/2014/main" id="{BC603D60-560A-E494-71E2-B4F49A617B08}"/>
              </a:ext>
            </a:extLst>
          </p:cNvPr>
          <p:cNvSpPr txBox="1"/>
          <p:nvPr/>
        </p:nvSpPr>
        <p:spPr>
          <a:xfrm>
            <a:off x="5547614" y="2792172"/>
            <a:ext cx="1834364" cy="430887"/>
          </a:xfrm>
          <a:prstGeom prst="rect">
            <a:avLst/>
          </a:prstGeom>
          <a:noFill/>
        </p:spPr>
        <p:txBody>
          <a:bodyPr wrap="square" rtlCol="0">
            <a:spAutoFit/>
          </a:bodyPr>
          <a:lstStyle/>
          <a:p>
            <a:r>
              <a:rPr lang="en-US" sz="1100" b="1" dirty="0">
                <a:solidFill>
                  <a:schemeClr val="bg1"/>
                </a:solidFill>
              </a:rPr>
              <a:t>Check Industry Transition Risk</a:t>
            </a:r>
            <a:endParaRPr lang="en-IN" sz="1100" b="1" dirty="0">
              <a:solidFill>
                <a:schemeClr val="bg1"/>
              </a:solidFill>
            </a:endParaRPr>
          </a:p>
        </p:txBody>
      </p:sp>
      <p:sp>
        <p:nvSpPr>
          <p:cNvPr id="67" name="TextBox 66">
            <a:extLst>
              <a:ext uri="{FF2B5EF4-FFF2-40B4-BE49-F238E27FC236}">
                <a16:creationId xmlns:a16="http://schemas.microsoft.com/office/drawing/2014/main" id="{6A88C575-BDCE-35DB-1B25-AB0DB8DD5B01}"/>
              </a:ext>
            </a:extLst>
          </p:cNvPr>
          <p:cNvSpPr txBox="1"/>
          <p:nvPr/>
        </p:nvSpPr>
        <p:spPr>
          <a:xfrm>
            <a:off x="5547613" y="3210791"/>
            <a:ext cx="1914762" cy="415498"/>
          </a:xfrm>
          <a:prstGeom prst="rect">
            <a:avLst/>
          </a:prstGeom>
          <a:noFill/>
        </p:spPr>
        <p:txBody>
          <a:bodyPr wrap="square" rtlCol="0">
            <a:spAutoFit/>
          </a:bodyPr>
          <a:lstStyle/>
          <a:p>
            <a:r>
              <a:rPr lang="en-US" sz="1050" dirty="0">
                <a:solidFill>
                  <a:srgbClr val="EE7723"/>
                </a:solidFill>
              </a:rPr>
              <a:t>Switching Industry</a:t>
            </a:r>
            <a:r>
              <a:rPr lang="en-US" sz="1050" dirty="0">
                <a:solidFill>
                  <a:schemeClr val="tx1">
                    <a:lumMod val="50000"/>
                    <a:lumOff val="50000"/>
                  </a:schemeClr>
                </a:solidFill>
              </a:rPr>
              <a:t> Mid-Career</a:t>
            </a:r>
            <a:endParaRPr lang="en-IN" sz="1050" dirty="0">
              <a:solidFill>
                <a:schemeClr val="tx1">
                  <a:lumMod val="50000"/>
                  <a:lumOff val="50000"/>
                </a:schemeClr>
              </a:solidFill>
            </a:endParaRPr>
          </a:p>
        </p:txBody>
      </p:sp>
      <p:grpSp>
        <p:nvGrpSpPr>
          <p:cNvPr id="68" name="Group 67">
            <a:extLst>
              <a:ext uri="{FF2B5EF4-FFF2-40B4-BE49-F238E27FC236}">
                <a16:creationId xmlns:a16="http://schemas.microsoft.com/office/drawing/2014/main" id="{7BED574B-3102-9FAD-7097-460516FE369E}"/>
              </a:ext>
            </a:extLst>
          </p:cNvPr>
          <p:cNvGrpSpPr/>
          <p:nvPr/>
        </p:nvGrpSpPr>
        <p:grpSpPr>
          <a:xfrm>
            <a:off x="7077177" y="3503445"/>
            <a:ext cx="304800" cy="287433"/>
            <a:chOff x="9467850" y="2087467"/>
            <a:chExt cx="561975" cy="503333"/>
          </a:xfrm>
        </p:grpSpPr>
        <p:sp>
          <p:nvSpPr>
            <p:cNvPr id="69" name="Oval 68">
              <a:extLst>
                <a:ext uri="{FF2B5EF4-FFF2-40B4-BE49-F238E27FC236}">
                  <a16:creationId xmlns:a16="http://schemas.microsoft.com/office/drawing/2014/main" id="{A9D2D709-97A6-6A26-7631-F553942F79A6}"/>
                </a:ext>
              </a:extLst>
            </p:cNvPr>
            <p:cNvSpPr/>
            <p:nvPr/>
          </p:nvSpPr>
          <p:spPr>
            <a:xfrm>
              <a:off x="9467850" y="2087467"/>
              <a:ext cx="561975" cy="503333"/>
            </a:xfrm>
            <a:prstGeom prst="ellipse">
              <a:avLst/>
            </a:prstGeom>
            <a:ln>
              <a:solidFill>
                <a:schemeClr val="tx1">
                  <a:lumMod val="85000"/>
                  <a:lumOff val="1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70" name="Arrow: Right 69">
              <a:extLst>
                <a:ext uri="{FF2B5EF4-FFF2-40B4-BE49-F238E27FC236}">
                  <a16:creationId xmlns:a16="http://schemas.microsoft.com/office/drawing/2014/main" id="{AB0E30E8-9830-022C-E89A-56FBF1BBF5D4}"/>
                </a:ext>
              </a:extLst>
            </p:cNvPr>
            <p:cNvSpPr/>
            <p:nvPr/>
          </p:nvSpPr>
          <p:spPr>
            <a:xfrm>
              <a:off x="9634092" y="2223138"/>
              <a:ext cx="238272" cy="248668"/>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71" name="TextBox 70">
            <a:extLst>
              <a:ext uri="{FF2B5EF4-FFF2-40B4-BE49-F238E27FC236}">
                <a16:creationId xmlns:a16="http://schemas.microsoft.com/office/drawing/2014/main" id="{C14369D4-2B03-21C2-689E-6FFEC3D08E2E}"/>
              </a:ext>
            </a:extLst>
          </p:cNvPr>
          <p:cNvSpPr txBox="1"/>
          <p:nvPr/>
        </p:nvSpPr>
        <p:spPr>
          <a:xfrm>
            <a:off x="4572840" y="3554959"/>
            <a:ext cx="901209" cy="215444"/>
          </a:xfrm>
          <a:prstGeom prst="rect">
            <a:avLst/>
          </a:prstGeom>
          <a:noFill/>
        </p:spPr>
        <p:txBody>
          <a:bodyPr wrap="square" rtlCol="0">
            <a:spAutoFit/>
          </a:bodyPr>
          <a:lstStyle/>
          <a:p>
            <a:pPr algn="ctr"/>
            <a:r>
              <a:rPr lang="en-US" sz="800" dirty="0">
                <a:solidFill>
                  <a:schemeClr val="bg1">
                    <a:lumMod val="85000"/>
                  </a:schemeClr>
                </a:solidFill>
              </a:rPr>
              <a:t>INR 3,999/-</a:t>
            </a:r>
            <a:endParaRPr lang="en-IN" sz="800" dirty="0">
              <a:solidFill>
                <a:schemeClr val="bg1">
                  <a:lumMod val="85000"/>
                </a:schemeClr>
              </a:solidFill>
            </a:endParaRPr>
          </a:p>
        </p:txBody>
      </p:sp>
      <p:sp>
        <p:nvSpPr>
          <p:cNvPr id="72" name="Rectangle: Rounded Corners 71">
            <a:extLst>
              <a:ext uri="{FF2B5EF4-FFF2-40B4-BE49-F238E27FC236}">
                <a16:creationId xmlns:a16="http://schemas.microsoft.com/office/drawing/2014/main" id="{CD635E3F-F273-CC42-9EDC-3548EA4FE543}"/>
              </a:ext>
            </a:extLst>
          </p:cNvPr>
          <p:cNvSpPr/>
          <p:nvPr/>
        </p:nvSpPr>
        <p:spPr>
          <a:xfrm>
            <a:off x="4500740" y="4041845"/>
            <a:ext cx="2971969" cy="1177817"/>
          </a:xfrm>
          <a:prstGeom prst="roundRect">
            <a:avLst>
              <a:gd name="adj" fmla="val 625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74" name="TextBox 73">
            <a:extLst>
              <a:ext uri="{FF2B5EF4-FFF2-40B4-BE49-F238E27FC236}">
                <a16:creationId xmlns:a16="http://schemas.microsoft.com/office/drawing/2014/main" id="{A22E298F-C380-3465-75FA-3E3EA77F54C6}"/>
              </a:ext>
            </a:extLst>
          </p:cNvPr>
          <p:cNvSpPr txBox="1"/>
          <p:nvPr/>
        </p:nvSpPr>
        <p:spPr>
          <a:xfrm>
            <a:off x="5542815" y="4134418"/>
            <a:ext cx="1834364" cy="430887"/>
          </a:xfrm>
          <a:prstGeom prst="rect">
            <a:avLst/>
          </a:prstGeom>
          <a:noFill/>
        </p:spPr>
        <p:txBody>
          <a:bodyPr wrap="square" rtlCol="0">
            <a:spAutoFit/>
          </a:bodyPr>
          <a:lstStyle/>
          <a:p>
            <a:r>
              <a:rPr lang="en-US" sz="1100" b="1" dirty="0">
                <a:solidFill>
                  <a:schemeClr val="bg1"/>
                </a:solidFill>
              </a:rPr>
              <a:t>Check Relocation Trade-off</a:t>
            </a:r>
            <a:endParaRPr lang="en-IN" sz="1100" b="1" dirty="0">
              <a:solidFill>
                <a:schemeClr val="bg1"/>
              </a:solidFill>
            </a:endParaRPr>
          </a:p>
        </p:txBody>
      </p:sp>
      <p:sp>
        <p:nvSpPr>
          <p:cNvPr id="75" name="TextBox 74">
            <a:extLst>
              <a:ext uri="{FF2B5EF4-FFF2-40B4-BE49-F238E27FC236}">
                <a16:creationId xmlns:a16="http://schemas.microsoft.com/office/drawing/2014/main" id="{DD5DD808-498B-60B9-6058-AB28070A0C09}"/>
              </a:ext>
            </a:extLst>
          </p:cNvPr>
          <p:cNvSpPr txBox="1"/>
          <p:nvPr/>
        </p:nvSpPr>
        <p:spPr>
          <a:xfrm>
            <a:off x="5542814" y="4553037"/>
            <a:ext cx="1914762" cy="253916"/>
          </a:xfrm>
          <a:prstGeom prst="rect">
            <a:avLst/>
          </a:prstGeom>
          <a:noFill/>
        </p:spPr>
        <p:txBody>
          <a:bodyPr wrap="square" rtlCol="0">
            <a:spAutoFit/>
          </a:bodyPr>
          <a:lstStyle/>
          <a:p>
            <a:r>
              <a:rPr lang="en-US" sz="1050" dirty="0">
                <a:solidFill>
                  <a:srgbClr val="EE7723"/>
                </a:solidFill>
              </a:rPr>
              <a:t>Relocating </a:t>
            </a:r>
            <a:r>
              <a:rPr lang="en-US" sz="1050" dirty="0">
                <a:solidFill>
                  <a:schemeClr val="tx1">
                    <a:lumMod val="50000"/>
                    <a:lumOff val="50000"/>
                  </a:schemeClr>
                </a:solidFill>
              </a:rPr>
              <a:t>for a Job</a:t>
            </a:r>
            <a:endParaRPr lang="en-IN" sz="1050" dirty="0">
              <a:solidFill>
                <a:schemeClr val="tx1">
                  <a:lumMod val="50000"/>
                  <a:lumOff val="50000"/>
                </a:schemeClr>
              </a:solidFill>
            </a:endParaRPr>
          </a:p>
        </p:txBody>
      </p:sp>
      <p:grpSp>
        <p:nvGrpSpPr>
          <p:cNvPr id="76" name="Group 75">
            <a:extLst>
              <a:ext uri="{FF2B5EF4-FFF2-40B4-BE49-F238E27FC236}">
                <a16:creationId xmlns:a16="http://schemas.microsoft.com/office/drawing/2014/main" id="{77FA1AE6-461F-E635-D1A7-66A373E54C40}"/>
              </a:ext>
            </a:extLst>
          </p:cNvPr>
          <p:cNvGrpSpPr/>
          <p:nvPr/>
        </p:nvGrpSpPr>
        <p:grpSpPr>
          <a:xfrm>
            <a:off x="7072378" y="4845691"/>
            <a:ext cx="304800" cy="287433"/>
            <a:chOff x="9467850" y="2087467"/>
            <a:chExt cx="561975" cy="503333"/>
          </a:xfrm>
        </p:grpSpPr>
        <p:sp>
          <p:nvSpPr>
            <p:cNvPr id="77" name="Oval 76">
              <a:extLst>
                <a:ext uri="{FF2B5EF4-FFF2-40B4-BE49-F238E27FC236}">
                  <a16:creationId xmlns:a16="http://schemas.microsoft.com/office/drawing/2014/main" id="{6B7E5E31-97AE-A408-D3A9-2BD46803339A}"/>
                </a:ext>
              </a:extLst>
            </p:cNvPr>
            <p:cNvSpPr/>
            <p:nvPr/>
          </p:nvSpPr>
          <p:spPr>
            <a:xfrm>
              <a:off x="9467850" y="2087467"/>
              <a:ext cx="561975" cy="503333"/>
            </a:xfrm>
            <a:prstGeom prst="ellipse">
              <a:avLst/>
            </a:prstGeom>
            <a:ln>
              <a:solidFill>
                <a:schemeClr val="tx1">
                  <a:lumMod val="85000"/>
                  <a:lumOff val="1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78" name="Arrow: Right 77">
              <a:extLst>
                <a:ext uri="{FF2B5EF4-FFF2-40B4-BE49-F238E27FC236}">
                  <a16:creationId xmlns:a16="http://schemas.microsoft.com/office/drawing/2014/main" id="{D0133E8B-0BDC-FEE6-18D8-184967CDC66E}"/>
                </a:ext>
              </a:extLst>
            </p:cNvPr>
            <p:cNvSpPr/>
            <p:nvPr/>
          </p:nvSpPr>
          <p:spPr>
            <a:xfrm>
              <a:off x="9634092" y="2223138"/>
              <a:ext cx="238272" cy="248668"/>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79" name="TextBox 78">
            <a:extLst>
              <a:ext uri="{FF2B5EF4-FFF2-40B4-BE49-F238E27FC236}">
                <a16:creationId xmlns:a16="http://schemas.microsoft.com/office/drawing/2014/main" id="{AC0C6DCB-3125-59AD-D9EA-B5FE439D24BA}"/>
              </a:ext>
            </a:extLst>
          </p:cNvPr>
          <p:cNvSpPr txBox="1"/>
          <p:nvPr/>
        </p:nvSpPr>
        <p:spPr>
          <a:xfrm>
            <a:off x="4568041" y="4897205"/>
            <a:ext cx="901209" cy="215444"/>
          </a:xfrm>
          <a:prstGeom prst="rect">
            <a:avLst/>
          </a:prstGeom>
          <a:noFill/>
        </p:spPr>
        <p:txBody>
          <a:bodyPr wrap="square" rtlCol="0">
            <a:spAutoFit/>
          </a:bodyPr>
          <a:lstStyle/>
          <a:p>
            <a:pPr algn="ctr"/>
            <a:r>
              <a:rPr lang="en-US" sz="800" dirty="0">
                <a:solidFill>
                  <a:schemeClr val="bg1">
                    <a:lumMod val="85000"/>
                  </a:schemeClr>
                </a:solidFill>
              </a:rPr>
              <a:t>INR 2,999/-</a:t>
            </a:r>
            <a:endParaRPr lang="en-IN" sz="800" dirty="0">
              <a:solidFill>
                <a:schemeClr val="bg1">
                  <a:lumMod val="85000"/>
                </a:schemeClr>
              </a:solidFill>
            </a:endParaRPr>
          </a:p>
        </p:txBody>
      </p:sp>
      <p:sp>
        <p:nvSpPr>
          <p:cNvPr id="80" name="Rectangle: Rounded Corners 79">
            <a:extLst>
              <a:ext uri="{FF2B5EF4-FFF2-40B4-BE49-F238E27FC236}">
                <a16:creationId xmlns:a16="http://schemas.microsoft.com/office/drawing/2014/main" id="{9AE2D3EC-C94B-B3CD-B9DB-2E826BBEDB7B}"/>
              </a:ext>
            </a:extLst>
          </p:cNvPr>
          <p:cNvSpPr/>
          <p:nvPr/>
        </p:nvSpPr>
        <p:spPr>
          <a:xfrm>
            <a:off x="4500740" y="5379484"/>
            <a:ext cx="2971969" cy="1177817"/>
          </a:xfrm>
          <a:prstGeom prst="roundRect">
            <a:avLst>
              <a:gd name="adj" fmla="val 625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82" name="TextBox 81">
            <a:extLst>
              <a:ext uri="{FF2B5EF4-FFF2-40B4-BE49-F238E27FC236}">
                <a16:creationId xmlns:a16="http://schemas.microsoft.com/office/drawing/2014/main" id="{0CE6D94C-1B69-5B63-D959-084DF9E73E0A}"/>
              </a:ext>
            </a:extLst>
          </p:cNvPr>
          <p:cNvSpPr txBox="1"/>
          <p:nvPr/>
        </p:nvSpPr>
        <p:spPr>
          <a:xfrm>
            <a:off x="5542815" y="5472057"/>
            <a:ext cx="1834364" cy="430887"/>
          </a:xfrm>
          <a:prstGeom prst="rect">
            <a:avLst/>
          </a:prstGeom>
          <a:noFill/>
        </p:spPr>
        <p:txBody>
          <a:bodyPr wrap="square" rtlCol="0">
            <a:spAutoFit/>
          </a:bodyPr>
          <a:lstStyle/>
          <a:p>
            <a:r>
              <a:rPr lang="en-US" sz="1100" b="1" dirty="0">
                <a:solidFill>
                  <a:schemeClr val="bg1"/>
                </a:solidFill>
              </a:rPr>
              <a:t>Check Passion-to-Profession Risk</a:t>
            </a:r>
            <a:endParaRPr lang="en-IN" sz="1100" b="1" dirty="0">
              <a:solidFill>
                <a:schemeClr val="bg1"/>
              </a:solidFill>
            </a:endParaRPr>
          </a:p>
        </p:txBody>
      </p:sp>
      <p:sp>
        <p:nvSpPr>
          <p:cNvPr id="83" name="TextBox 82">
            <a:extLst>
              <a:ext uri="{FF2B5EF4-FFF2-40B4-BE49-F238E27FC236}">
                <a16:creationId xmlns:a16="http://schemas.microsoft.com/office/drawing/2014/main" id="{B89F75B3-359F-12DE-9F3A-585F2F68AE9F}"/>
              </a:ext>
            </a:extLst>
          </p:cNvPr>
          <p:cNvSpPr txBox="1"/>
          <p:nvPr/>
        </p:nvSpPr>
        <p:spPr>
          <a:xfrm>
            <a:off x="5542814" y="5890676"/>
            <a:ext cx="1914762" cy="253916"/>
          </a:xfrm>
          <a:prstGeom prst="rect">
            <a:avLst/>
          </a:prstGeom>
          <a:noFill/>
        </p:spPr>
        <p:txBody>
          <a:bodyPr wrap="square" rtlCol="0">
            <a:spAutoFit/>
          </a:bodyPr>
          <a:lstStyle/>
          <a:p>
            <a:r>
              <a:rPr lang="en-US" sz="1050" dirty="0">
                <a:solidFill>
                  <a:srgbClr val="EE7723"/>
                </a:solidFill>
              </a:rPr>
              <a:t>Relocating </a:t>
            </a:r>
            <a:r>
              <a:rPr lang="en-US" sz="1050" dirty="0">
                <a:solidFill>
                  <a:schemeClr val="tx1">
                    <a:lumMod val="50000"/>
                    <a:lumOff val="50000"/>
                  </a:schemeClr>
                </a:solidFill>
              </a:rPr>
              <a:t>for a Job</a:t>
            </a:r>
            <a:endParaRPr lang="en-IN" sz="1050" dirty="0">
              <a:solidFill>
                <a:schemeClr val="tx1">
                  <a:lumMod val="50000"/>
                  <a:lumOff val="50000"/>
                </a:schemeClr>
              </a:solidFill>
            </a:endParaRPr>
          </a:p>
        </p:txBody>
      </p:sp>
      <p:grpSp>
        <p:nvGrpSpPr>
          <p:cNvPr id="84" name="Group 83">
            <a:extLst>
              <a:ext uri="{FF2B5EF4-FFF2-40B4-BE49-F238E27FC236}">
                <a16:creationId xmlns:a16="http://schemas.microsoft.com/office/drawing/2014/main" id="{4685ECDA-913C-06BA-2CBA-92FBA2B26546}"/>
              </a:ext>
            </a:extLst>
          </p:cNvPr>
          <p:cNvGrpSpPr/>
          <p:nvPr/>
        </p:nvGrpSpPr>
        <p:grpSpPr>
          <a:xfrm>
            <a:off x="7072378" y="6183330"/>
            <a:ext cx="304800" cy="287433"/>
            <a:chOff x="9467850" y="2087467"/>
            <a:chExt cx="561975" cy="503333"/>
          </a:xfrm>
        </p:grpSpPr>
        <p:sp>
          <p:nvSpPr>
            <p:cNvPr id="85" name="Oval 84">
              <a:extLst>
                <a:ext uri="{FF2B5EF4-FFF2-40B4-BE49-F238E27FC236}">
                  <a16:creationId xmlns:a16="http://schemas.microsoft.com/office/drawing/2014/main" id="{A5B1E15A-0338-D70B-82BC-85B92160F992}"/>
                </a:ext>
              </a:extLst>
            </p:cNvPr>
            <p:cNvSpPr/>
            <p:nvPr/>
          </p:nvSpPr>
          <p:spPr>
            <a:xfrm>
              <a:off x="9467850" y="2087467"/>
              <a:ext cx="561975" cy="503333"/>
            </a:xfrm>
            <a:prstGeom prst="ellipse">
              <a:avLst/>
            </a:prstGeom>
            <a:ln>
              <a:solidFill>
                <a:schemeClr val="tx1">
                  <a:lumMod val="85000"/>
                  <a:lumOff val="1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86" name="Arrow: Right 85">
              <a:extLst>
                <a:ext uri="{FF2B5EF4-FFF2-40B4-BE49-F238E27FC236}">
                  <a16:creationId xmlns:a16="http://schemas.microsoft.com/office/drawing/2014/main" id="{E317954C-2EB9-01C0-26F8-AFD078D67BF0}"/>
                </a:ext>
              </a:extLst>
            </p:cNvPr>
            <p:cNvSpPr/>
            <p:nvPr/>
          </p:nvSpPr>
          <p:spPr>
            <a:xfrm>
              <a:off x="9634092" y="2223138"/>
              <a:ext cx="238272" cy="248668"/>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87" name="TextBox 86">
            <a:extLst>
              <a:ext uri="{FF2B5EF4-FFF2-40B4-BE49-F238E27FC236}">
                <a16:creationId xmlns:a16="http://schemas.microsoft.com/office/drawing/2014/main" id="{0DEB2666-3FA3-45FF-5B7F-7C930533051A}"/>
              </a:ext>
            </a:extLst>
          </p:cNvPr>
          <p:cNvSpPr txBox="1"/>
          <p:nvPr/>
        </p:nvSpPr>
        <p:spPr>
          <a:xfrm>
            <a:off x="4568041" y="6234844"/>
            <a:ext cx="901209" cy="215444"/>
          </a:xfrm>
          <a:prstGeom prst="rect">
            <a:avLst/>
          </a:prstGeom>
          <a:noFill/>
        </p:spPr>
        <p:txBody>
          <a:bodyPr wrap="square" rtlCol="0">
            <a:spAutoFit/>
          </a:bodyPr>
          <a:lstStyle/>
          <a:p>
            <a:pPr algn="ctr"/>
            <a:r>
              <a:rPr lang="en-US" sz="800" dirty="0">
                <a:solidFill>
                  <a:schemeClr val="bg1">
                    <a:lumMod val="85000"/>
                  </a:schemeClr>
                </a:solidFill>
              </a:rPr>
              <a:t>INR 2,999/-</a:t>
            </a:r>
            <a:endParaRPr lang="en-IN" sz="800" dirty="0">
              <a:solidFill>
                <a:schemeClr val="bg1">
                  <a:lumMod val="85000"/>
                </a:schemeClr>
              </a:solidFill>
            </a:endParaRPr>
          </a:p>
        </p:txBody>
      </p:sp>
      <p:pic>
        <p:nvPicPr>
          <p:cNvPr id="89" name="Graphic 88" descr="Construction worker female outline">
            <a:extLst>
              <a:ext uri="{FF2B5EF4-FFF2-40B4-BE49-F238E27FC236}">
                <a16:creationId xmlns:a16="http://schemas.microsoft.com/office/drawing/2014/main" id="{01FD982B-2E0A-BBD5-808C-8A0890602E0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59805" y="5587063"/>
            <a:ext cx="533541" cy="533541"/>
          </a:xfrm>
          <a:prstGeom prst="rect">
            <a:avLst/>
          </a:prstGeom>
        </p:spPr>
      </p:pic>
      <p:pic>
        <p:nvPicPr>
          <p:cNvPr id="91" name="Graphic 90" descr="Take Off outline">
            <a:extLst>
              <a:ext uri="{FF2B5EF4-FFF2-40B4-BE49-F238E27FC236}">
                <a16:creationId xmlns:a16="http://schemas.microsoft.com/office/drawing/2014/main" id="{DEA1336C-BB5F-46B2-28B5-47FB10D361E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59805" y="4221575"/>
            <a:ext cx="533541" cy="533541"/>
          </a:xfrm>
          <a:prstGeom prst="rect">
            <a:avLst/>
          </a:prstGeom>
        </p:spPr>
      </p:pic>
      <p:pic>
        <p:nvPicPr>
          <p:cNvPr id="93" name="Graphic 92" descr="Factory outline">
            <a:extLst>
              <a:ext uri="{FF2B5EF4-FFF2-40B4-BE49-F238E27FC236}">
                <a16:creationId xmlns:a16="http://schemas.microsoft.com/office/drawing/2014/main" id="{8315F5DE-6D01-9724-B066-AB02DD134CC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59805" y="2856989"/>
            <a:ext cx="533541" cy="533541"/>
          </a:xfrm>
          <a:prstGeom prst="rect">
            <a:avLst/>
          </a:prstGeom>
        </p:spPr>
      </p:pic>
      <p:pic>
        <p:nvPicPr>
          <p:cNvPr id="95" name="Graphic 94" descr="Document outline">
            <a:extLst>
              <a:ext uri="{FF2B5EF4-FFF2-40B4-BE49-F238E27FC236}">
                <a16:creationId xmlns:a16="http://schemas.microsoft.com/office/drawing/2014/main" id="{668ED154-1579-7630-1CE0-DAD840D9B68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751874" y="1504794"/>
            <a:ext cx="533541" cy="533541"/>
          </a:xfrm>
          <a:prstGeom prst="rect">
            <a:avLst/>
          </a:prstGeom>
        </p:spPr>
      </p:pic>
      <p:pic>
        <p:nvPicPr>
          <p:cNvPr id="96" name="Graphic 95" descr="Office Chair outline">
            <a:extLst>
              <a:ext uri="{FF2B5EF4-FFF2-40B4-BE49-F238E27FC236}">
                <a16:creationId xmlns:a16="http://schemas.microsoft.com/office/drawing/2014/main" id="{46328B0C-D837-781F-4AFB-1FBC43B5D6C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502962" y="904327"/>
            <a:ext cx="256843" cy="256843"/>
          </a:xfrm>
          <a:prstGeom prst="rect">
            <a:avLst/>
          </a:prstGeom>
        </p:spPr>
      </p:pic>
      <p:grpSp>
        <p:nvGrpSpPr>
          <p:cNvPr id="55" name="Group 54">
            <a:extLst>
              <a:ext uri="{FF2B5EF4-FFF2-40B4-BE49-F238E27FC236}">
                <a16:creationId xmlns:a16="http://schemas.microsoft.com/office/drawing/2014/main" id="{85D6AE0E-6F2F-ECEE-C3E9-BB2CE68B00BE}"/>
              </a:ext>
            </a:extLst>
          </p:cNvPr>
          <p:cNvGrpSpPr/>
          <p:nvPr/>
        </p:nvGrpSpPr>
        <p:grpSpPr>
          <a:xfrm>
            <a:off x="5449893" y="1138123"/>
            <a:ext cx="1957157" cy="1264661"/>
            <a:chOff x="8576926" y="1190094"/>
            <a:chExt cx="1957157" cy="1264661"/>
          </a:xfrm>
        </p:grpSpPr>
        <p:sp>
          <p:nvSpPr>
            <p:cNvPr id="35" name="Rectangle: Rounded Corners 34">
              <a:extLst>
                <a:ext uri="{FF2B5EF4-FFF2-40B4-BE49-F238E27FC236}">
                  <a16:creationId xmlns:a16="http://schemas.microsoft.com/office/drawing/2014/main" id="{26A93F95-73C2-C076-6419-D4153A6A78F7}"/>
                </a:ext>
              </a:extLst>
            </p:cNvPr>
            <p:cNvSpPr/>
            <p:nvPr/>
          </p:nvSpPr>
          <p:spPr>
            <a:xfrm>
              <a:off x="8576926" y="1190094"/>
              <a:ext cx="1957157" cy="1264661"/>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42" name="Rectangle: Rounded Corners 41">
              <a:extLst>
                <a:ext uri="{FF2B5EF4-FFF2-40B4-BE49-F238E27FC236}">
                  <a16:creationId xmlns:a16="http://schemas.microsoft.com/office/drawing/2014/main" id="{D37C4109-A108-F249-97F9-A66253CFC743}"/>
                </a:ext>
              </a:extLst>
            </p:cNvPr>
            <p:cNvSpPr/>
            <p:nvPr/>
          </p:nvSpPr>
          <p:spPr>
            <a:xfrm>
              <a:off x="8617413" y="1242049"/>
              <a:ext cx="1876756" cy="1144753"/>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46" name="TextBox 45">
              <a:extLst>
                <a:ext uri="{FF2B5EF4-FFF2-40B4-BE49-F238E27FC236}">
                  <a16:creationId xmlns:a16="http://schemas.microsoft.com/office/drawing/2014/main" id="{FE51BC59-9D17-9637-59AE-1E9EA1583B78}"/>
                </a:ext>
              </a:extLst>
            </p:cNvPr>
            <p:cNvSpPr txBox="1"/>
            <p:nvPr/>
          </p:nvSpPr>
          <p:spPr>
            <a:xfrm>
              <a:off x="8696134" y="1386799"/>
              <a:ext cx="1718740" cy="754053"/>
            </a:xfrm>
            <a:prstGeom prst="rect">
              <a:avLst/>
            </a:prstGeom>
            <a:noFill/>
          </p:spPr>
          <p:txBody>
            <a:bodyPr wrap="none" rtlCol="0">
              <a:spAutoFit/>
            </a:bodyPr>
            <a:lstStyle/>
            <a:p>
              <a:pPr>
                <a:spcAft>
                  <a:spcPts val="600"/>
                </a:spcAft>
              </a:pPr>
              <a:r>
                <a:rPr lang="en-US" sz="1100" b="1" dirty="0">
                  <a:solidFill>
                    <a:schemeClr val="bg1">
                      <a:lumMod val="65000"/>
                    </a:schemeClr>
                  </a:solidFill>
                </a:rPr>
                <a:t>Sort by</a:t>
              </a:r>
            </a:p>
            <a:p>
              <a:pPr marL="171450" indent="-171450">
                <a:spcAft>
                  <a:spcPts val="600"/>
                </a:spcAft>
                <a:buFontTx/>
                <a:buChar char="-"/>
              </a:pPr>
              <a:r>
                <a:rPr lang="en-US" sz="1100" dirty="0">
                  <a:solidFill>
                    <a:schemeClr val="bg1">
                      <a:lumMod val="65000"/>
                    </a:schemeClr>
                  </a:solidFill>
                </a:rPr>
                <a:t>Low price to high price</a:t>
              </a:r>
            </a:p>
            <a:p>
              <a:pPr marL="171450" indent="-171450">
                <a:spcAft>
                  <a:spcPts val="600"/>
                </a:spcAft>
                <a:buFontTx/>
                <a:buChar char="-"/>
              </a:pPr>
              <a:r>
                <a:rPr lang="en-US" sz="1100" dirty="0">
                  <a:solidFill>
                    <a:schemeClr val="bg1">
                      <a:lumMod val="65000"/>
                    </a:schemeClr>
                  </a:solidFill>
                </a:rPr>
                <a:t>High price to low price</a:t>
              </a:r>
              <a:endParaRPr lang="en-IN" sz="1100" dirty="0">
                <a:solidFill>
                  <a:schemeClr val="bg1">
                    <a:lumMod val="65000"/>
                  </a:schemeClr>
                </a:solidFill>
              </a:endParaRPr>
            </a:p>
          </p:txBody>
        </p:sp>
      </p:grpSp>
      <p:sp>
        <p:nvSpPr>
          <p:cNvPr id="6" name="TextBox 5">
            <a:extLst>
              <a:ext uri="{FF2B5EF4-FFF2-40B4-BE49-F238E27FC236}">
                <a16:creationId xmlns:a16="http://schemas.microsoft.com/office/drawing/2014/main" id="{B067A700-5FD8-2970-3180-D583D46549F9}"/>
              </a:ext>
            </a:extLst>
          </p:cNvPr>
          <p:cNvSpPr txBox="1"/>
          <p:nvPr/>
        </p:nvSpPr>
        <p:spPr>
          <a:xfrm>
            <a:off x="9155155" y="1736967"/>
            <a:ext cx="1391618" cy="369332"/>
          </a:xfrm>
          <a:prstGeom prst="rect">
            <a:avLst/>
          </a:prstGeom>
          <a:noFill/>
        </p:spPr>
        <p:txBody>
          <a:bodyPr wrap="square" rtlCol="0">
            <a:spAutoFit/>
          </a:bodyPr>
          <a:lstStyle/>
          <a:p>
            <a:r>
              <a:rPr lang="en-US" sz="900" dirty="0">
                <a:solidFill>
                  <a:schemeClr val="bg1">
                    <a:lumMod val="65000"/>
                  </a:schemeClr>
                </a:solidFill>
              </a:rPr>
              <a:t>The 3-dots will show a Menu to sort the list.</a:t>
            </a:r>
            <a:endParaRPr lang="en-IN" sz="900" dirty="0">
              <a:solidFill>
                <a:schemeClr val="bg1">
                  <a:lumMod val="65000"/>
                </a:schemeClr>
              </a:solidFill>
            </a:endParaRPr>
          </a:p>
        </p:txBody>
      </p:sp>
      <p:cxnSp>
        <p:nvCxnSpPr>
          <p:cNvPr id="7" name="Connector: Elbow 6">
            <a:extLst>
              <a:ext uri="{FF2B5EF4-FFF2-40B4-BE49-F238E27FC236}">
                <a16:creationId xmlns:a16="http://schemas.microsoft.com/office/drawing/2014/main" id="{8A69D1D9-61FD-660B-1129-A12A40ECAB78}"/>
              </a:ext>
            </a:extLst>
          </p:cNvPr>
          <p:cNvCxnSpPr>
            <a:cxnSpLocks/>
            <a:stCxn id="6" idx="1"/>
          </p:cNvCxnSpPr>
          <p:nvPr/>
        </p:nvCxnSpPr>
        <p:spPr>
          <a:xfrm rot="10800000">
            <a:off x="7857061" y="1610529"/>
            <a:ext cx="1298095" cy="311105"/>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9082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30624-E20A-0F8B-B3E4-579C2B13159C}"/>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8F4610DC-D2C9-CDD9-72AD-D05B388758BC}"/>
              </a:ext>
            </a:extLst>
          </p:cNvPr>
          <p:cNvGrpSpPr/>
          <p:nvPr/>
        </p:nvGrpSpPr>
        <p:grpSpPr>
          <a:xfrm>
            <a:off x="4505539" y="1639443"/>
            <a:ext cx="2912251" cy="3171548"/>
            <a:chOff x="4505539" y="1639442"/>
            <a:chExt cx="2912251" cy="1141858"/>
          </a:xfrm>
        </p:grpSpPr>
        <p:sp>
          <p:nvSpPr>
            <p:cNvPr id="16" name="Rectangle: Rounded Corners 15">
              <a:extLst>
                <a:ext uri="{FF2B5EF4-FFF2-40B4-BE49-F238E27FC236}">
                  <a16:creationId xmlns:a16="http://schemas.microsoft.com/office/drawing/2014/main" id="{23D47E91-E870-27CA-D3FF-B4E8F36A459C}"/>
                </a:ext>
              </a:extLst>
            </p:cNvPr>
            <p:cNvSpPr/>
            <p:nvPr/>
          </p:nvSpPr>
          <p:spPr>
            <a:xfrm>
              <a:off x="4505539" y="1639442"/>
              <a:ext cx="2912251" cy="1141858"/>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17" name="Rectangle: Rounded Corners 16">
              <a:extLst>
                <a:ext uri="{FF2B5EF4-FFF2-40B4-BE49-F238E27FC236}">
                  <a16:creationId xmlns:a16="http://schemas.microsoft.com/office/drawing/2014/main" id="{3262CE18-F423-A320-5B16-342D271AA649}"/>
                </a:ext>
              </a:extLst>
            </p:cNvPr>
            <p:cNvSpPr/>
            <p:nvPr/>
          </p:nvSpPr>
          <p:spPr>
            <a:xfrm>
              <a:off x="4546025" y="1656940"/>
              <a:ext cx="2807345" cy="1040098"/>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grpSp>
      <p:grpSp>
        <p:nvGrpSpPr>
          <p:cNvPr id="30" name="Group 29">
            <a:extLst>
              <a:ext uri="{FF2B5EF4-FFF2-40B4-BE49-F238E27FC236}">
                <a16:creationId xmlns:a16="http://schemas.microsoft.com/office/drawing/2014/main" id="{1769F3DF-1921-71FB-B89F-9F6692F7177C}"/>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56594B42-E675-76FF-0FA4-69B46E2A9F53}"/>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30813EC9-DB03-9E92-CFD1-0889CD6552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038C3BC8-C8C7-47FC-5F7D-D94DE999E97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796EFAED-FF86-0330-4136-DD2587ECC45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B66C8DAD-DE1A-360B-9EB7-DA70E6F7F08D}"/>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97BE8756-4054-B5FA-3409-7AB9CBEAE356}"/>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350C6F4F-31CF-9CDA-A5FA-9C7381255D2C}"/>
              </a:ext>
            </a:extLst>
          </p:cNvPr>
          <p:cNvSpPr txBox="1"/>
          <p:nvPr/>
        </p:nvSpPr>
        <p:spPr>
          <a:xfrm>
            <a:off x="4610100" y="1809030"/>
            <a:ext cx="2679405" cy="900246"/>
          </a:xfrm>
          <a:prstGeom prst="rect">
            <a:avLst/>
          </a:prstGeom>
          <a:noFill/>
        </p:spPr>
        <p:txBody>
          <a:bodyPr wrap="square" rtlCol="0">
            <a:spAutoFit/>
          </a:bodyPr>
          <a:lstStyle/>
          <a:p>
            <a:r>
              <a:rPr lang="en-US" sz="1050" dirty="0">
                <a:solidFill>
                  <a:schemeClr val="bg1">
                    <a:lumMod val="95000"/>
                  </a:schemeClr>
                </a:solidFill>
              </a:rPr>
              <a:t>Hello Pranjal,</a:t>
            </a:r>
          </a:p>
          <a:p>
            <a:endParaRPr lang="en-US" sz="1050" dirty="0">
              <a:solidFill>
                <a:schemeClr val="bg1">
                  <a:lumMod val="95000"/>
                </a:schemeClr>
              </a:solidFill>
            </a:endParaRPr>
          </a:p>
          <a:p>
            <a:r>
              <a:rPr lang="en-US" sz="1050" dirty="0">
                <a:solidFill>
                  <a:schemeClr val="bg1">
                    <a:lumMod val="95000"/>
                  </a:schemeClr>
                </a:solidFill>
              </a:rPr>
              <a:t>Let us look at your job safety. We will analyze how exposed your current role is to AI-driven disruption.</a:t>
            </a:r>
          </a:p>
        </p:txBody>
      </p:sp>
      <p:sp>
        <p:nvSpPr>
          <p:cNvPr id="18" name="Rectangle: Rounded Corners 17">
            <a:extLst>
              <a:ext uri="{FF2B5EF4-FFF2-40B4-BE49-F238E27FC236}">
                <a16:creationId xmlns:a16="http://schemas.microsoft.com/office/drawing/2014/main" id="{0144FF20-7624-48E6-C7F6-4913EA562773}"/>
              </a:ext>
            </a:extLst>
          </p:cNvPr>
          <p:cNvSpPr/>
          <p:nvPr/>
        </p:nvSpPr>
        <p:spPr>
          <a:xfrm>
            <a:off x="5416020" y="5145509"/>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a:t>
            </a:r>
            <a:endParaRPr lang="en-IN" sz="1000" dirty="0"/>
          </a:p>
        </p:txBody>
      </p:sp>
      <p:grpSp>
        <p:nvGrpSpPr>
          <p:cNvPr id="22" name="Group 21">
            <a:extLst>
              <a:ext uri="{FF2B5EF4-FFF2-40B4-BE49-F238E27FC236}">
                <a16:creationId xmlns:a16="http://schemas.microsoft.com/office/drawing/2014/main" id="{9E651BC5-999C-C2E6-7DB1-40EFD04E7B1E}"/>
              </a:ext>
            </a:extLst>
          </p:cNvPr>
          <p:cNvGrpSpPr/>
          <p:nvPr/>
        </p:nvGrpSpPr>
        <p:grpSpPr>
          <a:xfrm>
            <a:off x="6706414" y="1349079"/>
            <a:ext cx="711376" cy="215444"/>
            <a:chOff x="6706414" y="1349079"/>
            <a:chExt cx="711376" cy="215444"/>
          </a:xfrm>
        </p:grpSpPr>
        <p:sp>
          <p:nvSpPr>
            <p:cNvPr id="14" name="TextBox 13">
              <a:extLst>
                <a:ext uri="{FF2B5EF4-FFF2-40B4-BE49-F238E27FC236}">
                  <a16:creationId xmlns:a16="http://schemas.microsoft.com/office/drawing/2014/main" id="{E48A6E7A-082E-7021-7A74-D8230CDA1820}"/>
                </a:ext>
              </a:extLst>
            </p:cNvPr>
            <p:cNvSpPr txBox="1"/>
            <p:nvPr/>
          </p:nvSpPr>
          <p:spPr>
            <a:xfrm>
              <a:off x="6848403" y="1349079"/>
              <a:ext cx="569387" cy="215444"/>
            </a:xfrm>
            <a:prstGeom prst="rect">
              <a:avLst/>
            </a:prstGeom>
            <a:noFill/>
          </p:spPr>
          <p:txBody>
            <a:bodyPr wrap="none" rtlCol="0">
              <a:spAutoFit/>
            </a:bodyPr>
            <a:lstStyle/>
            <a:p>
              <a:r>
                <a:rPr lang="en-US" sz="800" dirty="0">
                  <a:solidFill>
                    <a:schemeClr val="tx1">
                      <a:lumMod val="50000"/>
                      <a:lumOff val="50000"/>
                    </a:schemeClr>
                  </a:solidFill>
                </a:rPr>
                <a:t>00:00:05</a:t>
              </a:r>
              <a:endParaRPr lang="en-IN" sz="800" dirty="0">
                <a:solidFill>
                  <a:schemeClr val="tx1">
                    <a:lumMod val="50000"/>
                    <a:lumOff val="50000"/>
                  </a:schemeClr>
                </a:solidFill>
              </a:endParaRPr>
            </a:p>
          </p:txBody>
        </p:sp>
        <p:pic>
          <p:nvPicPr>
            <p:cNvPr id="21" name="Graphic 20" descr="Stopwatch with solid fill">
              <a:extLst>
                <a:ext uri="{FF2B5EF4-FFF2-40B4-BE49-F238E27FC236}">
                  <a16:creationId xmlns:a16="http://schemas.microsoft.com/office/drawing/2014/main" id="{723DC2CA-A247-D4D4-8AAB-E4EDF51C7AE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sp>
        <p:nvSpPr>
          <p:cNvPr id="10" name="TextBox 9">
            <a:extLst>
              <a:ext uri="{FF2B5EF4-FFF2-40B4-BE49-F238E27FC236}">
                <a16:creationId xmlns:a16="http://schemas.microsoft.com/office/drawing/2014/main" id="{BC98ACE6-6E65-FAD2-5AE6-497950BF8020}"/>
              </a:ext>
            </a:extLst>
          </p:cNvPr>
          <p:cNvSpPr txBox="1"/>
          <p:nvPr/>
        </p:nvSpPr>
        <p:spPr>
          <a:xfrm>
            <a:off x="9278854" y="3052865"/>
            <a:ext cx="2679405" cy="2877711"/>
          </a:xfrm>
          <a:prstGeom prst="rect">
            <a:avLst/>
          </a:prstGeom>
          <a:noFill/>
        </p:spPr>
        <p:txBody>
          <a:bodyPr wrap="square" rtlCol="0">
            <a:spAutoFit/>
          </a:bodyPr>
          <a:lstStyle/>
          <a:p>
            <a:pPr marL="171450" indent="-171450">
              <a:spcAft>
                <a:spcPts val="600"/>
              </a:spcAft>
              <a:buFont typeface="Arial" panose="020B0604020202020204" pitchFamily="34" charset="0"/>
              <a:buChar char="•"/>
            </a:pPr>
            <a:r>
              <a:rPr lang="en-US" sz="800" dirty="0">
                <a:solidFill>
                  <a:schemeClr val="bg1">
                    <a:lumMod val="95000"/>
                  </a:schemeClr>
                </a:solidFill>
              </a:rPr>
              <a:t> I want to know if staying in my current role is still a safe decision.</a:t>
            </a:r>
          </a:p>
          <a:p>
            <a:pPr marL="171450" indent="-171450">
              <a:spcAft>
                <a:spcPts val="600"/>
              </a:spcAft>
              <a:buFont typeface="Arial" panose="020B0604020202020204" pitchFamily="34" charset="0"/>
              <a:buChar char="•"/>
            </a:pPr>
            <a:r>
              <a:rPr lang="en-US" sz="800" dirty="0">
                <a:solidFill>
                  <a:schemeClr val="bg1">
                    <a:lumMod val="95000"/>
                  </a:schemeClr>
                </a:solidFill>
              </a:rPr>
              <a:t>I am worried that AI or automation may affect my role soon.</a:t>
            </a:r>
          </a:p>
          <a:p>
            <a:pPr marL="171450" indent="-171450">
              <a:spcAft>
                <a:spcPts val="600"/>
              </a:spcAft>
              <a:buFont typeface="Arial" panose="020B0604020202020204" pitchFamily="34" charset="0"/>
              <a:buChar char="•"/>
            </a:pPr>
            <a:r>
              <a:rPr lang="en-US" sz="800" dirty="0">
                <a:solidFill>
                  <a:schemeClr val="bg1">
                    <a:lumMod val="95000"/>
                  </a:schemeClr>
                </a:solidFill>
              </a:rPr>
              <a:t>I feel uncertain, even though nothing has changed yet.</a:t>
            </a:r>
          </a:p>
          <a:p>
            <a:pPr marL="171450" indent="-171450">
              <a:spcAft>
                <a:spcPts val="600"/>
              </a:spcAft>
              <a:buFont typeface="Arial" panose="020B0604020202020204" pitchFamily="34" charset="0"/>
              <a:buChar char="•"/>
            </a:pPr>
            <a:r>
              <a:rPr lang="en-US" sz="800" dirty="0">
                <a:solidFill>
                  <a:schemeClr val="bg1">
                    <a:lumMod val="95000"/>
                  </a:schemeClr>
                </a:solidFill>
              </a:rPr>
              <a:t>My role or responsibilities have started changing.</a:t>
            </a:r>
          </a:p>
          <a:p>
            <a:pPr marL="171450" indent="-171450">
              <a:spcAft>
                <a:spcPts val="600"/>
              </a:spcAft>
              <a:buFont typeface="Arial" panose="020B0604020202020204" pitchFamily="34" charset="0"/>
              <a:buChar char="•"/>
            </a:pPr>
            <a:r>
              <a:rPr lang="en-US" sz="800" dirty="0">
                <a:solidFill>
                  <a:schemeClr val="bg1">
                    <a:lumMod val="95000"/>
                  </a:schemeClr>
                </a:solidFill>
              </a:rPr>
              <a:t>My organization is talking about AI, restructuring, or efficiency.</a:t>
            </a:r>
          </a:p>
          <a:p>
            <a:pPr marL="171450" indent="-171450">
              <a:spcAft>
                <a:spcPts val="600"/>
              </a:spcAft>
              <a:buFont typeface="Arial" panose="020B0604020202020204" pitchFamily="34" charset="0"/>
              <a:buChar char="•"/>
            </a:pPr>
            <a:r>
              <a:rPr lang="en-US" sz="800" dirty="0">
                <a:solidFill>
                  <a:schemeClr val="bg1">
                    <a:lumMod val="95000"/>
                  </a:schemeClr>
                </a:solidFill>
              </a:rPr>
              <a:t>I want clarity before I invest time in upskilling or switching roles.</a:t>
            </a:r>
          </a:p>
          <a:p>
            <a:pPr marL="171450" indent="-171450">
              <a:spcAft>
                <a:spcPts val="600"/>
              </a:spcAft>
              <a:buFont typeface="Arial" panose="020B0604020202020204" pitchFamily="34" charset="0"/>
              <a:buChar char="•"/>
            </a:pPr>
            <a:r>
              <a:rPr lang="en-US" sz="800" dirty="0">
                <a:solidFill>
                  <a:schemeClr val="bg1">
                    <a:lumMod val="95000"/>
                  </a:schemeClr>
                </a:solidFill>
              </a:rPr>
              <a:t>I want to validate my gut feeling with a structured assessment.</a:t>
            </a:r>
          </a:p>
          <a:p>
            <a:pPr marL="171450" indent="-171450">
              <a:spcAft>
                <a:spcPts val="600"/>
              </a:spcAft>
              <a:buFont typeface="Arial" panose="020B0604020202020204" pitchFamily="34" charset="0"/>
              <a:buChar char="•"/>
            </a:pPr>
            <a:r>
              <a:rPr lang="en-US" sz="800" dirty="0">
                <a:solidFill>
                  <a:schemeClr val="bg1">
                    <a:lumMod val="95000"/>
                  </a:schemeClr>
                </a:solidFill>
              </a:rPr>
              <a:t>I want an objective view, not opinions from people around me.</a:t>
            </a:r>
          </a:p>
          <a:p>
            <a:pPr marL="171450" indent="-171450">
              <a:spcAft>
                <a:spcPts val="600"/>
              </a:spcAft>
              <a:buFont typeface="Arial" panose="020B0604020202020204" pitchFamily="34" charset="0"/>
              <a:buChar char="•"/>
            </a:pPr>
            <a:r>
              <a:rPr lang="en-US" sz="800" dirty="0">
                <a:solidFill>
                  <a:schemeClr val="bg1">
                    <a:lumMod val="95000"/>
                  </a:schemeClr>
                </a:solidFill>
              </a:rPr>
              <a:t>I recently saw layoffs or role changes around me.</a:t>
            </a:r>
          </a:p>
          <a:p>
            <a:pPr marL="171450" indent="-171450">
              <a:spcAft>
                <a:spcPts val="600"/>
              </a:spcAft>
              <a:buFont typeface="Arial" panose="020B0604020202020204" pitchFamily="34" charset="0"/>
              <a:buChar char="•"/>
            </a:pPr>
            <a:r>
              <a:rPr lang="en-US" sz="800" dirty="0">
                <a:solidFill>
                  <a:schemeClr val="bg1">
                    <a:lumMod val="95000"/>
                  </a:schemeClr>
                </a:solidFill>
              </a:rPr>
              <a:t>Other</a:t>
            </a:r>
          </a:p>
        </p:txBody>
      </p:sp>
      <p:sp>
        <p:nvSpPr>
          <p:cNvPr id="20" name="TextBox 19">
            <a:extLst>
              <a:ext uri="{FF2B5EF4-FFF2-40B4-BE49-F238E27FC236}">
                <a16:creationId xmlns:a16="http://schemas.microsoft.com/office/drawing/2014/main" id="{CC390D9A-7CA8-310A-ECA1-BEC2CED48EAC}"/>
              </a:ext>
            </a:extLst>
          </p:cNvPr>
          <p:cNvSpPr txBox="1"/>
          <p:nvPr/>
        </p:nvSpPr>
        <p:spPr>
          <a:xfrm>
            <a:off x="4620078" y="2852810"/>
            <a:ext cx="2733292" cy="400110"/>
          </a:xfrm>
          <a:prstGeom prst="rect">
            <a:avLst/>
          </a:prstGeom>
          <a:noFill/>
        </p:spPr>
        <p:txBody>
          <a:bodyPr wrap="square">
            <a:spAutoFit/>
          </a:bodyPr>
          <a:lstStyle/>
          <a:p>
            <a:r>
              <a:rPr lang="en-US" sz="1000" dirty="0">
                <a:solidFill>
                  <a:schemeClr val="bg1">
                    <a:lumMod val="95000"/>
                  </a:schemeClr>
                </a:solidFill>
              </a:rPr>
              <a:t>Choose the option that best reflects why you want to assess your job safety.</a:t>
            </a:r>
          </a:p>
        </p:txBody>
      </p:sp>
      <p:grpSp>
        <p:nvGrpSpPr>
          <p:cNvPr id="24" name="Group 23">
            <a:extLst>
              <a:ext uri="{FF2B5EF4-FFF2-40B4-BE49-F238E27FC236}">
                <a16:creationId xmlns:a16="http://schemas.microsoft.com/office/drawing/2014/main" id="{42C8BD4C-D827-C385-1C3A-23CEBF36C731}"/>
              </a:ext>
            </a:extLst>
          </p:cNvPr>
          <p:cNvGrpSpPr/>
          <p:nvPr/>
        </p:nvGrpSpPr>
        <p:grpSpPr>
          <a:xfrm>
            <a:off x="4718134" y="3366863"/>
            <a:ext cx="2437046" cy="236219"/>
            <a:chOff x="4718134" y="3429000"/>
            <a:chExt cx="2437046" cy="236219"/>
          </a:xfrm>
        </p:grpSpPr>
        <p:sp>
          <p:nvSpPr>
            <p:cNvPr id="13" name="Rectangle: Rounded Corners 12">
              <a:extLst>
                <a:ext uri="{FF2B5EF4-FFF2-40B4-BE49-F238E27FC236}">
                  <a16:creationId xmlns:a16="http://schemas.microsoft.com/office/drawing/2014/main" id="{5B5827A3-1B1C-39F1-7ED9-8FA2FDCF533B}"/>
                </a:ext>
              </a:extLst>
            </p:cNvPr>
            <p:cNvSpPr/>
            <p:nvPr/>
          </p:nvSpPr>
          <p:spPr>
            <a:xfrm>
              <a:off x="4718134" y="3429000"/>
              <a:ext cx="2437046" cy="236219"/>
            </a:xfrm>
            <a:prstGeom prst="roundRect">
              <a:avLst>
                <a:gd name="adj" fmla="val 13494"/>
              </a:avLst>
            </a:prstGeom>
            <a:solidFill>
              <a:schemeClr val="tx1">
                <a:lumMod val="85000"/>
                <a:lumOff val="15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100" dirty="0">
                <a:solidFill>
                  <a:schemeClr val="bg1">
                    <a:lumMod val="65000"/>
                  </a:schemeClr>
                </a:solidFill>
              </a:endParaRPr>
            </a:p>
          </p:txBody>
        </p:sp>
        <p:sp>
          <p:nvSpPr>
            <p:cNvPr id="23" name="Rectangle: Rounded Corners 22">
              <a:extLst>
                <a:ext uri="{FF2B5EF4-FFF2-40B4-BE49-F238E27FC236}">
                  <a16:creationId xmlns:a16="http://schemas.microsoft.com/office/drawing/2014/main" id="{2D88AAAB-F9E7-00DC-2534-B33CAB2F2C99}"/>
                </a:ext>
              </a:extLst>
            </p:cNvPr>
            <p:cNvSpPr/>
            <p:nvPr/>
          </p:nvSpPr>
          <p:spPr>
            <a:xfrm>
              <a:off x="6891814" y="3464956"/>
              <a:ext cx="213360" cy="164306"/>
            </a:xfrm>
            <a:prstGeom prst="roundRect">
              <a:avLst>
                <a:gd name="adj" fmla="val 13494"/>
              </a:avLst>
            </a:prstGeom>
            <a:ln/>
          </p:spPr>
          <p:style>
            <a:lnRef idx="0">
              <a:schemeClr val="dk1"/>
            </a:lnRef>
            <a:fillRef idx="3">
              <a:schemeClr val="dk1"/>
            </a:fillRef>
            <a:effectRef idx="3">
              <a:schemeClr val="dk1"/>
            </a:effectRef>
            <a:fontRef idx="minor">
              <a:schemeClr val="lt1"/>
            </a:fontRef>
          </p:style>
          <p:txBody>
            <a:bodyPr rtlCol="0" anchor="ctr"/>
            <a:lstStyle/>
            <a:p>
              <a:pPr algn="ctr"/>
              <a:r>
                <a:rPr lang="en-US" sz="900" dirty="0">
                  <a:solidFill>
                    <a:schemeClr val="tx1">
                      <a:lumMod val="50000"/>
                      <a:lumOff val="50000"/>
                    </a:schemeClr>
                  </a:solidFill>
                </a:rPr>
                <a:t>v</a:t>
              </a:r>
              <a:endParaRPr lang="en-IN" sz="900" dirty="0">
                <a:solidFill>
                  <a:schemeClr val="tx1">
                    <a:lumMod val="50000"/>
                    <a:lumOff val="50000"/>
                  </a:schemeClr>
                </a:solidFill>
              </a:endParaRPr>
            </a:p>
          </p:txBody>
        </p:sp>
      </p:grpSp>
      <p:sp>
        <p:nvSpPr>
          <p:cNvPr id="2" name="TextBox 1">
            <a:extLst>
              <a:ext uri="{FF2B5EF4-FFF2-40B4-BE49-F238E27FC236}">
                <a16:creationId xmlns:a16="http://schemas.microsoft.com/office/drawing/2014/main" id="{514DA844-2E25-A6CF-35B3-C184B585837B}"/>
              </a:ext>
            </a:extLst>
          </p:cNvPr>
          <p:cNvSpPr txBox="1"/>
          <p:nvPr/>
        </p:nvSpPr>
        <p:spPr>
          <a:xfrm>
            <a:off x="945574" y="2386110"/>
            <a:ext cx="2288684" cy="646331"/>
          </a:xfrm>
          <a:prstGeom prst="rect">
            <a:avLst/>
          </a:prstGeom>
          <a:noFill/>
        </p:spPr>
        <p:txBody>
          <a:bodyPr wrap="square" rtlCol="0">
            <a:spAutoFit/>
          </a:bodyPr>
          <a:lstStyle/>
          <a:p>
            <a:pPr algn="r"/>
            <a:r>
              <a:rPr lang="en-US" sz="900" dirty="0">
                <a:solidFill>
                  <a:schemeClr val="bg1">
                    <a:lumMod val="65000"/>
                  </a:schemeClr>
                </a:solidFill>
              </a:rPr>
              <a:t>This is a dynamic text. Name will derive from profile, and the text will be pre-defined in the backend. It is mapped with decision moment.</a:t>
            </a:r>
            <a:endParaRPr lang="en-IN" sz="900" dirty="0">
              <a:solidFill>
                <a:schemeClr val="bg1">
                  <a:lumMod val="65000"/>
                </a:schemeClr>
              </a:solidFill>
            </a:endParaRPr>
          </a:p>
        </p:txBody>
      </p:sp>
      <p:cxnSp>
        <p:nvCxnSpPr>
          <p:cNvPr id="3" name="Connector: Elbow 2">
            <a:extLst>
              <a:ext uri="{FF2B5EF4-FFF2-40B4-BE49-F238E27FC236}">
                <a16:creationId xmlns:a16="http://schemas.microsoft.com/office/drawing/2014/main" id="{3A8835DE-2CC5-E772-5B4E-C334123A9CF2}"/>
              </a:ext>
            </a:extLst>
          </p:cNvPr>
          <p:cNvCxnSpPr>
            <a:cxnSpLocks/>
            <a:stCxn id="2" idx="3"/>
          </p:cNvCxnSpPr>
          <p:nvPr/>
        </p:nvCxnSpPr>
        <p:spPr>
          <a:xfrm flipV="1">
            <a:off x="3234258" y="2279348"/>
            <a:ext cx="1041876" cy="42992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4AF162B-5C38-5544-1B77-701876709192}"/>
              </a:ext>
            </a:extLst>
          </p:cNvPr>
          <p:cNvSpPr txBox="1"/>
          <p:nvPr/>
        </p:nvSpPr>
        <p:spPr>
          <a:xfrm>
            <a:off x="10121514" y="1077976"/>
            <a:ext cx="1391618" cy="784830"/>
          </a:xfrm>
          <a:prstGeom prst="rect">
            <a:avLst/>
          </a:prstGeom>
          <a:noFill/>
        </p:spPr>
        <p:txBody>
          <a:bodyPr wrap="square" rtlCol="0">
            <a:spAutoFit/>
          </a:bodyPr>
          <a:lstStyle/>
          <a:p>
            <a:r>
              <a:rPr lang="en-US" sz="900" dirty="0">
                <a:solidFill>
                  <a:schemeClr val="bg1">
                    <a:lumMod val="65000"/>
                  </a:schemeClr>
                </a:solidFill>
              </a:rPr>
              <a:t>This box will contain the list of pre-defined intent. These intent are mapped with decision moments.</a:t>
            </a:r>
            <a:endParaRPr lang="en-IN" sz="900" dirty="0">
              <a:solidFill>
                <a:schemeClr val="bg1">
                  <a:lumMod val="65000"/>
                </a:schemeClr>
              </a:solidFill>
            </a:endParaRPr>
          </a:p>
        </p:txBody>
      </p:sp>
      <p:cxnSp>
        <p:nvCxnSpPr>
          <p:cNvPr id="7" name="Connector: Elbow 6">
            <a:extLst>
              <a:ext uri="{FF2B5EF4-FFF2-40B4-BE49-F238E27FC236}">
                <a16:creationId xmlns:a16="http://schemas.microsoft.com/office/drawing/2014/main" id="{9CCDCB84-0B12-0A26-7FC4-01686F1A131A}"/>
              </a:ext>
            </a:extLst>
          </p:cNvPr>
          <p:cNvCxnSpPr>
            <a:cxnSpLocks/>
            <a:stCxn id="6" idx="1"/>
          </p:cNvCxnSpPr>
          <p:nvPr/>
        </p:nvCxnSpPr>
        <p:spPr>
          <a:xfrm rot="10800000" flipV="1">
            <a:off x="7905102" y="1470390"/>
            <a:ext cx="2216413" cy="1958609"/>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69106976-05EC-F81D-7985-33D828686210}"/>
              </a:ext>
            </a:extLst>
          </p:cNvPr>
          <p:cNvCxnSpPr>
            <a:cxnSpLocks/>
            <a:stCxn id="6" idx="2"/>
          </p:cNvCxnSpPr>
          <p:nvPr/>
        </p:nvCxnSpPr>
        <p:spPr>
          <a:xfrm>
            <a:off x="10817323" y="1862806"/>
            <a:ext cx="0" cy="990004"/>
          </a:xfrm>
          <a:prstGeom prst="straightConnector1">
            <a:avLst/>
          </a:prstGeom>
          <a:ln w="3175">
            <a:solidFill>
              <a:schemeClr val="tx1">
                <a:lumMod val="65000"/>
                <a:lumOff val="35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E2291867-F617-496D-5092-953DEEE53925}"/>
              </a:ext>
            </a:extLst>
          </p:cNvPr>
          <p:cNvSpPr txBox="1"/>
          <p:nvPr/>
        </p:nvSpPr>
        <p:spPr>
          <a:xfrm>
            <a:off x="9440689" y="362016"/>
            <a:ext cx="2382350" cy="230832"/>
          </a:xfrm>
          <a:prstGeom prst="rect">
            <a:avLst/>
          </a:prstGeom>
          <a:noFill/>
        </p:spPr>
        <p:txBody>
          <a:bodyPr wrap="square" rtlCol="0">
            <a:spAutoFit/>
          </a:bodyPr>
          <a:lstStyle/>
          <a:p>
            <a:r>
              <a:rPr lang="en-US" sz="900" dirty="0">
                <a:solidFill>
                  <a:schemeClr val="bg1">
                    <a:lumMod val="65000"/>
                  </a:schemeClr>
                </a:solidFill>
              </a:rPr>
              <a:t>Timer should start automatically.</a:t>
            </a:r>
            <a:endParaRPr lang="en-IN" sz="900" dirty="0">
              <a:solidFill>
                <a:schemeClr val="bg1">
                  <a:lumMod val="65000"/>
                </a:schemeClr>
              </a:solidFill>
            </a:endParaRPr>
          </a:p>
        </p:txBody>
      </p:sp>
      <p:cxnSp>
        <p:nvCxnSpPr>
          <p:cNvPr id="27" name="Connector: Elbow 26">
            <a:extLst>
              <a:ext uri="{FF2B5EF4-FFF2-40B4-BE49-F238E27FC236}">
                <a16:creationId xmlns:a16="http://schemas.microsoft.com/office/drawing/2014/main" id="{8C74D826-051C-E221-3DA7-12D68E9FA8C1}"/>
              </a:ext>
            </a:extLst>
          </p:cNvPr>
          <p:cNvCxnSpPr>
            <a:cxnSpLocks/>
            <a:stCxn id="26" idx="1"/>
          </p:cNvCxnSpPr>
          <p:nvPr/>
        </p:nvCxnSpPr>
        <p:spPr>
          <a:xfrm rot="10800000" flipV="1">
            <a:off x="7803573" y="477432"/>
            <a:ext cx="1637116" cy="99295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A4AFE93A-BFCD-0A54-2901-F78ED526D497}"/>
              </a:ext>
            </a:extLst>
          </p:cNvPr>
          <p:cNvSpPr txBox="1"/>
          <p:nvPr/>
        </p:nvSpPr>
        <p:spPr>
          <a:xfrm>
            <a:off x="1699154" y="1135462"/>
            <a:ext cx="1436613" cy="646331"/>
          </a:xfrm>
          <a:prstGeom prst="rect">
            <a:avLst/>
          </a:prstGeom>
          <a:noFill/>
        </p:spPr>
        <p:txBody>
          <a:bodyPr wrap="square" rtlCol="0">
            <a:spAutoFit/>
          </a:bodyPr>
          <a:lstStyle/>
          <a:p>
            <a:pPr algn="r"/>
            <a:r>
              <a:rPr lang="en-US" sz="900" dirty="0">
                <a:solidFill>
                  <a:schemeClr val="bg1">
                    <a:lumMod val="65000"/>
                  </a:schemeClr>
                </a:solidFill>
              </a:rPr>
              <a:t>This is the label which will tell the name of the screen. It should have its own unique icon.</a:t>
            </a:r>
            <a:endParaRPr lang="en-IN" sz="900" dirty="0">
              <a:solidFill>
                <a:schemeClr val="bg1">
                  <a:lumMod val="65000"/>
                </a:schemeClr>
              </a:solidFill>
            </a:endParaRPr>
          </a:p>
        </p:txBody>
      </p:sp>
      <p:cxnSp>
        <p:nvCxnSpPr>
          <p:cNvPr id="34" name="Connector: Elbow 33">
            <a:extLst>
              <a:ext uri="{FF2B5EF4-FFF2-40B4-BE49-F238E27FC236}">
                <a16:creationId xmlns:a16="http://schemas.microsoft.com/office/drawing/2014/main" id="{13DDAE59-7091-A431-777B-D8BAE21F5581}"/>
              </a:ext>
            </a:extLst>
          </p:cNvPr>
          <p:cNvCxnSpPr>
            <a:cxnSpLocks/>
            <a:stCxn id="29" idx="3"/>
          </p:cNvCxnSpPr>
          <p:nvPr/>
        </p:nvCxnSpPr>
        <p:spPr>
          <a:xfrm flipV="1">
            <a:off x="3135767" y="1028700"/>
            <a:ext cx="1041877" cy="42992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A5AF8584-84C9-B003-E1E7-B4299127EE9C}"/>
              </a:ext>
            </a:extLst>
          </p:cNvPr>
          <p:cNvSpPr txBox="1"/>
          <p:nvPr/>
        </p:nvSpPr>
        <p:spPr>
          <a:xfrm>
            <a:off x="4731173" y="3962363"/>
            <a:ext cx="2437047" cy="577081"/>
          </a:xfrm>
          <a:prstGeom prst="rect">
            <a:avLst/>
          </a:prstGeom>
          <a:noFill/>
        </p:spPr>
        <p:txBody>
          <a:bodyPr wrap="square">
            <a:spAutoFit/>
          </a:bodyPr>
          <a:lstStyle/>
          <a:p>
            <a:r>
              <a:rPr lang="en-US" sz="1050" dirty="0">
                <a:solidFill>
                  <a:schemeClr val="bg1">
                    <a:lumMod val="95000"/>
                  </a:schemeClr>
                </a:solidFill>
              </a:rPr>
              <a:t>Hawksyn does not predict outcomes. It evaluates risk and readiness, so you can decide consciously.</a:t>
            </a:r>
          </a:p>
        </p:txBody>
      </p:sp>
    </p:spTree>
    <p:extLst>
      <p:ext uri="{BB962C8B-B14F-4D97-AF65-F5344CB8AC3E}">
        <p14:creationId xmlns:p14="http://schemas.microsoft.com/office/powerpoint/2010/main" val="1664297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C5D86-D497-E07D-C839-5D729CAF2F96}"/>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4DC06C24-629D-D4DE-3F9A-AE35109475B0}"/>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97E4A191-2197-C618-977B-79DF77AD7BF2}"/>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1935AA1C-6B3E-EA07-1A63-1C0FC792072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12166F46-C742-E315-4975-2F5A946D106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379CE5EC-8D8B-BA94-A460-278C5AC0264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F9439019-FAE7-2AEB-F124-91801913EC97}"/>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C135BC9A-1AA1-A7D8-AFAA-ED4317699B53}"/>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3A9C6AE9-1E5E-93FD-7CBB-E85202CCE8C0}"/>
              </a:ext>
            </a:extLst>
          </p:cNvPr>
          <p:cNvSpPr/>
          <p:nvPr/>
        </p:nvSpPr>
        <p:spPr>
          <a:xfrm>
            <a:off x="4505539" y="1639441"/>
            <a:ext cx="2912251" cy="4072900"/>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9" name="Rectangle: Rounded Corners 8">
            <a:extLst>
              <a:ext uri="{FF2B5EF4-FFF2-40B4-BE49-F238E27FC236}">
                <a16:creationId xmlns:a16="http://schemas.microsoft.com/office/drawing/2014/main" id="{5B1F8906-F6E7-54E4-77DE-9B03FA7E6341}"/>
              </a:ext>
            </a:extLst>
          </p:cNvPr>
          <p:cNvSpPr/>
          <p:nvPr/>
        </p:nvSpPr>
        <p:spPr>
          <a:xfrm>
            <a:off x="4546025" y="1691397"/>
            <a:ext cx="2807345" cy="3886443"/>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11" name="TextBox 10">
            <a:extLst>
              <a:ext uri="{FF2B5EF4-FFF2-40B4-BE49-F238E27FC236}">
                <a16:creationId xmlns:a16="http://schemas.microsoft.com/office/drawing/2014/main" id="{F6974744-4036-4784-C39C-B26979DB4BDC}"/>
              </a:ext>
            </a:extLst>
          </p:cNvPr>
          <p:cNvSpPr txBox="1"/>
          <p:nvPr/>
        </p:nvSpPr>
        <p:spPr>
          <a:xfrm>
            <a:off x="4610100" y="1809030"/>
            <a:ext cx="2679405" cy="3493264"/>
          </a:xfrm>
          <a:prstGeom prst="rect">
            <a:avLst/>
          </a:prstGeom>
          <a:noFill/>
        </p:spPr>
        <p:txBody>
          <a:bodyPr wrap="square" rtlCol="0">
            <a:spAutoFit/>
          </a:bodyPr>
          <a:lstStyle/>
          <a:p>
            <a:r>
              <a:rPr lang="en-US" sz="1050" dirty="0">
                <a:solidFill>
                  <a:schemeClr val="bg1">
                    <a:lumMod val="95000"/>
                  </a:schemeClr>
                </a:solidFill>
              </a:rPr>
              <a:t>We will evaluate your job safety through five structured stages:</a:t>
            </a:r>
          </a:p>
          <a:p>
            <a:endParaRPr lang="en-US" sz="1050" dirty="0">
              <a:solidFill>
                <a:schemeClr val="bg1">
                  <a:lumMod val="95000"/>
                </a:schemeClr>
              </a:solidFill>
            </a:endParaRPr>
          </a:p>
          <a:p>
            <a:r>
              <a:rPr lang="en-US" sz="1050" b="1" dirty="0">
                <a:solidFill>
                  <a:schemeClr val="bg1">
                    <a:lumMod val="95000"/>
                  </a:schemeClr>
                </a:solidFill>
              </a:rPr>
              <a:t>Stage 1: Exposure Mapping</a:t>
            </a:r>
          </a:p>
          <a:p>
            <a:r>
              <a:rPr lang="en-US" sz="900" dirty="0">
                <a:solidFill>
                  <a:schemeClr val="bg1">
                    <a:lumMod val="65000"/>
                  </a:schemeClr>
                </a:solidFill>
              </a:rPr>
              <a:t>We check how exposed your current role is to AI disruption, structurally.</a:t>
            </a:r>
          </a:p>
          <a:p>
            <a:endParaRPr lang="en-US" sz="1050" dirty="0">
              <a:solidFill>
                <a:schemeClr val="bg1">
                  <a:lumMod val="95000"/>
                </a:schemeClr>
              </a:solidFill>
            </a:endParaRPr>
          </a:p>
          <a:p>
            <a:r>
              <a:rPr lang="en-US" sz="1050" b="1" dirty="0">
                <a:solidFill>
                  <a:schemeClr val="bg1">
                    <a:lumMod val="95000"/>
                  </a:schemeClr>
                </a:solidFill>
              </a:rPr>
              <a:t>Stage 2: Signal &amp; Timeline Analysis</a:t>
            </a:r>
          </a:p>
          <a:p>
            <a:r>
              <a:rPr lang="en-US" sz="900" dirty="0">
                <a:solidFill>
                  <a:schemeClr val="bg1">
                    <a:lumMod val="65000"/>
                  </a:schemeClr>
                </a:solidFill>
              </a:rPr>
              <a:t>We assess if disruption happens, how fast it could realistically reach you.</a:t>
            </a:r>
          </a:p>
          <a:p>
            <a:endParaRPr lang="en-US" sz="1050" dirty="0">
              <a:solidFill>
                <a:schemeClr val="bg1">
                  <a:lumMod val="95000"/>
                </a:schemeClr>
              </a:solidFill>
            </a:endParaRPr>
          </a:p>
          <a:p>
            <a:r>
              <a:rPr lang="en-US" sz="1050" b="1" dirty="0">
                <a:solidFill>
                  <a:schemeClr val="bg1">
                    <a:lumMod val="95000"/>
                  </a:schemeClr>
                </a:solidFill>
              </a:rPr>
              <a:t>Stage 3: Impact &amp; Reversibility</a:t>
            </a:r>
          </a:p>
          <a:p>
            <a:r>
              <a:rPr lang="en-US" sz="900" dirty="0">
                <a:solidFill>
                  <a:schemeClr val="bg1">
                    <a:lumMod val="65000"/>
                  </a:schemeClr>
                </a:solidFill>
              </a:rPr>
              <a:t>We analyze if you are wrong or late, how serious the impact would be.</a:t>
            </a:r>
          </a:p>
          <a:p>
            <a:endParaRPr lang="en-US" sz="1050" dirty="0">
              <a:solidFill>
                <a:schemeClr val="bg1">
                  <a:lumMod val="95000"/>
                </a:schemeClr>
              </a:solidFill>
            </a:endParaRPr>
          </a:p>
          <a:p>
            <a:r>
              <a:rPr lang="en-US" sz="1050" b="1" dirty="0">
                <a:solidFill>
                  <a:schemeClr val="bg1">
                    <a:lumMod val="95000"/>
                  </a:schemeClr>
                </a:solidFill>
              </a:rPr>
              <a:t>Stage 4: Blind Spot Detection</a:t>
            </a:r>
          </a:p>
          <a:p>
            <a:r>
              <a:rPr lang="en-US" sz="900" dirty="0">
                <a:solidFill>
                  <a:schemeClr val="bg1">
                    <a:lumMod val="65000"/>
                  </a:schemeClr>
                </a:solidFill>
              </a:rPr>
              <a:t>We identify where you may be dangerously wrong or overconfident.</a:t>
            </a:r>
          </a:p>
          <a:p>
            <a:endParaRPr lang="en-US" sz="1050" dirty="0">
              <a:solidFill>
                <a:schemeClr val="bg1">
                  <a:lumMod val="95000"/>
                </a:schemeClr>
              </a:solidFill>
            </a:endParaRPr>
          </a:p>
          <a:p>
            <a:r>
              <a:rPr lang="en-US" sz="1050" b="1" dirty="0">
                <a:solidFill>
                  <a:schemeClr val="bg1">
                    <a:lumMod val="95000"/>
                  </a:schemeClr>
                </a:solidFill>
              </a:rPr>
              <a:t>Stage 5: Decision Assurance Verdict</a:t>
            </a:r>
          </a:p>
          <a:p>
            <a:r>
              <a:rPr lang="en-US" sz="900" dirty="0">
                <a:solidFill>
                  <a:schemeClr val="bg1">
                    <a:lumMod val="65000"/>
                  </a:schemeClr>
                </a:solidFill>
              </a:rPr>
              <a:t>We validate whether, given the risk, timing, and reversibility, you are safe to stay put.</a:t>
            </a:r>
          </a:p>
        </p:txBody>
      </p:sp>
      <p:sp>
        <p:nvSpPr>
          <p:cNvPr id="4" name="Rectangle: Rounded Corners 3">
            <a:extLst>
              <a:ext uri="{FF2B5EF4-FFF2-40B4-BE49-F238E27FC236}">
                <a16:creationId xmlns:a16="http://schemas.microsoft.com/office/drawing/2014/main" id="{48C8F880-CD48-A36F-374D-2E052444FD4A}"/>
              </a:ext>
            </a:extLst>
          </p:cNvPr>
          <p:cNvSpPr/>
          <p:nvPr/>
        </p:nvSpPr>
        <p:spPr>
          <a:xfrm>
            <a:off x="5416020" y="5876485"/>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 </a:t>
            </a:r>
            <a:endParaRPr lang="en-IN" sz="1000" dirty="0"/>
          </a:p>
        </p:txBody>
      </p:sp>
      <p:grpSp>
        <p:nvGrpSpPr>
          <p:cNvPr id="7" name="Group 6">
            <a:extLst>
              <a:ext uri="{FF2B5EF4-FFF2-40B4-BE49-F238E27FC236}">
                <a16:creationId xmlns:a16="http://schemas.microsoft.com/office/drawing/2014/main" id="{E50848E5-C308-BE23-5DCD-36C5AC255D56}"/>
              </a:ext>
            </a:extLst>
          </p:cNvPr>
          <p:cNvGrpSpPr/>
          <p:nvPr/>
        </p:nvGrpSpPr>
        <p:grpSpPr>
          <a:xfrm>
            <a:off x="6706414" y="1349079"/>
            <a:ext cx="711376" cy="215444"/>
            <a:chOff x="6706414" y="1349079"/>
            <a:chExt cx="711376" cy="215444"/>
          </a:xfrm>
        </p:grpSpPr>
        <p:sp>
          <p:nvSpPr>
            <p:cNvPr id="10" name="TextBox 9">
              <a:extLst>
                <a:ext uri="{FF2B5EF4-FFF2-40B4-BE49-F238E27FC236}">
                  <a16:creationId xmlns:a16="http://schemas.microsoft.com/office/drawing/2014/main" id="{5BCD634E-1F87-7297-BE2D-E6F2377A0A95}"/>
                </a:ext>
              </a:extLst>
            </p:cNvPr>
            <p:cNvSpPr txBox="1"/>
            <p:nvPr/>
          </p:nvSpPr>
          <p:spPr>
            <a:xfrm>
              <a:off x="6848403" y="1349079"/>
              <a:ext cx="569387" cy="215444"/>
            </a:xfrm>
            <a:prstGeom prst="rect">
              <a:avLst/>
            </a:prstGeom>
            <a:noFill/>
          </p:spPr>
          <p:txBody>
            <a:bodyPr wrap="none" rtlCol="0">
              <a:spAutoFit/>
            </a:bodyPr>
            <a:lstStyle/>
            <a:p>
              <a:r>
                <a:rPr lang="en-US" sz="800" dirty="0">
                  <a:solidFill>
                    <a:schemeClr val="tx1">
                      <a:lumMod val="50000"/>
                      <a:lumOff val="50000"/>
                    </a:schemeClr>
                  </a:solidFill>
                </a:rPr>
                <a:t>00:00:09</a:t>
              </a:r>
              <a:endParaRPr lang="en-IN" sz="800" dirty="0">
                <a:solidFill>
                  <a:schemeClr val="tx1">
                    <a:lumMod val="50000"/>
                    <a:lumOff val="50000"/>
                  </a:schemeClr>
                </a:solidFill>
              </a:endParaRPr>
            </a:p>
          </p:txBody>
        </p:sp>
        <p:pic>
          <p:nvPicPr>
            <p:cNvPr id="13" name="Graphic 12" descr="Stopwatch with solid fill">
              <a:extLst>
                <a:ext uri="{FF2B5EF4-FFF2-40B4-BE49-F238E27FC236}">
                  <a16:creationId xmlns:a16="http://schemas.microsoft.com/office/drawing/2014/main" id="{E87E105C-6B48-AC1C-1CF0-6CF639A92CC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sp>
        <p:nvSpPr>
          <p:cNvPr id="2" name="TextBox 1">
            <a:extLst>
              <a:ext uri="{FF2B5EF4-FFF2-40B4-BE49-F238E27FC236}">
                <a16:creationId xmlns:a16="http://schemas.microsoft.com/office/drawing/2014/main" id="{05C01511-A661-911A-8768-CEAB8B4050F3}"/>
              </a:ext>
            </a:extLst>
          </p:cNvPr>
          <p:cNvSpPr txBox="1"/>
          <p:nvPr/>
        </p:nvSpPr>
        <p:spPr>
          <a:xfrm>
            <a:off x="945574" y="2386110"/>
            <a:ext cx="2288684" cy="507831"/>
          </a:xfrm>
          <a:prstGeom prst="rect">
            <a:avLst/>
          </a:prstGeom>
          <a:noFill/>
        </p:spPr>
        <p:txBody>
          <a:bodyPr wrap="square" rtlCol="0">
            <a:spAutoFit/>
          </a:bodyPr>
          <a:lstStyle/>
          <a:p>
            <a:pPr algn="r"/>
            <a:r>
              <a:rPr lang="en-US" sz="900" dirty="0">
                <a:solidFill>
                  <a:schemeClr val="bg1">
                    <a:lumMod val="65000"/>
                  </a:schemeClr>
                </a:solidFill>
              </a:rPr>
              <a:t>This is a dynamic text. The text will be pre-defined in the backend. It is mapped with decision moment.</a:t>
            </a:r>
            <a:endParaRPr lang="en-IN" sz="900" dirty="0">
              <a:solidFill>
                <a:schemeClr val="bg1">
                  <a:lumMod val="65000"/>
                </a:schemeClr>
              </a:solidFill>
            </a:endParaRPr>
          </a:p>
        </p:txBody>
      </p:sp>
      <p:cxnSp>
        <p:nvCxnSpPr>
          <p:cNvPr id="3" name="Connector: Elbow 2">
            <a:extLst>
              <a:ext uri="{FF2B5EF4-FFF2-40B4-BE49-F238E27FC236}">
                <a16:creationId xmlns:a16="http://schemas.microsoft.com/office/drawing/2014/main" id="{29E4C0C6-16B6-239F-C686-00954068F3E2}"/>
              </a:ext>
            </a:extLst>
          </p:cNvPr>
          <p:cNvCxnSpPr>
            <a:cxnSpLocks/>
            <a:stCxn id="2" idx="3"/>
          </p:cNvCxnSpPr>
          <p:nvPr/>
        </p:nvCxnSpPr>
        <p:spPr>
          <a:xfrm flipV="1">
            <a:off x="3234258" y="2279348"/>
            <a:ext cx="1041876" cy="36067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07494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E6CB2-452F-5C1C-70BE-68432102B440}"/>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D74C5CAE-B168-07E5-412F-F1DAC322235E}"/>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03769E8F-A63D-DA5E-2E35-CC72914114A9}"/>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E3C10C03-06B5-5311-B0A4-401C12B4AD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1D4588FD-5FA1-D61B-4EA3-E5E84DDCD78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1A0D5AB3-DB6A-0511-0016-4428CEA00ED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7052B4A5-A654-DE2B-53BE-0DE4DC469513}"/>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9340783C-615B-EEA0-E9F8-DA7DC6C9C4DB}"/>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B1AB5EB3-A6C8-158D-4237-CBC97D1FC8E1}"/>
              </a:ext>
            </a:extLst>
          </p:cNvPr>
          <p:cNvSpPr/>
          <p:nvPr/>
        </p:nvSpPr>
        <p:spPr>
          <a:xfrm>
            <a:off x="4505539" y="1639441"/>
            <a:ext cx="2912251" cy="2890993"/>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9" name="Rectangle: Rounded Corners 8">
            <a:extLst>
              <a:ext uri="{FF2B5EF4-FFF2-40B4-BE49-F238E27FC236}">
                <a16:creationId xmlns:a16="http://schemas.microsoft.com/office/drawing/2014/main" id="{4507C6F5-923D-F672-9957-3A768F537A53}"/>
              </a:ext>
            </a:extLst>
          </p:cNvPr>
          <p:cNvSpPr/>
          <p:nvPr/>
        </p:nvSpPr>
        <p:spPr>
          <a:xfrm>
            <a:off x="4546025" y="1691398"/>
            <a:ext cx="2807345" cy="2703958"/>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11" name="TextBox 10">
            <a:extLst>
              <a:ext uri="{FF2B5EF4-FFF2-40B4-BE49-F238E27FC236}">
                <a16:creationId xmlns:a16="http://schemas.microsoft.com/office/drawing/2014/main" id="{F404E055-65A4-03DC-A233-E6579ABF2E17}"/>
              </a:ext>
            </a:extLst>
          </p:cNvPr>
          <p:cNvSpPr txBox="1"/>
          <p:nvPr/>
        </p:nvSpPr>
        <p:spPr>
          <a:xfrm>
            <a:off x="4610100" y="1809030"/>
            <a:ext cx="2679405" cy="2192908"/>
          </a:xfrm>
          <a:prstGeom prst="rect">
            <a:avLst/>
          </a:prstGeom>
          <a:noFill/>
        </p:spPr>
        <p:txBody>
          <a:bodyPr wrap="square" rtlCol="0">
            <a:spAutoFit/>
          </a:bodyPr>
          <a:lstStyle/>
          <a:p>
            <a:r>
              <a:rPr lang="en-US" sz="1050" dirty="0">
                <a:solidFill>
                  <a:schemeClr val="bg1">
                    <a:lumMod val="95000"/>
                  </a:schemeClr>
                </a:solidFill>
              </a:rPr>
              <a:t>Hawksyn will ask for information related to your role, work context, and personal risk factors.</a:t>
            </a:r>
          </a:p>
          <a:p>
            <a:endParaRPr lang="en-US" sz="1050" dirty="0">
              <a:solidFill>
                <a:schemeClr val="bg1">
                  <a:lumMod val="95000"/>
                </a:schemeClr>
              </a:solidFill>
            </a:endParaRPr>
          </a:p>
          <a:p>
            <a:r>
              <a:rPr lang="en-US" sz="1050" dirty="0">
                <a:solidFill>
                  <a:schemeClr val="bg1">
                    <a:lumMod val="95000"/>
                  </a:schemeClr>
                </a:solidFill>
              </a:rPr>
              <a:t>This data is used only to generate your Job Safety assessment.</a:t>
            </a:r>
          </a:p>
          <a:p>
            <a:endParaRPr lang="en-US" sz="1050" dirty="0">
              <a:solidFill>
                <a:schemeClr val="bg1">
                  <a:lumMod val="95000"/>
                </a:schemeClr>
              </a:solidFill>
            </a:endParaRPr>
          </a:p>
          <a:p>
            <a:r>
              <a:rPr lang="en-US" sz="1050" dirty="0">
                <a:solidFill>
                  <a:schemeClr val="bg1">
                    <a:lumMod val="95000"/>
                  </a:schemeClr>
                </a:solidFill>
              </a:rPr>
              <a:t>We do not sell your data or train public AI models on your inputs or share identifiable information with third parties.</a:t>
            </a:r>
          </a:p>
          <a:p>
            <a:endParaRPr lang="en-US" sz="1050" dirty="0">
              <a:solidFill>
                <a:schemeClr val="bg1">
                  <a:lumMod val="95000"/>
                </a:schemeClr>
              </a:solidFill>
            </a:endParaRPr>
          </a:p>
          <a:p>
            <a:r>
              <a:rPr lang="en-US" sz="1050" dirty="0">
                <a:solidFill>
                  <a:schemeClr val="bg1">
                    <a:lumMod val="95000"/>
                  </a:schemeClr>
                </a:solidFill>
              </a:rPr>
              <a:t>You can stop anytime. You can download your report. You can request deletion.</a:t>
            </a:r>
          </a:p>
        </p:txBody>
      </p:sp>
      <p:sp>
        <p:nvSpPr>
          <p:cNvPr id="12" name="Rectangle: Rounded Corners 11">
            <a:extLst>
              <a:ext uri="{FF2B5EF4-FFF2-40B4-BE49-F238E27FC236}">
                <a16:creationId xmlns:a16="http://schemas.microsoft.com/office/drawing/2014/main" id="{43CF6BF1-D6CE-2FEA-A661-E880B469BCC2}"/>
              </a:ext>
            </a:extLst>
          </p:cNvPr>
          <p:cNvSpPr/>
          <p:nvPr/>
        </p:nvSpPr>
        <p:spPr>
          <a:xfrm>
            <a:off x="5416020" y="5790928"/>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a:t>
            </a:r>
            <a:endParaRPr lang="en-IN" sz="1000" dirty="0"/>
          </a:p>
        </p:txBody>
      </p:sp>
      <p:sp>
        <p:nvSpPr>
          <p:cNvPr id="4" name="TextBox 3">
            <a:extLst>
              <a:ext uri="{FF2B5EF4-FFF2-40B4-BE49-F238E27FC236}">
                <a16:creationId xmlns:a16="http://schemas.microsoft.com/office/drawing/2014/main" id="{026F694C-4FAA-27FB-891C-AA601A532F52}"/>
              </a:ext>
            </a:extLst>
          </p:cNvPr>
          <p:cNvSpPr txBox="1"/>
          <p:nvPr/>
        </p:nvSpPr>
        <p:spPr>
          <a:xfrm>
            <a:off x="6147591" y="4127916"/>
            <a:ext cx="1205779" cy="215444"/>
          </a:xfrm>
          <a:prstGeom prst="rect">
            <a:avLst/>
          </a:prstGeom>
          <a:noFill/>
        </p:spPr>
        <p:txBody>
          <a:bodyPr wrap="none" rtlCol="0">
            <a:spAutoFit/>
          </a:bodyPr>
          <a:lstStyle/>
          <a:p>
            <a:pPr algn="r"/>
            <a:r>
              <a:rPr lang="en-US" sz="800" i="1" dirty="0">
                <a:solidFill>
                  <a:schemeClr val="tx1">
                    <a:lumMod val="50000"/>
                    <a:lumOff val="50000"/>
                  </a:schemeClr>
                </a:solidFill>
              </a:rPr>
              <a:t>Read data usage policy</a:t>
            </a:r>
            <a:endParaRPr lang="en-IN" sz="800" i="1" dirty="0">
              <a:solidFill>
                <a:schemeClr val="tx1">
                  <a:lumMod val="50000"/>
                  <a:lumOff val="50000"/>
                </a:schemeClr>
              </a:solidFill>
            </a:endParaRPr>
          </a:p>
        </p:txBody>
      </p:sp>
      <p:grpSp>
        <p:nvGrpSpPr>
          <p:cNvPr id="16" name="Group 15">
            <a:extLst>
              <a:ext uri="{FF2B5EF4-FFF2-40B4-BE49-F238E27FC236}">
                <a16:creationId xmlns:a16="http://schemas.microsoft.com/office/drawing/2014/main" id="{C5D30B9B-A172-A42C-10A1-7189F8473142}"/>
              </a:ext>
            </a:extLst>
          </p:cNvPr>
          <p:cNvGrpSpPr/>
          <p:nvPr/>
        </p:nvGrpSpPr>
        <p:grpSpPr>
          <a:xfrm>
            <a:off x="4610099" y="4667468"/>
            <a:ext cx="2748336" cy="655931"/>
            <a:chOff x="4610099" y="4667468"/>
            <a:chExt cx="2748336" cy="655931"/>
          </a:xfrm>
        </p:grpSpPr>
        <p:sp>
          <p:nvSpPr>
            <p:cNvPr id="6" name="Rectangle: Rounded Corners 5">
              <a:extLst>
                <a:ext uri="{FF2B5EF4-FFF2-40B4-BE49-F238E27FC236}">
                  <a16:creationId xmlns:a16="http://schemas.microsoft.com/office/drawing/2014/main" id="{1A7F42A2-6DFB-A3DF-7423-1AD3ADA0B4F5}"/>
                </a:ext>
              </a:extLst>
            </p:cNvPr>
            <p:cNvSpPr/>
            <p:nvPr/>
          </p:nvSpPr>
          <p:spPr>
            <a:xfrm>
              <a:off x="4610100" y="4709851"/>
              <a:ext cx="124095" cy="130678"/>
            </a:xfrm>
            <a:prstGeom prst="roundRect">
              <a:avLst/>
            </a:prstGeom>
            <a:solidFill>
              <a:schemeClr val="bg2">
                <a:lumMod val="1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9942722A-698A-35AB-09BA-B51D59832EC4}"/>
                </a:ext>
              </a:extLst>
            </p:cNvPr>
            <p:cNvSpPr/>
            <p:nvPr/>
          </p:nvSpPr>
          <p:spPr>
            <a:xfrm>
              <a:off x="4610100" y="4926544"/>
              <a:ext cx="124095" cy="130678"/>
            </a:xfrm>
            <a:prstGeom prst="roundRect">
              <a:avLst/>
            </a:prstGeom>
            <a:solidFill>
              <a:schemeClr val="bg2">
                <a:lumMod val="1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6170BC43-70E0-03E6-A8AD-BBE99EA7A299}"/>
                </a:ext>
              </a:extLst>
            </p:cNvPr>
            <p:cNvSpPr/>
            <p:nvPr/>
          </p:nvSpPr>
          <p:spPr>
            <a:xfrm>
              <a:off x="4610099" y="5143237"/>
              <a:ext cx="124095" cy="130678"/>
            </a:xfrm>
            <a:prstGeom prst="roundRect">
              <a:avLst/>
            </a:prstGeom>
            <a:solidFill>
              <a:schemeClr val="bg2">
                <a:lumMod val="1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2E6CC5F-3FB4-07F3-4952-A69316EF3C50}"/>
                </a:ext>
              </a:extLst>
            </p:cNvPr>
            <p:cNvSpPr txBox="1"/>
            <p:nvPr/>
          </p:nvSpPr>
          <p:spPr>
            <a:xfrm>
              <a:off x="4806133" y="4667468"/>
              <a:ext cx="2483372" cy="215444"/>
            </a:xfrm>
            <a:prstGeom prst="rect">
              <a:avLst/>
            </a:prstGeom>
            <a:noFill/>
          </p:spPr>
          <p:txBody>
            <a:bodyPr wrap="none" rtlCol="0">
              <a:spAutoFit/>
            </a:bodyPr>
            <a:lstStyle/>
            <a:p>
              <a:r>
                <a:rPr lang="en-US" sz="800" dirty="0">
                  <a:solidFill>
                    <a:schemeClr val="tx1">
                      <a:lumMod val="50000"/>
                      <a:lumOff val="50000"/>
                    </a:schemeClr>
                  </a:solidFill>
                </a:rPr>
                <a:t>I understand this assessment involves analyzing risk</a:t>
              </a:r>
              <a:endParaRPr lang="en-IN" sz="800" dirty="0">
                <a:solidFill>
                  <a:schemeClr val="tx1">
                    <a:lumMod val="50000"/>
                    <a:lumOff val="50000"/>
                  </a:schemeClr>
                </a:solidFill>
              </a:endParaRPr>
            </a:p>
          </p:txBody>
        </p:sp>
        <p:sp>
          <p:nvSpPr>
            <p:cNvPr id="14" name="TextBox 13">
              <a:extLst>
                <a:ext uri="{FF2B5EF4-FFF2-40B4-BE49-F238E27FC236}">
                  <a16:creationId xmlns:a16="http://schemas.microsoft.com/office/drawing/2014/main" id="{F7EEDC2D-FB43-7DB9-3C77-A268F6FC099A}"/>
                </a:ext>
              </a:extLst>
            </p:cNvPr>
            <p:cNvSpPr txBox="1"/>
            <p:nvPr/>
          </p:nvSpPr>
          <p:spPr>
            <a:xfrm>
              <a:off x="4806133" y="4875198"/>
              <a:ext cx="2552302" cy="215444"/>
            </a:xfrm>
            <a:prstGeom prst="rect">
              <a:avLst/>
            </a:prstGeom>
            <a:noFill/>
          </p:spPr>
          <p:txBody>
            <a:bodyPr wrap="none" rtlCol="0">
              <a:spAutoFit/>
            </a:bodyPr>
            <a:lstStyle/>
            <a:p>
              <a:r>
                <a:rPr lang="en-US" sz="800" dirty="0">
                  <a:solidFill>
                    <a:schemeClr val="tx1">
                      <a:lumMod val="50000"/>
                      <a:lumOff val="50000"/>
                    </a:schemeClr>
                  </a:solidFill>
                </a:rPr>
                <a:t>I consent to processing my inputs for this assessment</a:t>
              </a:r>
              <a:endParaRPr lang="en-IN" sz="800" dirty="0">
                <a:solidFill>
                  <a:schemeClr val="tx1">
                    <a:lumMod val="50000"/>
                    <a:lumOff val="50000"/>
                  </a:schemeClr>
                </a:solidFill>
              </a:endParaRPr>
            </a:p>
          </p:txBody>
        </p:sp>
        <p:sp>
          <p:nvSpPr>
            <p:cNvPr id="15" name="TextBox 14">
              <a:extLst>
                <a:ext uri="{FF2B5EF4-FFF2-40B4-BE49-F238E27FC236}">
                  <a16:creationId xmlns:a16="http://schemas.microsoft.com/office/drawing/2014/main" id="{3AD54850-863B-2AE3-CCB3-18084E92EF02}"/>
                </a:ext>
              </a:extLst>
            </p:cNvPr>
            <p:cNvSpPr txBox="1"/>
            <p:nvPr/>
          </p:nvSpPr>
          <p:spPr>
            <a:xfrm>
              <a:off x="4822286" y="5107955"/>
              <a:ext cx="1625766" cy="215444"/>
            </a:xfrm>
            <a:prstGeom prst="rect">
              <a:avLst/>
            </a:prstGeom>
            <a:noFill/>
          </p:spPr>
          <p:txBody>
            <a:bodyPr wrap="none" rtlCol="0">
              <a:spAutoFit/>
            </a:bodyPr>
            <a:lstStyle/>
            <a:p>
              <a:r>
                <a:rPr lang="en-US" sz="800" dirty="0">
                  <a:solidFill>
                    <a:schemeClr val="tx1">
                      <a:lumMod val="50000"/>
                      <a:lumOff val="50000"/>
                    </a:schemeClr>
                  </a:solidFill>
                </a:rPr>
                <a:t>I have read the data usage policy</a:t>
              </a:r>
              <a:endParaRPr lang="en-IN" sz="800" dirty="0">
                <a:solidFill>
                  <a:schemeClr val="tx1">
                    <a:lumMod val="50000"/>
                    <a:lumOff val="50000"/>
                  </a:schemeClr>
                </a:solidFill>
              </a:endParaRPr>
            </a:p>
          </p:txBody>
        </p:sp>
      </p:grpSp>
      <p:grpSp>
        <p:nvGrpSpPr>
          <p:cNvPr id="17" name="Group 16">
            <a:extLst>
              <a:ext uri="{FF2B5EF4-FFF2-40B4-BE49-F238E27FC236}">
                <a16:creationId xmlns:a16="http://schemas.microsoft.com/office/drawing/2014/main" id="{ED38D84B-DB3E-35BF-E04E-AA9BE9CC142D}"/>
              </a:ext>
            </a:extLst>
          </p:cNvPr>
          <p:cNvGrpSpPr/>
          <p:nvPr/>
        </p:nvGrpSpPr>
        <p:grpSpPr>
          <a:xfrm>
            <a:off x="6706414" y="1349079"/>
            <a:ext cx="711376" cy="215444"/>
            <a:chOff x="6706414" y="1349079"/>
            <a:chExt cx="711376" cy="215444"/>
          </a:xfrm>
        </p:grpSpPr>
        <p:sp>
          <p:nvSpPr>
            <p:cNvPr id="18" name="TextBox 17">
              <a:extLst>
                <a:ext uri="{FF2B5EF4-FFF2-40B4-BE49-F238E27FC236}">
                  <a16:creationId xmlns:a16="http://schemas.microsoft.com/office/drawing/2014/main" id="{FF2B7194-EF70-2E87-9877-FEBC1E57C514}"/>
                </a:ext>
              </a:extLst>
            </p:cNvPr>
            <p:cNvSpPr txBox="1"/>
            <p:nvPr/>
          </p:nvSpPr>
          <p:spPr>
            <a:xfrm>
              <a:off x="6848403" y="1349079"/>
              <a:ext cx="569387" cy="215444"/>
            </a:xfrm>
            <a:prstGeom prst="rect">
              <a:avLst/>
            </a:prstGeom>
            <a:noFill/>
          </p:spPr>
          <p:txBody>
            <a:bodyPr wrap="none" rtlCol="0">
              <a:spAutoFit/>
            </a:bodyPr>
            <a:lstStyle/>
            <a:p>
              <a:r>
                <a:rPr lang="en-US" sz="800" dirty="0">
                  <a:solidFill>
                    <a:schemeClr val="tx1">
                      <a:lumMod val="50000"/>
                      <a:lumOff val="50000"/>
                    </a:schemeClr>
                  </a:solidFill>
                </a:rPr>
                <a:t>00:00:27</a:t>
              </a:r>
              <a:endParaRPr lang="en-IN" sz="800" dirty="0">
                <a:solidFill>
                  <a:schemeClr val="tx1">
                    <a:lumMod val="50000"/>
                    <a:lumOff val="50000"/>
                  </a:schemeClr>
                </a:solidFill>
              </a:endParaRPr>
            </a:p>
          </p:txBody>
        </p:sp>
        <p:pic>
          <p:nvPicPr>
            <p:cNvPr id="19" name="Graphic 18" descr="Stopwatch with solid fill">
              <a:extLst>
                <a:ext uri="{FF2B5EF4-FFF2-40B4-BE49-F238E27FC236}">
                  <a16:creationId xmlns:a16="http://schemas.microsoft.com/office/drawing/2014/main" id="{5F12662D-5608-5B54-CEB4-C393ED4DDC8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sp>
        <p:nvSpPr>
          <p:cNvPr id="2" name="TextBox 1">
            <a:extLst>
              <a:ext uri="{FF2B5EF4-FFF2-40B4-BE49-F238E27FC236}">
                <a16:creationId xmlns:a16="http://schemas.microsoft.com/office/drawing/2014/main" id="{1C91EC68-A996-EE26-3CE1-4416575F95C8}"/>
              </a:ext>
            </a:extLst>
          </p:cNvPr>
          <p:cNvSpPr txBox="1"/>
          <p:nvPr/>
        </p:nvSpPr>
        <p:spPr>
          <a:xfrm>
            <a:off x="945574" y="2386110"/>
            <a:ext cx="2288684" cy="507831"/>
          </a:xfrm>
          <a:prstGeom prst="rect">
            <a:avLst/>
          </a:prstGeom>
          <a:noFill/>
        </p:spPr>
        <p:txBody>
          <a:bodyPr wrap="square" rtlCol="0">
            <a:spAutoFit/>
          </a:bodyPr>
          <a:lstStyle/>
          <a:p>
            <a:pPr algn="r"/>
            <a:r>
              <a:rPr lang="en-US" sz="900" dirty="0">
                <a:solidFill>
                  <a:schemeClr val="bg1">
                    <a:lumMod val="65000"/>
                  </a:schemeClr>
                </a:solidFill>
              </a:rPr>
              <a:t>This is a dynamic text. The text will be pre-defined in the backend. It is mapped with decision moment.</a:t>
            </a:r>
            <a:endParaRPr lang="en-IN" sz="900" dirty="0">
              <a:solidFill>
                <a:schemeClr val="bg1">
                  <a:lumMod val="65000"/>
                </a:schemeClr>
              </a:solidFill>
            </a:endParaRPr>
          </a:p>
        </p:txBody>
      </p:sp>
      <p:cxnSp>
        <p:nvCxnSpPr>
          <p:cNvPr id="3" name="Connector: Elbow 2">
            <a:extLst>
              <a:ext uri="{FF2B5EF4-FFF2-40B4-BE49-F238E27FC236}">
                <a16:creationId xmlns:a16="http://schemas.microsoft.com/office/drawing/2014/main" id="{7F65A298-45AD-BB7A-DA3D-B5B976DD4873}"/>
              </a:ext>
            </a:extLst>
          </p:cNvPr>
          <p:cNvCxnSpPr>
            <a:cxnSpLocks/>
            <a:stCxn id="2" idx="3"/>
          </p:cNvCxnSpPr>
          <p:nvPr/>
        </p:nvCxnSpPr>
        <p:spPr>
          <a:xfrm flipV="1">
            <a:off x="3234258" y="2279348"/>
            <a:ext cx="1041876" cy="36067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21454B03-C35E-BA28-3EFE-F9BF19618B95}"/>
              </a:ext>
            </a:extLst>
          </p:cNvPr>
          <p:cNvSpPr txBox="1"/>
          <p:nvPr/>
        </p:nvSpPr>
        <p:spPr>
          <a:xfrm>
            <a:off x="9451080" y="3074043"/>
            <a:ext cx="2382350" cy="369332"/>
          </a:xfrm>
          <a:prstGeom prst="rect">
            <a:avLst/>
          </a:prstGeom>
          <a:noFill/>
        </p:spPr>
        <p:txBody>
          <a:bodyPr wrap="square" rtlCol="0">
            <a:spAutoFit/>
          </a:bodyPr>
          <a:lstStyle/>
          <a:p>
            <a:r>
              <a:rPr lang="en-US" sz="900" dirty="0">
                <a:solidFill>
                  <a:schemeClr val="bg1">
                    <a:lumMod val="65000"/>
                  </a:schemeClr>
                </a:solidFill>
              </a:rPr>
              <a:t>This is a hyperlink; user can be able to click and read it.</a:t>
            </a:r>
            <a:endParaRPr lang="en-IN" sz="900" dirty="0">
              <a:solidFill>
                <a:schemeClr val="bg1">
                  <a:lumMod val="65000"/>
                </a:schemeClr>
              </a:solidFill>
            </a:endParaRPr>
          </a:p>
        </p:txBody>
      </p:sp>
      <p:cxnSp>
        <p:nvCxnSpPr>
          <p:cNvPr id="21" name="Connector: Elbow 20">
            <a:extLst>
              <a:ext uri="{FF2B5EF4-FFF2-40B4-BE49-F238E27FC236}">
                <a16:creationId xmlns:a16="http://schemas.microsoft.com/office/drawing/2014/main" id="{0256BA3A-3548-18F2-0149-EA349E4F720E}"/>
              </a:ext>
            </a:extLst>
          </p:cNvPr>
          <p:cNvCxnSpPr>
            <a:cxnSpLocks/>
            <a:stCxn id="20" idx="1"/>
          </p:cNvCxnSpPr>
          <p:nvPr/>
        </p:nvCxnSpPr>
        <p:spPr>
          <a:xfrm rot="10800000" flipV="1">
            <a:off x="7813964" y="3258709"/>
            <a:ext cx="1637116" cy="92370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4EB87721-C6E5-525E-3809-91AEF7E86800}"/>
              </a:ext>
            </a:extLst>
          </p:cNvPr>
          <p:cNvSpPr txBox="1"/>
          <p:nvPr/>
        </p:nvSpPr>
        <p:spPr>
          <a:xfrm>
            <a:off x="824276" y="5069483"/>
            <a:ext cx="2288684" cy="369332"/>
          </a:xfrm>
          <a:prstGeom prst="rect">
            <a:avLst/>
          </a:prstGeom>
          <a:noFill/>
        </p:spPr>
        <p:txBody>
          <a:bodyPr wrap="square" rtlCol="0">
            <a:spAutoFit/>
          </a:bodyPr>
          <a:lstStyle/>
          <a:p>
            <a:pPr algn="r"/>
            <a:r>
              <a:rPr lang="en-US" sz="900" dirty="0">
                <a:solidFill>
                  <a:schemeClr val="bg1">
                    <a:lumMod val="65000"/>
                  </a:schemeClr>
                </a:solidFill>
              </a:rPr>
              <a:t>These all are mandatory field. User need to check all to continue.</a:t>
            </a:r>
            <a:endParaRPr lang="en-IN" sz="900" dirty="0">
              <a:solidFill>
                <a:schemeClr val="bg1">
                  <a:lumMod val="65000"/>
                </a:schemeClr>
              </a:solidFill>
            </a:endParaRPr>
          </a:p>
        </p:txBody>
      </p:sp>
      <p:cxnSp>
        <p:nvCxnSpPr>
          <p:cNvPr id="23" name="Connector: Elbow 22">
            <a:extLst>
              <a:ext uri="{FF2B5EF4-FFF2-40B4-BE49-F238E27FC236}">
                <a16:creationId xmlns:a16="http://schemas.microsoft.com/office/drawing/2014/main" id="{BFDD08A3-169D-5482-E974-1104E63C9587}"/>
              </a:ext>
            </a:extLst>
          </p:cNvPr>
          <p:cNvCxnSpPr>
            <a:cxnSpLocks/>
            <a:stCxn id="22" idx="3"/>
          </p:cNvCxnSpPr>
          <p:nvPr/>
        </p:nvCxnSpPr>
        <p:spPr>
          <a:xfrm flipV="1">
            <a:off x="3112960" y="4962721"/>
            <a:ext cx="1041876" cy="29142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4680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CCC38-BD20-33FD-353E-832497F6CFB0}"/>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35454BF5-AA6A-B84D-CF9E-D4FB7E784DF0}"/>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D2551BB3-EABD-39B6-36ED-837D7F467579}"/>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B0D7C267-2D0A-FDB4-9657-BC53A269AD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E73833BC-3FB5-5699-BD03-A101DEDF3FA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F865FE0C-EBB7-AF10-0F09-53BA48897FB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5B939E27-86AE-454E-8C83-0B205E3A84ED}"/>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8EC93631-D473-D826-2604-A6C1EBC80C77}"/>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8AF6A2BC-7EDD-EEC7-B70A-393857DCD141}"/>
              </a:ext>
            </a:extLst>
          </p:cNvPr>
          <p:cNvGrpSpPr/>
          <p:nvPr/>
        </p:nvGrpSpPr>
        <p:grpSpPr>
          <a:xfrm>
            <a:off x="4505539" y="1732961"/>
            <a:ext cx="2912251" cy="423504"/>
            <a:chOff x="4505539" y="1639442"/>
            <a:chExt cx="2912251" cy="423504"/>
          </a:xfrm>
        </p:grpSpPr>
        <p:grpSp>
          <p:nvGrpSpPr>
            <p:cNvPr id="17" name="Group 16">
              <a:extLst>
                <a:ext uri="{FF2B5EF4-FFF2-40B4-BE49-F238E27FC236}">
                  <a16:creationId xmlns:a16="http://schemas.microsoft.com/office/drawing/2014/main" id="{1A696723-191C-D4C2-3C7B-DBD4E77BFA9A}"/>
                </a:ext>
              </a:extLst>
            </p:cNvPr>
            <p:cNvGrpSpPr/>
            <p:nvPr/>
          </p:nvGrpSpPr>
          <p:grpSpPr>
            <a:xfrm>
              <a:off x="4505539" y="1639442"/>
              <a:ext cx="2912251" cy="423504"/>
              <a:chOff x="4505539" y="1639441"/>
              <a:chExt cx="2912251" cy="1789559"/>
            </a:xfrm>
          </p:grpSpPr>
          <p:sp>
            <p:nvSpPr>
              <p:cNvPr id="8" name="Rectangle: Rounded Corners 7">
                <a:extLst>
                  <a:ext uri="{FF2B5EF4-FFF2-40B4-BE49-F238E27FC236}">
                    <a16:creationId xmlns:a16="http://schemas.microsoft.com/office/drawing/2014/main" id="{8BABD4C7-AD6F-7C7B-4242-76E7280D14FB}"/>
                  </a:ext>
                </a:extLst>
              </p:cNvPr>
              <p:cNvSpPr/>
              <p:nvPr/>
            </p:nvSpPr>
            <p:spPr>
              <a:xfrm>
                <a:off x="4505539" y="1639441"/>
                <a:ext cx="2912251" cy="1789559"/>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9" name="Rectangle: Rounded Corners 8">
                <a:extLst>
                  <a:ext uri="{FF2B5EF4-FFF2-40B4-BE49-F238E27FC236}">
                    <a16:creationId xmlns:a16="http://schemas.microsoft.com/office/drawing/2014/main" id="{2EC375E9-2946-A7AE-157D-CD21AF556623}"/>
                  </a:ext>
                </a:extLst>
              </p:cNvPr>
              <p:cNvSpPr/>
              <p:nvPr/>
            </p:nvSpPr>
            <p:spPr>
              <a:xfrm>
                <a:off x="4546025" y="1691398"/>
                <a:ext cx="2807345" cy="1670927"/>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grpSp>
        <p:sp>
          <p:nvSpPr>
            <p:cNvPr id="11" name="TextBox 10">
              <a:extLst>
                <a:ext uri="{FF2B5EF4-FFF2-40B4-BE49-F238E27FC236}">
                  <a16:creationId xmlns:a16="http://schemas.microsoft.com/office/drawing/2014/main" id="{0BAB0F4C-AB5F-8595-B608-10E2F71BD870}"/>
                </a:ext>
              </a:extLst>
            </p:cNvPr>
            <p:cNvSpPr txBox="1"/>
            <p:nvPr/>
          </p:nvSpPr>
          <p:spPr>
            <a:xfrm>
              <a:off x="4610100" y="1732885"/>
              <a:ext cx="2679405" cy="253916"/>
            </a:xfrm>
            <a:prstGeom prst="rect">
              <a:avLst/>
            </a:prstGeom>
            <a:noFill/>
          </p:spPr>
          <p:txBody>
            <a:bodyPr wrap="square" rtlCol="0">
              <a:spAutoFit/>
            </a:bodyPr>
            <a:lstStyle/>
            <a:p>
              <a:r>
                <a:rPr lang="en-US" sz="1050" dirty="0">
                  <a:solidFill>
                    <a:schemeClr val="bg1">
                      <a:lumMod val="95000"/>
                    </a:schemeClr>
                  </a:solidFill>
                </a:rPr>
                <a:t>Google Pay</a:t>
              </a:r>
            </a:p>
          </p:txBody>
        </p:sp>
      </p:grpSp>
      <p:sp>
        <p:nvSpPr>
          <p:cNvPr id="12" name="Rectangle: Rounded Corners 11">
            <a:extLst>
              <a:ext uri="{FF2B5EF4-FFF2-40B4-BE49-F238E27FC236}">
                <a16:creationId xmlns:a16="http://schemas.microsoft.com/office/drawing/2014/main" id="{1DB760BC-D7BA-F875-624A-782FD9BE90D2}"/>
              </a:ext>
            </a:extLst>
          </p:cNvPr>
          <p:cNvSpPr/>
          <p:nvPr/>
        </p:nvSpPr>
        <p:spPr>
          <a:xfrm>
            <a:off x="5416020" y="4515759"/>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Pay</a:t>
            </a:r>
            <a:endParaRPr lang="en-IN" sz="1000" dirty="0"/>
          </a:p>
        </p:txBody>
      </p:sp>
      <p:grpSp>
        <p:nvGrpSpPr>
          <p:cNvPr id="18" name="Group 17">
            <a:extLst>
              <a:ext uri="{FF2B5EF4-FFF2-40B4-BE49-F238E27FC236}">
                <a16:creationId xmlns:a16="http://schemas.microsoft.com/office/drawing/2014/main" id="{B3943BFE-C267-11D0-88AC-E5076ECFD394}"/>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8BF21EE2-0007-71F4-1FA9-566C7428C9C7}"/>
                </a:ext>
              </a:extLst>
            </p:cNvPr>
            <p:cNvSpPr txBox="1"/>
            <p:nvPr/>
          </p:nvSpPr>
          <p:spPr>
            <a:xfrm>
              <a:off x="6848403" y="1349079"/>
              <a:ext cx="569387" cy="215444"/>
            </a:xfrm>
            <a:prstGeom prst="rect">
              <a:avLst/>
            </a:prstGeom>
            <a:noFill/>
          </p:spPr>
          <p:txBody>
            <a:bodyPr wrap="none" rtlCol="0">
              <a:spAutoFit/>
            </a:bodyPr>
            <a:lstStyle/>
            <a:p>
              <a:r>
                <a:rPr lang="en-US" sz="800" dirty="0">
                  <a:solidFill>
                    <a:schemeClr val="tx1">
                      <a:lumMod val="50000"/>
                      <a:lumOff val="50000"/>
                    </a:schemeClr>
                  </a:solidFill>
                </a:rPr>
                <a:t>00:00:34</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5D0A7809-F1B6-FB28-A6EF-801C99359D6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sp>
        <p:nvSpPr>
          <p:cNvPr id="2" name="TextBox 1">
            <a:extLst>
              <a:ext uri="{FF2B5EF4-FFF2-40B4-BE49-F238E27FC236}">
                <a16:creationId xmlns:a16="http://schemas.microsoft.com/office/drawing/2014/main" id="{C95580A4-B918-3FE7-0C4B-49EC34DFC85B}"/>
              </a:ext>
            </a:extLst>
          </p:cNvPr>
          <p:cNvSpPr txBox="1"/>
          <p:nvPr/>
        </p:nvSpPr>
        <p:spPr>
          <a:xfrm>
            <a:off x="4442624" y="1345942"/>
            <a:ext cx="1801948" cy="253916"/>
          </a:xfrm>
          <a:prstGeom prst="rect">
            <a:avLst/>
          </a:prstGeom>
          <a:noFill/>
        </p:spPr>
        <p:txBody>
          <a:bodyPr wrap="square" rtlCol="0">
            <a:spAutoFit/>
          </a:bodyPr>
          <a:lstStyle/>
          <a:p>
            <a:r>
              <a:rPr lang="en-US" sz="1050" b="1" dirty="0">
                <a:solidFill>
                  <a:schemeClr val="bg1">
                    <a:lumMod val="85000"/>
                  </a:schemeClr>
                </a:solidFill>
              </a:rPr>
              <a:t>Select A Payment Method</a:t>
            </a:r>
            <a:endParaRPr lang="en-IN" sz="1050" b="1" dirty="0">
              <a:solidFill>
                <a:schemeClr val="bg1">
                  <a:lumMod val="85000"/>
                </a:schemeClr>
              </a:solidFill>
            </a:endParaRPr>
          </a:p>
        </p:txBody>
      </p:sp>
      <p:grpSp>
        <p:nvGrpSpPr>
          <p:cNvPr id="4" name="Group 3">
            <a:extLst>
              <a:ext uri="{FF2B5EF4-FFF2-40B4-BE49-F238E27FC236}">
                <a16:creationId xmlns:a16="http://schemas.microsoft.com/office/drawing/2014/main" id="{296D4ACE-488F-738E-067F-E56778542978}"/>
              </a:ext>
            </a:extLst>
          </p:cNvPr>
          <p:cNvGrpSpPr/>
          <p:nvPr/>
        </p:nvGrpSpPr>
        <p:grpSpPr>
          <a:xfrm>
            <a:off x="4505539" y="2273197"/>
            <a:ext cx="2912251" cy="423504"/>
            <a:chOff x="4505539" y="1639442"/>
            <a:chExt cx="2912251" cy="423504"/>
          </a:xfrm>
        </p:grpSpPr>
        <p:grpSp>
          <p:nvGrpSpPr>
            <p:cNvPr id="6" name="Group 5">
              <a:extLst>
                <a:ext uri="{FF2B5EF4-FFF2-40B4-BE49-F238E27FC236}">
                  <a16:creationId xmlns:a16="http://schemas.microsoft.com/office/drawing/2014/main" id="{40C81FBC-77D4-462A-FAEE-9870229045A5}"/>
                </a:ext>
              </a:extLst>
            </p:cNvPr>
            <p:cNvGrpSpPr/>
            <p:nvPr/>
          </p:nvGrpSpPr>
          <p:grpSpPr>
            <a:xfrm>
              <a:off x="4505539" y="1639442"/>
              <a:ext cx="2912251" cy="423504"/>
              <a:chOff x="4505539" y="1639441"/>
              <a:chExt cx="2912251" cy="1789559"/>
            </a:xfrm>
          </p:grpSpPr>
          <p:sp>
            <p:nvSpPr>
              <p:cNvPr id="10" name="Rectangle: Rounded Corners 9">
                <a:extLst>
                  <a:ext uri="{FF2B5EF4-FFF2-40B4-BE49-F238E27FC236}">
                    <a16:creationId xmlns:a16="http://schemas.microsoft.com/office/drawing/2014/main" id="{4B7705B1-C2FA-F5A6-E8CB-723B982FD57F}"/>
                  </a:ext>
                </a:extLst>
              </p:cNvPr>
              <p:cNvSpPr/>
              <p:nvPr/>
            </p:nvSpPr>
            <p:spPr>
              <a:xfrm>
                <a:off x="4505539" y="1639441"/>
                <a:ext cx="2912251" cy="1789559"/>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13" name="Rectangle: Rounded Corners 12">
                <a:extLst>
                  <a:ext uri="{FF2B5EF4-FFF2-40B4-BE49-F238E27FC236}">
                    <a16:creationId xmlns:a16="http://schemas.microsoft.com/office/drawing/2014/main" id="{81E44C39-F258-1EB5-4E87-314FDBCD9E46}"/>
                  </a:ext>
                </a:extLst>
              </p:cNvPr>
              <p:cNvSpPr/>
              <p:nvPr/>
            </p:nvSpPr>
            <p:spPr>
              <a:xfrm>
                <a:off x="4546025" y="1691398"/>
                <a:ext cx="2807345" cy="1670927"/>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grpSp>
        <p:sp>
          <p:nvSpPr>
            <p:cNvPr id="7" name="TextBox 6">
              <a:extLst>
                <a:ext uri="{FF2B5EF4-FFF2-40B4-BE49-F238E27FC236}">
                  <a16:creationId xmlns:a16="http://schemas.microsoft.com/office/drawing/2014/main" id="{D32AC927-991B-7682-0951-846F5AFD2222}"/>
                </a:ext>
              </a:extLst>
            </p:cNvPr>
            <p:cNvSpPr txBox="1"/>
            <p:nvPr/>
          </p:nvSpPr>
          <p:spPr>
            <a:xfrm>
              <a:off x="4610100" y="1722494"/>
              <a:ext cx="2679405" cy="253916"/>
            </a:xfrm>
            <a:prstGeom prst="rect">
              <a:avLst/>
            </a:prstGeom>
            <a:noFill/>
          </p:spPr>
          <p:txBody>
            <a:bodyPr wrap="square" rtlCol="0">
              <a:spAutoFit/>
            </a:bodyPr>
            <a:lstStyle/>
            <a:p>
              <a:r>
                <a:rPr lang="en-US" sz="1050" dirty="0">
                  <a:solidFill>
                    <a:schemeClr val="bg1">
                      <a:lumMod val="95000"/>
                    </a:schemeClr>
                  </a:solidFill>
                </a:rPr>
                <a:t>Phone Pe</a:t>
              </a:r>
            </a:p>
          </p:txBody>
        </p:sp>
      </p:grpSp>
      <p:grpSp>
        <p:nvGrpSpPr>
          <p:cNvPr id="14" name="Group 13">
            <a:extLst>
              <a:ext uri="{FF2B5EF4-FFF2-40B4-BE49-F238E27FC236}">
                <a16:creationId xmlns:a16="http://schemas.microsoft.com/office/drawing/2014/main" id="{0B32FA3A-5F30-0019-4FAF-A89A683ED715}"/>
              </a:ext>
            </a:extLst>
          </p:cNvPr>
          <p:cNvGrpSpPr/>
          <p:nvPr/>
        </p:nvGrpSpPr>
        <p:grpSpPr>
          <a:xfrm>
            <a:off x="4505800" y="2813433"/>
            <a:ext cx="2912251" cy="423504"/>
            <a:chOff x="4505539" y="1639442"/>
            <a:chExt cx="2912251" cy="423504"/>
          </a:xfrm>
        </p:grpSpPr>
        <p:grpSp>
          <p:nvGrpSpPr>
            <p:cNvPr id="15" name="Group 14">
              <a:extLst>
                <a:ext uri="{FF2B5EF4-FFF2-40B4-BE49-F238E27FC236}">
                  <a16:creationId xmlns:a16="http://schemas.microsoft.com/office/drawing/2014/main" id="{16711B96-F3EE-D8D8-2F62-02BB6F91E450}"/>
                </a:ext>
              </a:extLst>
            </p:cNvPr>
            <p:cNvGrpSpPr/>
            <p:nvPr/>
          </p:nvGrpSpPr>
          <p:grpSpPr>
            <a:xfrm>
              <a:off x="4505539" y="1639442"/>
              <a:ext cx="2912251" cy="423504"/>
              <a:chOff x="4505539" y="1639441"/>
              <a:chExt cx="2912251" cy="1789559"/>
            </a:xfrm>
          </p:grpSpPr>
          <p:sp>
            <p:nvSpPr>
              <p:cNvPr id="21" name="Rectangle: Rounded Corners 20">
                <a:extLst>
                  <a:ext uri="{FF2B5EF4-FFF2-40B4-BE49-F238E27FC236}">
                    <a16:creationId xmlns:a16="http://schemas.microsoft.com/office/drawing/2014/main" id="{98F62AB2-2B8D-EBE7-B897-2DF35E979A34}"/>
                  </a:ext>
                </a:extLst>
              </p:cNvPr>
              <p:cNvSpPr/>
              <p:nvPr/>
            </p:nvSpPr>
            <p:spPr>
              <a:xfrm>
                <a:off x="4505539" y="1639441"/>
                <a:ext cx="2912251" cy="1789559"/>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22" name="Rectangle: Rounded Corners 21">
                <a:extLst>
                  <a:ext uri="{FF2B5EF4-FFF2-40B4-BE49-F238E27FC236}">
                    <a16:creationId xmlns:a16="http://schemas.microsoft.com/office/drawing/2014/main" id="{2B1288D5-2555-E260-AFCF-6F8D75DF2355}"/>
                  </a:ext>
                </a:extLst>
              </p:cNvPr>
              <p:cNvSpPr/>
              <p:nvPr/>
            </p:nvSpPr>
            <p:spPr>
              <a:xfrm>
                <a:off x="4546025" y="1691398"/>
                <a:ext cx="2807345" cy="1670927"/>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grpSp>
        <p:sp>
          <p:nvSpPr>
            <p:cNvPr id="16" name="TextBox 15">
              <a:extLst>
                <a:ext uri="{FF2B5EF4-FFF2-40B4-BE49-F238E27FC236}">
                  <a16:creationId xmlns:a16="http://schemas.microsoft.com/office/drawing/2014/main" id="{18B9E1D2-1885-D4B6-36ED-55D22F35596F}"/>
                </a:ext>
              </a:extLst>
            </p:cNvPr>
            <p:cNvSpPr txBox="1"/>
            <p:nvPr/>
          </p:nvSpPr>
          <p:spPr>
            <a:xfrm>
              <a:off x="4610100" y="1722494"/>
              <a:ext cx="2679405" cy="253916"/>
            </a:xfrm>
            <a:prstGeom prst="rect">
              <a:avLst/>
            </a:prstGeom>
            <a:noFill/>
          </p:spPr>
          <p:txBody>
            <a:bodyPr wrap="square" rtlCol="0">
              <a:spAutoFit/>
            </a:bodyPr>
            <a:lstStyle/>
            <a:p>
              <a:r>
                <a:rPr lang="en-US" sz="1050" dirty="0">
                  <a:solidFill>
                    <a:schemeClr val="bg1">
                      <a:lumMod val="95000"/>
                    </a:schemeClr>
                  </a:solidFill>
                </a:rPr>
                <a:t>Internet Banking</a:t>
              </a:r>
            </a:p>
          </p:txBody>
        </p:sp>
      </p:grpSp>
      <p:grpSp>
        <p:nvGrpSpPr>
          <p:cNvPr id="23" name="Group 22">
            <a:extLst>
              <a:ext uri="{FF2B5EF4-FFF2-40B4-BE49-F238E27FC236}">
                <a16:creationId xmlns:a16="http://schemas.microsoft.com/office/drawing/2014/main" id="{EBDDA9B4-9EDD-57A2-2351-B3C40448F18E}"/>
              </a:ext>
            </a:extLst>
          </p:cNvPr>
          <p:cNvGrpSpPr/>
          <p:nvPr/>
        </p:nvGrpSpPr>
        <p:grpSpPr>
          <a:xfrm>
            <a:off x="4505539" y="3353669"/>
            <a:ext cx="2912251" cy="423504"/>
            <a:chOff x="4505539" y="1639442"/>
            <a:chExt cx="2912251" cy="423504"/>
          </a:xfrm>
        </p:grpSpPr>
        <p:grpSp>
          <p:nvGrpSpPr>
            <p:cNvPr id="24" name="Group 23">
              <a:extLst>
                <a:ext uri="{FF2B5EF4-FFF2-40B4-BE49-F238E27FC236}">
                  <a16:creationId xmlns:a16="http://schemas.microsoft.com/office/drawing/2014/main" id="{35173630-893A-0243-21D9-2AFBCC5628FF}"/>
                </a:ext>
              </a:extLst>
            </p:cNvPr>
            <p:cNvGrpSpPr/>
            <p:nvPr/>
          </p:nvGrpSpPr>
          <p:grpSpPr>
            <a:xfrm>
              <a:off x="4505539" y="1639442"/>
              <a:ext cx="2912251" cy="423504"/>
              <a:chOff x="4505539" y="1639441"/>
              <a:chExt cx="2912251" cy="1789559"/>
            </a:xfrm>
          </p:grpSpPr>
          <p:sp>
            <p:nvSpPr>
              <p:cNvPr id="26" name="Rectangle: Rounded Corners 25">
                <a:extLst>
                  <a:ext uri="{FF2B5EF4-FFF2-40B4-BE49-F238E27FC236}">
                    <a16:creationId xmlns:a16="http://schemas.microsoft.com/office/drawing/2014/main" id="{AA1977C6-F6BE-5EA0-A5FD-EE93FBDABADA}"/>
                  </a:ext>
                </a:extLst>
              </p:cNvPr>
              <p:cNvSpPr/>
              <p:nvPr/>
            </p:nvSpPr>
            <p:spPr>
              <a:xfrm>
                <a:off x="4505539" y="1639441"/>
                <a:ext cx="2912251" cy="1789559"/>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27" name="Rectangle: Rounded Corners 26">
                <a:extLst>
                  <a:ext uri="{FF2B5EF4-FFF2-40B4-BE49-F238E27FC236}">
                    <a16:creationId xmlns:a16="http://schemas.microsoft.com/office/drawing/2014/main" id="{3283475B-D82C-9CAF-129E-E711FA7C3799}"/>
                  </a:ext>
                </a:extLst>
              </p:cNvPr>
              <p:cNvSpPr/>
              <p:nvPr/>
            </p:nvSpPr>
            <p:spPr>
              <a:xfrm>
                <a:off x="4546025" y="1691398"/>
                <a:ext cx="2807345" cy="1670927"/>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grpSp>
        <p:sp>
          <p:nvSpPr>
            <p:cNvPr id="25" name="TextBox 24">
              <a:extLst>
                <a:ext uri="{FF2B5EF4-FFF2-40B4-BE49-F238E27FC236}">
                  <a16:creationId xmlns:a16="http://schemas.microsoft.com/office/drawing/2014/main" id="{EF8EF87B-43FE-DE91-D6C7-F9695C2E4A0A}"/>
                </a:ext>
              </a:extLst>
            </p:cNvPr>
            <p:cNvSpPr txBox="1"/>
            <p:nvPr/>
          </p:nvSpPr>
          <p:spPr>
            <a:xfrm>
              <a:off x="4610100" y="1722494"/>
              <a:ext cx="2679405" cy="253916"/>
            </a:xfrm>
            <a:prstGeom prst="rect">
              <a:avLst/>
            </a:prstGeom>
            <a:noFill/>
          </p:spPr>
          <p:txBody>
            <a:bodyPr wrap="square" rtlCol="0">
              <a:spAutoFit/>
            </a:bodyPr>
            <a:lstStyle/>
            <a:p>
              <a:r>
                <a:rPr lang="en-US" sz="1050" dirty="0">
                  <a:solidFill>
                    <a:schemeClr val="bg1">
                      <a:lumMod val="95000"/>
                    </a:schemeClr>
                  </a:solidFill>
                </a:rPr>
                <a:t>Credit/Debit Card</a:t>
              </a:r>
            </a:p>
          </p:txBody>
        </p:sp>
      </p:grpSp>
      <p:sp>
        <p:nvSpPr>
          <p:cNvPr id="28" name="TextBox 27">
            <a:extLst>
              <a:ext uri="{FF2B5EF4-FFF2-40B4-BE49-F238E27FC236}">
                <a16:creationId xmlns:a16="http://schemas.microsoft.com/office/drawing/2014/main" id="{CFDD2EA5-3F87-9047-6ED8-24177ED8BC1C}"/>
              </a:ext>
            </a:extLst>
          </p:cNvPr>
          <p:cNvSpPr txBox="1"/>
          <p:nvPr/>
        </p:nvSpPr>
        <p:spPr>
          <a:xfrm>
            <a:off x="4505538" y="4142462"/>
            <a:ext cx="2912251" cy="253916"/>
          </a:xfrm>
          <a:prstGeom prst="rect">
            <a:avLst/>
          </a:prstGeom>
          <a:noFill/>
        </p:spPr>
        <p:txBody>
          <a:bodyPr wrap="square" rtlCol="0">
            <a:spAutoFit/>
          </a:bodyPr>
          <a:lstStyle/>
          <a:p>
            <a:pPr algn="ctr"/>
            <a:r>
              <a:rPr lang="en-US" sz="1000" dirty="0">
                <a:solidFill>
                  <a:schemeClr val="bg1">
                    <a:lumMod val="85000"/>
                  </a:schemeClr>
                </a:solidFill>
              </a:rPr>
              <a:t>Total Pay = INR 59/-</a:t>
            </a:r>
            <a:endParaRPr lang="en-IN" sz="1000" dirty="0">
              <a:solidFill>
                <a:schemeClr val="bg1">
                  <a:lumMod val="85000"/>
                </a:schemeClr>
              </a:solidFill>
            </a:endParaRPr>
          </a:p>
        </p:txBody>
      </p:sp>
      <p:grpSp>
        <p:nvGrpSpPr>
          <p:cNvPr id="39" name="Group 38">
            <a:extLst>
              <a:ext uri="{FF2B5EF4-FFF2-40B4-BE49-F238E27FC236}">
                <a16:creationId xmlns:a16="http://schemas.microsoft.com/office/drawing/2014/main" id="{B811D9D4-CBD6-72E8-D47C-CD9236D021D5}"/>
              </a:ext>
            </a:extLst>
          </p:cNvPr>
          <p:cNvGrpSpPr/>
          <p:nvPr/>
        </p:nvGrpSpPr>
        <p:grpSpPr>
          <a:xfrm>
            <a:off x="7047541" y="1906614"/>
            <a:ext cx="144873" cy="1730888"/>
            <a:chOff x="7047541" y="1906614"/>
            <a:chExt cx="144873" cy="1730888"/>
          </a:xfrm>
        </p:grpSpPr>
        <p:sp>
          <p:nvSpPr>
            <p:cNvPr id="29" name="Rectangle: Rounded Corners 28">
              <a:extLst>
                <a:ext uri="{FF2B5EF4-FFF2-40B4-BE49-F238E27FC236}">
                  <a16:creationId xmlns:a16="http://schemas.microsoft.com/office/drawing/2014/main" id="{27CC977C-DD94-7A3E-C916-234DE9CAAFAE}"/>
                </a:ext>
              </a:extLst>
            </p:cNvPr>
            <p:cNvSpPr/>
            <p:nvPr/>
          </p:nvSpPr>
          <p:spPr>
            <a:xfrm>
              <a:off x="7047541" y="1906614"/>
              <a:ext cx="124095" cy="130678"/>
            </a:xfrm>
            <a:prstGeom prst="roundRect">
              <a:avLst>
                <a:gd name="adj" fmla="val 50000"/>
              </a:avLst>
            </a:prstGeom>
            <a:solidFill>
              <a:schemeClr val="tx1">
                <a:lumMod val="75000"/>
                <a:lumOff val="2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Rounded Corners 33">
              <a:extLst>
                <a:ext uri="{FF2B5EF4-FFF2-40B4-BE49-F238E27FC236}">
                  <a16:creationId xmlns:a16="http://schemas.microsoft.com/office/drawing/2014/main" id="{40D05FC8-93FA-764D-172C-64A168847B94}"/>
                </a:ext>
              </a:extLst>
            </p:cNvPr>
            <p:cNvSpPr/>
            <p:nvPr/>
          </p:nvSpPr>
          <p:spPr>
            <a:xfrm>
              <a:off x="7054467" y="2422699"/>
              <a:ext cx="124095" cy="130678"/>
            </a:xfrm>
            <a:prstGeom prst="roundRect">
              <a:avLst>
                <a:gd name="adj" fmla="val 50000"/>
              </a:avLst>
            </a:prstGeom>
            <a:solidFill>
              <a:schemeClr val="bg2">
                <a:lumMod val="1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A9FD06E7-DEDA-D6D5-7B95-AF7302C8D1B0}"/>
                </a:ext>
              </a:extLst>
            </p:cNvPr>
            <p:cNvSpPr/>
            <p:nvPr/>
          </p:nvSpPr>
          <p:spPr>
            <a:xfrm>
              <a:off x="7061393" y="3001130"/>
              <a:ext cx="124095" cy="130678"/>
            </a:xfrm>
            <a:prstGeom prst="roundRect">
              <a:avLst>
                <a:gd name="adj" fmla="val 50000"/>
              </a:avLst>
            </a:prstGeom>
            <a:solidFill>
              <a:schemeClr val="bg2">
                <a:lumMod val="1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AB4F4D0A-85F9-99EC-DCFC-D040B3529961}"/>
                </a:ext>
              </a:extLst>
            </p:cNvPr>
            <p:cNvSpPr/>
            <p:nvPr/>
          </p:nvSpPr>
          <p:spPr>
            <a:xfrm>
              <a:off x="7068319" y="3506824"/>
              <a:ext cx="124095" cy="130678"/>
            </a:xfrm>
            <a:prstGeom prst="roundRect">
              <a:avLst>
                <a:gd name="adj" fmla="val 50000"/>
              </a:avLst>
            </a:prstGeom>
            <a:solidFill>
              <a:schemeClr val="bg2">
                <a:lumMod val="1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2" name="TextBox 41">
            <a:extLst>
              <a:ext uri="{FF2B5EF4-FFF2-40B4-BE49-F238E27FC236}">
                <a16:creationId xmlns:a16="http://schemas.microsoft.com/office/drawing/2014/main" id="{B6A14A53-0501-9091-9D35-AF8F00AD0B89}"/>
              </a:ext>
            </a:extLst>
          </p:cNvPr>
          <p:cNvSpPr txBox="1"/>
          <p:nvPr/>
        </p:nvSpPr>
        <p:spPr>
          <a:xfrm>
            <a:off x="414338" y="1599858"/>
            <a:ext cx="2784682" cy="923330"/>
          </a:xfrm>
          <a:prstGeom prst="rect">
            <a:avLst/>
          </a:prstGeom>
          <a:noFill/>
        </p:spPr>
        <p:txBody>
          <a:bodyPr wrap="square" rtlCol="0">
            <a:spAutoFit/>
          </a:bodyPr>
          <a:lstStyle/>
          <a:p>
            <a:pPr algn="r"/>
            <a:r>
              <a:rPr lang="en-US" sz="900" dirty="0">
                <a:solidFill>
                  <a:schemeClr val="bg1">
                    <a:lumMod val="65000"/>
                  </a:schemeClr>
                </a:solidFill>
              </a:rPr>
              <a:t>There will be 2 payment methods integrated in backend. One for India users and another for outside India users. If user is in India, the method will be Desi mode (G Pay, Phone Pe, Internet Banking). If user in outside India, then method will be Firangi mode (PayPal, Stripe, Credit Cards).</a:t>
            </a:r>
            <a:endParaRPr lang="en-IN" sz="900" dirty="0">
              <a:solidFill>
                <a:schemeClr val="bg1">
                  <a:lumMod val="65000"/>
                </a:schemeClr>
              </a:solidFill>
            </a:endParaRPr>
          </a:p>
        </p:txBody>
      </p:sp>
      <p:cxnSp>
        <p:nvCxnSpPr>
          <p:cNvPr id="43" name="Connector: Elbow 42">
            <a:extLst>
              <a:ext uri="{FF2B5EF4-FFF2-40B4-BE49-F238E27FC236}">
                <a16:creationId xmlns:a16="http://schemas.microsoft.com/office/drawing/2014/main" id="{F30AEB8E-8841-19D2-BAE2-3603144C8C2C}"/>
              </a:ext>
            </a:extLst>
          </p:cNvPr>
          <p:cNvCxnSpPr>
            <a:cxnSpLocks/>
            <a:stCxn id="42" idx="3"/>
          </p:cNvCxnSpPr>
          <p:nvPr/>
        </p:nvCxnSpPr>
        <p:spPr>
          <a:xfrm flipV="1">
            <a:off x="3199020" y="1493096"/>
            <a:ext cx="1041876" cy="568427"/>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5663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653F7-8F59-5E4B-6F38-FCAABAC86A7C}"/>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AA167302-E743-3808-8A55-251C7C7F0374}"/>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469CDF1D-7AE8-FDFD-31CB-C42ABC5B65E5}"/>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01AC21A0-2881-1569-7F73-3B69201C45F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1915B283-0AA7-789C-13C3-2D835F5727C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1BD67B34-AB78-EF6C-CA19-7459FBA0116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F89FC781-A56E-7FC5-81ED-494EBFED2B00}"/>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E98DE4B4-C503-29AD-6538-55ED91279BCA}"/>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2901F718-B2E6-4CBF-1D59-75D089A2E3EA}"/>
              </a:ext>
            </a:extLst>
          </p:cNvPr>
          <p:cNvSpPr/>
          <p:nvPr/>
        </p:nvSpPr>
        <p:spPr>
          <a:xfrm>
            <a:off x="5413752" y="3126018"/>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a:t>
            </a:r>
            <a:endParaRPr lang="en-IN" sz="1000" dirty="0"/>
          </a:p>
        </p:txBody>
      </p:sp>
      <p:grpSp>
        <p:nvGrpSpPr>
          <p:cNvPr id="18" name="Group 17">
            <a:extLst>
              <a:ext uri="{FF2B5EF4-FFF2-40B4-BE49-F238E27FC236}">
                <a16:creationId xmlns:a16="http://schemas.microsoft.com/office/drawing/2014/main" id="{5FE62598-BFF6-88B8-29D5-D6DB8DB6A460}"/>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59EC1D84-7825-4B85-A779-CD4614235B36}"/>
                </a:ext>
              </a:extLst>
            </p:cNvPr>
            <p:cNvSpPr txBox="1"/>
            <p:nvPr/>
          </p:nvSpPr>
          <p:spPr>
            <a:xfrm>
              <a:off x="6848403" y="1349079"/>
              <a:ext cx="569387" cy="215444"/>
            </a:xfrm>
            <a:prstGeom prst="rect">
              <a:avLst/>
            </a:prstGeom>
            <a:noFill/>
          </p:spPr>
          <p:txBody>
            <a:bodyPr wrap="none" rtlCol="0">
              <a:spAutoFit/>
            </a:bodyPr>
            <a:lstStyle/>
            <a:p>
              <a:r>
                <a:rPr lang="en-US" sz="800" dirty="0">
                  <a:solidFill>
                    <a:schemeClr val="tx1">
                      <a:lumMod val="50000"/>
                      <a:lumOff val="50000"/>
                    </a:schemeClr>
                  </a:solidFill>
                </a:rPr>
                <a:t>00:00:35</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D333C27C-31CB-99F4-665A-0B0B993F62C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sp>
        <p:nvSpPr>
          <p:cNvPr id="2" name="TextBox 1">
            <a:extLst>
              <a:ext uri="{FF2B5EF4-FFF2-40B4-BE49-F238E27FC236}">
                <a16:creationId xmlns:a16="http://schemas.microsoft.com/office/drawing/2014/main" id="{34CE2409-FC37-5AD8-91AD-D64A37BE855D}"/>
              </a:ext>
            </a:extLst>
          </p:cNvPr>
          <p:cNvSpPr txBox="1"/>
          <p:nvPr/>
        </p:nvSpPr>
        <p:spPr>
          <a:xfrm>
            <a:off x="5046455" y="2077641"/>
            <a:ext cx="1801948" cy="584775"/>
          </a:xfrm>
          <a:prstGeom prst="rect">
            <a:avLst/>
          </a:prstGeom>
          <a:noFill/>
        </p:spPr>
        <p:txBody>
          <a:bodyPr wrap="square" rtlCol="0">
            <a:spAutoFit/>
          </a:bodyPr>
          <a:lstStyle/>
          <a:p>
            <a:pPr algn="ctr"/>
            <a:r>
              <a:rPr lang="en-US" sz="1600" dirty="0">
                <a:solidFill>
                  <a:schemeClr val="bg1">
                    <a:lumMod val="75000"/>
                  </a:schemeClr>
                </a:solidFill>
              </a:rPr>
              <a:t>Payment Successful!</a:t>
            </a:r>
            <a:endParaRPr lang="en-IN" sz="1600" dirty="0">
              <a:solidFill>
                <a:schemeClr val="bg1">
                  <a:lumMod val="75000"/>
                </a:schemeClr>
              </a:solidFill>
            </a:endParaRPr>
          </a:p>
        </p:txBody>
      </p:sp>
      <p:pic>
        <p:nvPicPr>
          <p:cNvPr id="41" name="Graphic 40" descr="Badge Tick1 with solid fill">
            <a:extLst>
              <a:ext uri="{FF2B5EF4-FFF2-40B4-BE49-F238E27FC236}">
                <a16:creationId xmlns:a16="http://schemas.microsoft.com/office/drawing/2014/main" id="{D0311460-CDDC-9506-C92D-EB5101EE704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757127" y="1682918"/>
            <a:ext cx="380604" cy="380604"/>
          </a:xfrm>
          <a:prstGeom prst="rect">
            <a:avLst/>
          </a:prstGeom>
        </p:spPr>
      </p:pic>
      <p:sp>
        <p:nvSpPr>
          <p:cNvPr id="3" name="TextBox 2">
            <a:extLst>
              <a:ext uri="{FF2B5EF4-FFF2-40B4-BE49-F238E27FC236}">
                <a16:creationId xmlns:a16="http://schemas.microsoft.com/office/drawing/2014/main" id="{F19FD4C8-08C1-F6B7-9DA4-494D9B265639}"/>
              </a:ext>
            </a:extLst>
          </p:cNvPr>
          <p:cNvSpPr txBox="1"/>
          <p:nvPr/>
        </p:nvSpPr>
        <p:spPr>
          <a:xfrm>
            <a:off x="207818" y="2016085"/>
            <a:ext cx="2813649" cy="646331"/>
          </a:xfrm>
          <a:prstGeom prst="rect">
            <a:avLst/>
          </a:prstGeom>
          <a:noFill/>
        </p:spPr>
        <p:txBody>
          <a:bodyPr wrap="square" rtlCol="0">
            <a:spAutoFit/>
          </a:bodyPr>
          <a:lstStyle/>
          <a:p>
            <a:pPr algn="r"/>
            <a:r>
              <a:rPr lang="en-US" sz="900" dirty="0">
                <a:solidFill>
                  <a:schemeClr val="bg1">
                    <a:lumMod val="65000"/>
                  </a:schemeClr>
                </a:solidFill>
              </a:rPr>
              <a:t>This should be appeared with animation. If payment failed, keep a cooling time for 10 minutes and then allow user to retry payment. During cooling time, do check if the payment got debited and credit or not. </a:t>
            </a:r>
            <a:endParaRPr lang="en-IN" sz="900" dirty="0">
              <a:solidFill>
                <a:schemeClr val="bg1">
                  <a:lumMod val="65000"/>
                </a:schemeClr>
              </a:solidFill>
            </a:endParaRPr>
          </a:p>
        </p:txBody>
      </p:sp>
      <p:cxnSp>
        <p:nvCxnSpPr>
          <p:cNvPr id="4" name="Connector: Elbow 3">
            <a:extLst>
              <a:ext uri="{FF2B5EF4-FFF2-40B4-BE49-F238E27FC236}">
                <a16:creationId xmlns:a16="http://schemas.microsoft.com/office/drawing/2014/main" id="{D935D666-DA73-A459-4115-609D97B8410C}"/>
              </a:ext>
            </a:extLst>
          </p:cNvPr>
          <p:cNvCxnSpPr>
            <a:cxnSpLocks/>
            <a:stCxn id="3" idx="3"/>
          </p:cNvCxnSpPr>
          <p:nvPr/>
        </p:nvCxnSpPr>
        <p:spPr>
          <a:xfrm flipV="1">
            <a:off x="3021467" y="1909323"/>
            <a:ext cx="1041877" cy="42992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D80C4531-4155-ECC2-172B-B1922F1375E3}"/>
              </a:ext>
            </a:extLst>
          </p:cNvPr>
          <p:cNvSpPr txBox="1"/>
          <p:nvPr/>
        </p:nvSpPr>
        <p:spPr>
          <a:xfrm>
            <a:off x="9129608" y="2261370"/>
            <a:ext cx="1391618" cy="369332"/>
          </a:xfrm>
          <a:prstGeom prst="rect">
            <a:avLst/>
          </a:prstGeom>
          <a:noFill/>
        </p:spPr>
        <p:txBody>
          <a:bodyPr wrap="square" rtlCol="0">
            <a:spAutoFit/>
          </a:bodyPr>
          <a:lstStyle/>
          <a:p>
            <a:r>
              <a:rPr lang="en-US" sz="900" dirty="0">
                <a:solidFill>
                  <a:schemeClr val="bg1">
                    <a:lumMod val="65000"/>
                  </a:schemeClr>
                </a:solidFill>
              </a:rPr>
              <a:t>Send an email to user to update payment status.</a:t>
            </a:r>
            <a:endParaRPr lang="en-IN" sz="900" dirty="0">
              <a:solidFill>
                <a:schemeClr val="bg1">
                  <a:lumMod val="65000"/>
                </a:schemeClr>
              </a:solidFill>
            </a:endParaRPr>
          </a:p>
        </p:txBody>
      </p:sp>
      <p:cxnSp>
        <p:nvCxnSpPr>
          <p:cNvPr id="46" name="Connector: Elbow 45">
            <a:extLst>
              <a:ext uri="{FF2B5EF4-FFF2-40B4-BE49-F238E27FC236}">
                <a16:creationId xmlns:a16="http://schemas.microsoft.com/office/drawing/2014/main" id="{E13C1D38-E99B-666D-918A-ADA52BA241B3}"/>
              </a:ext>
            </a:extLst>
          </p:cNvPr>
          <p:cNvCxnSpPr>
            <a:cxnSpLocks/>
            <a:stCxn id="45" idx="1"/>
          </p:cNvCxnSpPr>
          <p:nvPr/>
        </p:nvCxnSpPr>
        <p:spPr>
          <a:xfrm rot="10800000">
            <a:off x="7831518" y="2134936"/>
            <a:ext cx="1298091" cy="311101"/>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531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6156A-8E56-6029-93FD-E7A338CC0C6E}"/>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172EED8F-7FD6-E582-3053-0E48FB280784}"/>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98CBDE83-727C-5C8E-7F62-284DC59E9E11}"/>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F55A867B-31B0-3FE9-40EF-E03B55008D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6A8A1F35-8A01-6F85-2DFF-A21F7C27FDF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53739D64-2E44-AF04-90DE-4106BEB955E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EC8D2A13-748C-E63A-7E7E-BD648B07909F}"/>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BB219284-795A-DC92-B929-E8BE153AFCFA}"/>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grpSp>
        <p:nvGrpSpPr>
          <p:cNvPr id="17" name="Group 16">
            <a:extLst>
              <a:ext uri="{FF2B5EF4-FFF2-40B4-BE49-F238E27FC236}">
                <a16:creationId xmlns:a16="http://schemas.microsoft.com/office/drawing/2014/main" id="{F6A0070C-E8F5-6439-A43D-23ED57A8E242}"/>
              </a:ext>
            </a:extLst>
          </p:cNvPr>
          <p:cNvGrpSpPr/>
          <p:nvPr/>
        </p:nvGrpSpPr>
        <p:grpSpPr>
          <a:xfrm>
            <a:off x="4505539" y="1670168"/>
            <a:ext cx="2912251" cy="1539239"/>
            <a:chOff x="4505539" y="1639441"/>
            <a:chExt cx="2912251" cy="1539239"/>
          </a:xfrm>
        </p:grpSpPr>
        <p:sp>
          <p:nvSpPr>
            <p:cNvPr id="8" name="Rectangle: Rounded Corners 7">
              <a:extLst>
                <a:ext uri="{FF2B5EF4-FFF2-40B4-BE49-F238E27FC236}">
                  <a16:creationId xmlns:a16="http://schemas.microsoft.com/office/drawing/2014/main" id="{EBA68160-DD61-256F-E39E-603A7B731189}"/>
                </a:ext>
              </a:extLst>
            </p:cNvPr>
            <p:cNvSpPr/>
            <p:nvPr/>
          </p:nvSpPr>
          <p:spPr>
            <a:xfrm>
              <a:off x="4505539" y="1639441"/>
              <a:ext cx="2912251" cy="1528302"/>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9" name="Rectangle: Rounded Corners 8">
              <a:extLst>
                <a:ext uri="{FF2B5EF4-FFF2-40B4-BE49-F238E27FC236}">
                  <a16:creationId xmlns:a16="http://schemas.microsoft.com/office/drawing/2014/main" id="{740800A0-491D-64A7-AEC5-F6D331223407}"/>
                </a:ext>
              </a:extLst>
            </p:cNvPr>
            <p:cNvSpPr/>
            <p:nvPr/>
          </p:nvSpPr>
          <p:spPr>
            <a:xfrm>
              <a:off x="4546025" y="1691398"/>
              <a:ext cx="2807345" cy="1487282"/>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grpSp>
      <p:sp>
        <p:nvSpPr>
          <p:cNvPr id="11" name="TextBox 10">
            <a:extLst>
              <a:ext uri="{FF2B5EF4-FFF2-40B4-BE49-F238E27FC236}">
                <a16:creationId xmlns:a16="http://schemas.microsoft.com/office/drawing/2014/main" id="{31D38E76-6E34-9C85-BE56-3E7A3B84A216}"/>
              </a:ext>
            </a:extLst>
          </p:cNvPr>
          <p:cNvSpPr txBox="1"/>
          <p:nvPr/>
        </p:nvSpPr>
        <p:spPr>
          <a:xfrm>
            <a:off x="4610100" y="1809030"/>
            <a:ext cx="2679405" cy="1223412"/>
          </a:xfrm>
          <a:prstGeom prst="rect">
            <a:avLst/>
          </a:prstGeom>
          <a:noFill/>
        </p:spPr>
        <p:txBody>
          <a:bodyPr wrap="square" rtlCol="0">
            <a:spAutoFit/>
          </a:bodyPr>
          <a:lstStyle/>
          <a:p>
            <a:r>
              <a:rPr lang="en-US" sz="1050" dirty="0">
                <a:solidFill>
                  <a:schemeClr val="bg1">
                    <a:lumMod val="95000"/>
                  </a:schemeClr>
                </a:solidFill>
              </a:rPr>
              <a:t>Pranjal,</a:t>
            </a:r>
          </a:p>
          <a:p>
            <a:endParaRPr lang="en-US" sz="1050" dirty="0">
              <a:solidFill>
                <a:schemeClr val="bg1">
                  <a:lumMod val="95000"/>
                </a:schemeClr>
              </a:solidFill>
            </a:endParaRPr>
          </a:p>
          <a:p>
            <a:r>
              <a:rPr lang="en-US" sz="1050" dirty="0">
                <a:solidFill>
                  <a:schemeClr val="bg1">
                    <a:lumMod val="95000"/>
                  </a:schemeClr>
                </a:solidFill>
              </a:rPr>
              <a:t>We are mapping how your role is structured. You already uploaded your CV (PDF) on 31 Jan 2026.</a:t>
            </a:r>
            <a:br>
              <a:rPr lang="en-US" sz="1050" dirty="0">
                <a:solidFill>
                  <a:schemeClr val="bg1">
                    <a:lumMod val="95000"/>
                  </a:schemeClr>
                </a:solidFill>
              </a:rPr>
            </a:br>
            <a:br>
              <a:rPr lang="en-US" sz="1050" dirty="0">
                <a:solidFill>
                  <a:schemeClr val="bg1">
                    <a:lumMod val="95000"/>
                  </a:schemeClr>
                </a:solidFill>
              </a:rPr>
            </a:br>
            <a:r>
              <a:rPr lang="en-US" sz="1050" dirty="0">
                <a:solidFill>
                  <a:schemeClr val="bg1">
                    <a:lumMod val="95000"/>
                  </a:schemeClr>
                </a:solidFill>
              </a:rPr>
              <a:t>What do you want to do?</a:t>
            </a:r>
          </a:p>
        </p:txBody>
      </p:sp>
      <p:sp>
        <p:nvSpPr>
          <p:cNvPr id="12" name="Rectangle: Rounded Corners 11">
            <a:extLst>
              <a:ext uri="{FF2B5EF4-FFF2-40B4-BE49-F238E27FC236}">
                <a16:creationId xmlns:a16="http://schemas.microsoft.com/office/drawing/2014/main" id="{7DF5C4B6-164A-670D-3D84-F424745ED008}"/>
              </a:ext>
            </a:extLst>
          </p:cNvPr>
          <p:cNvSpPr/>
          <p:nvPr/>
        </p:nvSpPr>
        <p:spPr>
          <a:xfrm>
            <a:off x="5374402" y="3864679"/>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 </a:t>
            </a:r>
            <a:endParaRPr lang="en-IN" sz="1000" dirty="0"/>
          </a:p>
        </p:txBody>
      </p:sp>
      <p:grpSp>
        <p:nvGrpSpPr>
          <p:cNvPr id="18" name="Group 17">
            <a:extLst>
              <a:ext uri="{FF2B5EF4-FFF2-40B4-BE49-F238E27FC236}">
                <a16:creationId xmlns:a16="http://schemas.microsoft.com/office/drawing/2014/main" id="{CF0A2C37-78E4-3FB2-7CB4-9966CAB548E4}"/>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42D0788B-71DC-C953-7FEB-1DF77A5FFFAF}"/>
                </a:ext>
              </a:extLst>
            </p:cNvPr>
            <p:cNvSpPr txBox="1"/>
            <p:nvPr/>
          </p:nvSpPr>
          <p:spPr>
            <a:xfrm>
              <a:off x="6848403" y="1349079"/>
              <a:ext cx="569387" cy="215444"/>
            </a:xfrm>
            <a:prstGeom prst="rect">
              <a:avLst/>
            </a:prstGeom>
            <a:noFill/>
          </p:spPr>
          <p:txBody>
            <a:bodyPr wrap="none" rtlCol="0">
              <a:spAutoFit/>
            </a:bodyPr>
            <a:lstStyle/>
            <a:p>
              <a:pPr algn="r"/>
              <a:r>
                <a:rPr lang="en-US" sz="800" dirty="0">
                  <a:solidFill>
                    <a:schemeClr val="tx1">
                      <a:lumMod val="50000"/>
                      <a:lumOff val="50000"/>
                    </a:schemeClr>
                  </a:solidFill>
                </a:rPr>
                <a:t>00:00:37</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620CA698-E936-B1B7-3669-453E6E9B119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grpSp>
        <p:nvGrpSpPr>
          <p:cNvPr id="16" name="Group 15">
            <a:extLst>
              <a:ext uri="{FF2B5EF4-FFF2-40B4-BE49-F238E27FC236}">
                <a16:creationId xmlns:a16="http://schemas.microsoft.com/office/drawing/2014/main" id="{9BE23289-E2CF-56B2-22E4-1E8AFB94DCC2}"/>
              </a:ext>
            </a:extLst>
          </p:cNvPr>
          <p:cNvGrpSpPr/>
          <p:nvPr/>
        </p:nvGrpSpPr>
        <p:grpSpPr>
          <a:xfrm>
            <a:off x="4534658" y="5173175"/>
            <a:ext cx="2818712" cy="306346"/>
            <a:chOff x="4534658" y="2959565"/>
            <a:chExt cx="2818712" cy="306346"/>
          </a:xfrm>
        </p:grpSpPr>
        <p:sp>
          <p:nvSpPr>
            <p:cNvPr id="14" name="Rectangle: Rounded Corners 13">
              <a:extLst>
                <a:ext uri="{FF2B5EF4-FFF2-40B4-BE49-F238E27FC236}">
                  <a16:creationId xmlns:a16="http://schemas.microsoft.com/office/drawing/2014/main" id="{DF93E457-9836-A732-10CE-312A9A75221E}"/>
                </a:ext>
              </a:extLst>
            </p:cNvPr>
            <p:cNvSpPr/>
            <p:nvPr/>
          </p:nvSpPr>
          <p:spPr>
            <a:xfrm>
              <a:off x="4534658" y="2959565"/>
              <a:ext cx="2818712" cy="306346"/>
            </a:xfrm>
            <a:prstGeom prst="roundRect">
              <a:avLst>
                <a:gd name="adj" fmla="val 13494"/>
              </a:avLst>
            </a:prstGeom>
            <a:solidFill>
              <a:schemeClr val="tx1">
                <a:lumMod val="85000"/>
                <a:lumOff val="15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100" dirty="0">
                <a:solidFill>
                  <a:schemeClr val="bg1">
                    <a:lumMod val="65000"/>
                  </a:schemeClr>
                </a:solidFill>
              </a:endParaRPr>
            </a:p>
          </p:txBody>
        </p:sp>
        <p:sp>
          <p:nvSpPr>
            <p:cNvPr id="15" name="Rectangle: Rounded Corners 14">
              <a:extLst>
                <a:ext uri="{FF2B5EF4-FFF2-40B4-BE49-F238E27FC236}">
                  <a16:creationId xmlns:a16="http://schemas.microsoft.com/office/drawing/2014/main" id="{DFB6EF47-F838-EA8F-9571-A0A575E881DC}"/>
                </a:ext>
              </a:extLst>
            </p:cNvPr>
            <p:cNvSpPr/>
            <p:nvPr/>
          </p:nvSpPr>
          <p:spPr>
            <a:xfrm>
              <a:off x="6660336" y="3018461"/>
              <a:ext cx="629169" cy="188554"/>
            </a:xfrm>
            <a:prstGeom prst="roundRect">
              <a:avLst>
                <a:gd name="adj" fmla="val 34309"/>
              </a:avLst>
            </a:prstGeom>
            <a:solidFill>
              <a:schemeClr val="bg2">
                <a:lumMod val="10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800" dirty="0">
                  <a:solidFill>
                    <a:schemeClr val="tx1">
                      <a:lumMod val="50000"/>
                      <a:lumOff val="50000"/>
                    </a:schemeClr>
                  </a:solidFill>
                  <a:sym typeface="Wingdings" panose="05000000000000000000" pitchFamily="2" charset="2"/>
                </a:rPr>
                <a:t>UPLOAD</a:t>
              </a:r>
              <a:endParaRPr lang="en-IN" sz="800" dirty="0">
                <a:solidFill>
                  <a:schemeClr val="tx1">
                    <a:lumMod val="50000"/>
                    <a:lumOff val="50000"/>
                  </a:schemeClr>
                </a:solidFill>
              </a:endParaRPr>
            </a:p>
          </p:txBody>
        </p:sp>
      </p:grpSp>
      <p:grpSp>
        <p:nvGrpSpPr>
          <p:cNvPr id="23" name="Group 22">
            <a:extLst>
              <a:ext uri="{FF2B5EF4-FFF2-40B4-BE49-F238E27FC236}">
                <a16:creationId xmlns:a16="http://schemas.microsoft.com/office/drawing/2014/main" id="{3200D940-9566-08BE-61FE-E15D38DBA9C6}"/>
              </a:ext>
            </a:extLst>
          </p:cNvPr>
          <p:cNvGrpSpPr/>
          <p:nvPr/>
        </p:nvGrpSpPr>
        <p:grpSpPr>
          <a:xfrm>
            <a:off x="4600712" y="4515235"/>
            <a:ext cx="2752658" cy="461665"/>
            <a:chOff x="4600712" y="2977900"/>
            <a:chExt cx="2752658" cy="461665"/>
          </a:xfrm>
        </p:grpSpPr>
        <p:sp>
          <p:nvSpPr>
            <p:cNvPr id="21" name="Rectangle: Rounded Corners 20">
              <a:extLst>
                <a:ext uri="{FF2B5EF4-FFF2-40B4-BE49-F238E27FC236}">
                  <a16:creationId xmlns:a16="http://schemas.microsoft.com/office/drawing/2014/main" id="{66A799DD-995B-4DD6-B9C5-14A5D4A6DC4B}"/>
                </a:ext>
              </a:extLst>
            </p:cNvPr>
            <p:cNvSpPr/>
            <p:nvPr/>
          </p:nvSpPr>
          <p:spPr>
            <a:xfrm>
              <a:off x="4600712" y="3137007"/>
              <a:ext cx="124095" cy="130678"/>
            </a:xfrm>
            <a:prstGeom prst="roundRect">
              <a:avLst/>
            </a:prstGeom>
            <a:solidFill>
              <a:schemeClr val="bg2">
                <a:lumMod val="1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E07F13B8-0115-9063-4E1E-D9F3BAAE8E0E}"/>
                </a:ext>
              </a:extLst>
            </p:cNvPr>
            <p:cNvSpPr txBox="1"/>
            <p:nvPr/>
          </p:nvSpPr>
          <p:spPr>
            <a:xfrm>
              <a:off x="4812899" y="2977900"/>
              <a:ext cx="2540471" cy="461665"/>
            </a:xfrm>
            <a:prstGeom prst="rect">
              <a:avLst/>
            </a:prstGeom>
            <a:noFill/>
          </p:spPr>
          <p:txBody>
            <a:bodyPr wrap="square" rtlCol="0">
              <a:spAutoFit/>
            </a:bodyPr>
            <a:lstStyle/>
            <a:p>
              <a:r>
                <a:rPr lang="en-US" sz="800" dirty="0">
                  <a:solidFill>
                    <a:schemeClr val="tx1">
                      <a:lumMod val="50000"/>
                      <a:lumOff val="50000"/>
                    </a:schemeClr>
                  </a:solidFill>
                </a:rPr>
                <a:t>“I consent to Hawksyn reading my CV to auto-fill my profile. My CV will not be used to train public AI models.”</a:t>
              </a:r>
              <a:endParaRPr lang="en-IN" sz="800" dirty="0">
                <a:solidFill>
                  <a:schemeClr val="tx1">
                    <a:lumMod val="50000"/>
                    <a:lumOff val="50000"/>
                  </a:schemeClr>
                </a:solidFill>
              </a:endParaRPr>
            </a:p>
          </p:txBody>
        </p:sp>
      </p:grpSp>
      <p:grpSp>
        <p:nvGrpSpPr>
          <p:cNvPr id="13" name="Group 12">
            <a:extLst>
              <a:ext uri="{FF2B5EF4-FFF2-40B4-BE49-F238E27FC236}">
                <a16:creationId xmlns:a16="http://schemas.microsoft.com/office/drawing/2014/main" id="{BDDB1D14-CF54-5AF9-7381-D46F5701D0F4}"/>
              </a:ext>
            </a:extLst>
          </p:cNvPr>
          <p:cNvGrpSpPr/>
          <p:nvPr/>
        </p:nvGrpSpPr>
        <p:grpSpPr>
          <a:xfrm>
            <a:off x="4688804" y="3337768"/>
            <a:ext cx="2555024" cy="217092"/>
            <a:chOff x="4688804" y="3290138"/>
            <a:chExt cx="2555024" cy="217092"/>
          </a:xfrm>
        </p:grpSpPr>
        <p:grpSp>
          <p:nvGrpSpPr>
            <p:cNvPr id="4" name="Group 3">
              <a:extLst>
                <a:ext uri="{FF2B5EF4-FFF2-40B4-BE49-F238E27FC236}">
                  <a16:creationId xmlns:a16="http://schemas.microsoft.com/office/drawing/2014/main" id="{51F280D8-C26E-2A93-5196-0F4EBF9E3C7F}"/>
                </a:ext>
              </a:extLst>
            </p:cNvPr>
            <p:cNvGrpSpPr/>
            <p:nvPr/>
          </p:nvGrpSpPr>
          <p:grpSpPr>
            <a:xfrm>
              <a:off x="4688804" y="3291786"/>
              <a:ext cx="976185" cy="215444"/>
              <a:chOff x="4688804" y="3291786"/>
              <a:chExt cx="976185" cy="215444"/>
            </a:xfrm>
          </p:grpSpPr>
          <p:sp>
            <p:nvSpPr>
              <p:cNvPr id="2" name="Rectangle: Rounded Corners 1">
                <a:extLst>
                  <a:ext uri="{FF2B5EF4-FFF2-40B4-BE49-F238E27FC236}">
                    <a16:creationId xmlns:a16="http://schemas.microsoft.com/office/drawing/2014/main" id="{675809E6-083E-8B60-1C2E-5A84537DFB0D}"/>
                  </a:ext>
                </a:extLst>
              </p:cNvPr>
              <p:cNvSpPr/>
              <p:nvPr/>
            </p:nvSpPr>
            <p:spPr>
              <a:xfrm>
                <a:off x="4688804" y="3334494"/>
                <a:ext cx="124095" cy="130678"/>
              </a:xfrm>
              <a:prstGeom prst="roundRect">
                <a:avLst>
                  <a:gd name="adj" fmla="val 50000"/>
                </a:avLst>
              </a:prstGeom>
              <a:solidFill>
                <a:schemeClr val="bg2">
                  <a:lumMod val="1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C0981F7-2D2B-7132-94DB-87F907B3A4DD}"/>
                  </a:ext>
                </a:extLst>
              </p:cNvPr>
              <p:cNvSpPr txBox="1"/>
              <p:nvPr/>
            </p:nvSpPr>
            <p:spPr>
              <a:xfrm>
                <a:off x="4768126" y="3291786"/>
                <a:ext cx="896863" cy="215444"/>
              </a:xfrm>
              <a:prstGeom prst="rect">
                <a:avLst/>
              </a:prstGeom>
              <a:noFill/>
            </p:spPr>
            <p:txBody>
              <a:bodyPr wrap="square" rtlCol="0">
                <a:spAutoFit/>
              </a:bodyPr>
              <a:lstStyle/>
              <a:p>
                <a:r>
                  <a:rPr lang="en-US" sz="800" dirty="0">
                    <a:solidFill>
                      <a:schemeClr val="tx1">
                        <a:lumMod val="50000"/>
                        <a:lumOff val="50000"/>
                      </a:schemeClr>
                    </a:solidFill>
                  </a:rPr>
                  <a:t>Re-Upload CV</a:t>
                </a:r>
                <a:endParaRPr lang="en-IN" sz="800" dirty="0">
                  <a:solidFill>
                    <a:schemeClr val="tx1">
                      <a:lumMod val="50000"/>
                      <a:lumOff val="50000"/>
                    </a:schemeClr>
                  </a:solidFill>
                </a:endParaRPr>
              </a:p>
            </p:txBody>
          </p:sp>
        </p:grpSp>
        <p:grpSp>
          <p:nvGrpSpPr>
            <p:cNvPr id="6" name="Group 5">
              <a:extLst>
                <a:ext uri="{FF2B5EF4-FFF2-40B4-BE49-F238E27FC236}">
                  <a16:creationId xmlns:a16="http://schemas.microsoft.com/office/drawing/2014/main" id="{D175C060-9C08-FABC-44DF-F274C1D98D9A}"/>
                </a:ext>
              </a:extLst>
            </p:cNvPr>
            <p:cNvGrpSpPr/>
            <p:nvPr/>
          </p:nvGrpSpPr>
          <p:grpSpPr>
            <a:xfrm>
              <a:off x="5846032" y="3290138"/>
              <a:ext cx="1397796" cy="215444"/>
              <a:chOff x="4688804" y="3291786"/>
              <a:chExt cx="1397796" cy="215444"/>
            </a:xfrm>
          </p:grpSpPr>
          <p:sp>
            <p:nvSpPr>
              <p:cNvPr id="7" name="Rectangle: Rounded Corners 6">
                <a:extLst>
                  <a:ext uri="{FF2B5EF4-FFF2-40B4-BE49-F238E27FC236}">
                    <a16:creationId xmlns:a16="http://schemas.microsoft.com/office/drawing/2014/main" id="{A9BCFE81-8A84-FDD8-4FF0-5EA4A743D355}"/>
                  </a:ext>
                </a:extLst>
              </p:cNvPr>
              <p:cNvSpPr/>
              <p:nvPr/>
            </p:nvSpPr>
            <p:spPr>
              <a:xfrm>
                <a:off x="4688804" y="3334494"/>
                <a:ext cx="124095" cy="130678"/>
              </a:xfrm>
              <a:prstGeom prst="roundRect">
                <a:avLst>
                  <a:gd name="adj" fmla="val 50000"/>
                </a:avLst>
              </a:prstGeom>
              <a:solidFill>
                <a:schemeClr val="bg2">
                  <a:lumMod val="1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9948F177-4636-2E30-4DE1-82996CA5BBB3}"/>
                  </a:ext>
                </a:extLst>
              </p:cNvPr>
              <p:cNvSpPr txBox="1"/>
              <p:nvPr/>
            </p:nvSpPr>
            <p:spPr>
              <a:xfrm>
                <a:off x="4787176" y="3291786"/>
                <a:ext cx="1299424" cy="215444"/>
              </a:xfrm>
              <a:prstGeom prst="rect">
                <a:avLst/>
              </a:prstGeom>
              <a:noFill/>
            </p:spPr>
            <p:txBody>
              <a:bodyPr wrap="square" rtlCol="0">
                <a:spAutoFit/>
              </a:bodyPr>
              <a:lstStyle/>
              <a:p>
                <a:r>
                  <a:rPr lang="en-US" sz="800" dirty="0">
                    <a:solidFill>
                      <a:schemeClr val="tx1">
                        <a:lumMod val="50000"/>
                        <a:lumOff val="50000"/>
                      </a:schemeClr>
                    </a:solidFill>
                  </a:rPr>
                  <a:t>Continue with existing CV</a:t>
                </a:r>
                <a:endParaRPr lang="en-IN" sz="800" dirty="0">
                  <a:solidFill>
                    <a:schemeClr val="tx1">
                      <a:lumMod val="50000"/>
                      <a:lumOff val="50000"/>
                    </a:schemeClr>
                  </a:solidFill>
                </a:endParaRPr>
              </a:p>
            </p:txBody>
          </p:sp>
        </p:grpSp>
      </p:grpSp>
      <p:sp>
        <p:nvSpPr>
          <p:cNvPr id="24" name="Rectangle: Rounded Corners 23">
            <a:extLst>
              <a:ext uri="{FF2B5EF4-FFF2-40B4-BE49-F238E27FC236}">
                <a16:creationId xmlns:a16="http://schemas.microsoft.com/office/drawing/2014/main" id="{B61CE652-1BEF-FAF7-F08B-133CAB7F1B38}"/>
              </a:ext>
            </a:extLst>
          </p:cNvPr>
          <p:cNvSpPr/>
          <p:nvPr/>
        </p:nvSpPr>
        <p:spPr>
          <a:xfrm>
            <a:off x="5374402" y="5770336"/>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 </a:t>
            </a:r>
            <a:endParaRPr lang="en-IN" sz="1000" dirty="0"/>
          </a:p>
        </p:txBody>
      </p:sp>
      <p:grpSp>
        <p:nvGrpSpPr>
          <p:cNvPr id="37" name="Group 36">
            <a:extLst>
              <a:ext uri="{FF2B5EF4-FFF2-40B4-BE49-F238E27FC236}">
                <a16:creationId xmlns:a16="http://schemas.microsoft.com/office/drawing/2014/main" id="{3281E7BF-8921-1523-EDA4-2E32D1D32E26}"/>
              </a:ext>
            </a:extLst>
          </p:cNvPr>
          <p:cNvGrpSpPr/>
          <p:nvPr/>
        </p:nvGrpSpPr>
        <p:grpSpPr>
          <a:xfrm>
            <a:off x="4545050" y="1437267"/>
            <a:ext cx="1403256" cy="80550"/>
            <a:chOff x="4545050" y="1437267"/>
            <a:chExt cx="1403256" cy="80550"/>
          </a:xfrm>
        </p:grpSpPr>
        <p:sp>
          <p:nvSpPr>
            <p:cNvPr id="38" name="Rectangle: Rounded Corners 37">
              <a:extLst>
                <a:ext uri="{FF2B5EF4-FFF2-40B4-BE49-F238E27FC236}">
                  <a16:creationId xmlns:a16="http://schemas.microsoft.com/office/drawing/2014/main" id="{E33BEF73-2799-4923-951F-5A187858FFEC}"/>
                </a:ext>
              </a:extLst>
            </p:cNvPr>
            <p:cNvSpPr/>
            <p:nvPr/>
          </p:nvSpPr>
          <p:spPr>
            <a:xfrm>
              <a:off x="4545050" y="1437267"/>
              <a:ext cx="267849" cy="75791"/>
            </a:xfrm>
            <a:prstGeom prst="roundRect">
              <a:avLst>
                <a:gd name="adj" fmla="val 14001"/>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Rectangle: Rounded Corners 38">
              <a:extLst>
                <a:ext uri="{FF2B5EF4-FFF2-40B4-BE49-F238E27FC236}">
                  <a16:creationId xmlns:a16="http://schemas.microsoft.com/office/drawing/2014/main" id="{CC4D0A0B-E852-222E-482E-FBC2485227E4}"/>
                </a:ext>
              </a:extLst>
            </p:cNvPr>
            <p:cNvSpPr/>
            <p:nvPr/>
          </p:nvSpPr>
          <p:spPr>
            <a:xfrm>
              <a:off x="4829743"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9ABAFFE7-286A-877F-5CB4-18F5D18B5EC2}"/>
                </a:ext>
              </a:extLst>
            </p:cNvPr>
            <p:cNvSpPr/>
            <p:nvPr/>
          </p:nvSpPr>
          <p:spPr>
            <a:xfrm>
              <a:off x="5114436"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Rectangle: Rounded Corners 40">
              <a:extLst>
                <a:ext uri="{FF2B5EF4-FFF2-40B4-BE49-F238E27FC236}">
                  <a16:creationId xmlns:a16="http://schemas.microsoft.com/office/drawing/2014/main" id="{588699F4-A585-7FB4-3FA1-8263EB5B9888}"/>
                </a:ext>
              </a:extLst>
            </p:cNvPr>
            <p:cNvSpPr/>
            <p:nvPr/>
          </p:nvSpPr>
          <p:spPr>
            <a:xfrm>
              <a:off x="5395764" y="1437267"/>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Rectangle: Rounded Corners 41">
              <a:extLst>
                <a:ext uri="{FF2B5EF4-FFF2-40B4-BE49-F238E27FC236}">
                  <a16:creationId xmlns:a16="http://schemas.microsoft.com/office/drawing/2014/main" id="{D18AB48F-EFEA-7DBE-F9E3-A1F7266A2815}"/>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5" name="TextBox 24">
            <a:extLst>
              <a:ext uri="{FF2B5EF4-FFF2-40B4-BE49-F238E27FC236}">
                <a16:creationId xmlns:a16="http://schemas.microsoft.com/office/drawing/2014/main" id="{7C92D463-FE57-B5A3-D09A-EB36941DB8C5}"/>
              </a:ext>
            </a:extLst>
          </p:cNvPr>
          <p:cNvSpPr txBox="1"/>
          <p:nvPr/>
        </p:nvSpPr>
        <p:spPr>
          <a:xfrm>
            <a:off x="920400" y="1564523"/>
            <a:ext cx="2288684" cy="230832"/>
          </a:xfrm>
          <a:prstGeom prst="rect">
            <a:avLst/>
          </a:prstGeom>
          <a:noFill/>
        </p:spPr>
        <p:txBody>
          <a:bodyPr wrap="square" rtlCol="0">
            <a:spAutoFit/>
          </a:bodyPr>
          <a:lstStyle/>
          <a:p>
            <a:pPr algn="r"/>
            <a:r>
              <a:rPr lang="en-US" sz="900" dirty="0">
                <a:solidFill>
                  <a:schemeClr val="bg1">
                    <a:lumMod val="65000"/>
                  </a:schemeClr>
                </a:solidFill>
              </a:rPr>
              <a:t>From here a progress bar will start.</a:t>
            </a:r>
            <a:endParaRPr lang="en-IN" sz="900" dirty="0">
              <a:solidFill>
                <a:schemeClr val="bg1">
                  <a:lumMod val="65000"/>
                </a:schemeClr>
              </a:solidFill>
            </a:endParaRPr>
          </a:p>
        </p:txBody>
      </p:sp>
      <p:cxnSp>
        <p:nvCxnSpPr>
          <p:cNvPr id="26" name="Connector: Elbow 25">
            <a:extLst>
              <a:ext uri="{FF2B5EF4-FFF2-40B4-BE49-F238E27FC236}">
                <a16:creationId xmlns:a16="http://schemas.microsoft.com/office/drawing/2014/main" id="{89F1EC0D-C42E-F1F0-AF55-15B5D9120831}"/>
              </a:ext>
            </a:extLst>
          </p:cNvPr>
          <p:cNvCxnSpPr>
            <a:cxnSpLocks/>
            <a:stCxn id="25" idx="3"/>
          </p:cNvCxnSpPr>
          <p:nvPr/>
        </p:nvCxnSpPr>
        <p:spPr>
          <a:xfrm flipV="1">
            <a:off x="3209084" y="1457761"/>
            <a:ext cx="1041876" cy="22217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26018EDC-E188-8600-9124-61E764C899B8}"/>
              </a:ext>
            </a:extLst>
          </p:cNvPr>
          <p:cNvSpPr txBox="1"/>
          <p:nvPr/>
        </p:nvSpPr>
        <p:spPr>
          <a:xfrm>
            <a:off x="844200" y="2967638"/>
            <a:ext cx="2288684" cy="369332"/>
          </a:xfrm>
          <a:prstGeom prst="rect">
            <a:avLst/>
          </a:prstGeom>
          <a:noFill/>
        </p:spPr>
        <p:txBody>
          <a:bodyPr wrap="square" rtlCol="0">
            <a:spAutoFit/>
          </a:bodyPr>
          <a:lstStyle/>
          <a:p>
            <a:pPr algn="r"/>
            <a:r>
              <a:rPr lang="en-US" sz="900" dirty="0">
                <a:solidFill>
                  <a:schemeClr val="bg1">
                    <a:lumMod val="65000"/>
                  </a:schemeClr>
                </a:solidFill>
              </a:rPr>
              <a:t>If user already uploaded CV ever then this screen will appear.</a:t>
            </a:r>
            <a:endParaRPr lang="en-IN" sz="900" dirty="0">
              <a:solidFill>
                <a:schemeClr val="bg1">
                  <a:lumMod val="65000"/>
                </a:schemeClr>
              </a:solidFill>
            </a:endParaRPr>
          </a:p>
        </p:txBody>
      </p:sp>
      <p:cxnSp>
        <p:nvCxnSpPr>
          <p:cNvPr id="28" name="Connector: Elbow 27">
            <a:extLst>
              <a:ext uri="{FF2B5EF4-FFF2-40B4-BE49-F238E27FC236}">
                <a16:creationId xmlns:a16="http://schemas.microsoft.com/office/drawing/2014/main" id="{09130C97-7928-0057-55C9-7C472FA1E7BD}"/>
              </a:ext>
            </a:extLst>
          </p:cNvPr>
          <p:cNvCxnSpPr>
            <a:cxnSpLocks/>
            <a:stCxn id="27" idx="3"/>
          </p:cNvCxnSpPr>
          <p:nvPr/>
        </p:nvCxnSpPr>
        <p:spPr>
          <a:xfrm flipV="1">
            <a:off x="3132884" y="2860876"/>
            <a:ext cx="1041876" cy="29142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8AEC8AB9-77D4-0FC2-71A1-C96C3E774DEE}"/>
              </a:ext>
            </a:extLst>
          </p:cNvPr>
          <p:cNvSpPr txBox="1"/>
          <p:nvPr/>
        </p:nvSpPr>
        <p:spPr>
          <a:xfrm>
            <a:off x="601657" y="5030907"/>
            <a:ext cx="2288684" cy="369332"/>
          </a:xfrm>
          <a:prstGeom prst="rect">
            <a:avLst/>
          </a:prstGeom>
          <a:noFill/>
        </p:spPr>
        <p:txBody>
          <a:bodyPr wrap="square" rtlCol="0">
            <a:spAutoFit/>
          </a:bodyPr>
          <a:lstStyle/>
          <a:p>
            <a:pPr algn="r"/>
            <a:r>
              <a:rPr lang="en-US" sz="900" dirty="0">
                <a:solidFill>
                  <a:schemeClr val="bg1">
                    <a:lumMod val="65000"/>
                  </a:schemeClr>
                </a:solidFill>
              </a:rPr>
              <a:t>This section will be visible only if user choose “Re-Upload CV”</a:t>
            </a:r>
            <a:endParaRPr lang="en-IN" sz="900" dirty="0">
              <a:solidFill>
                <a:schemeClr val="bg1">
                  <a:lumMod val="65000"/>
                </a:schemeClr>
              </a:solidFill>
            </a:endParaRPr>
          </a:p>
        </p:txBody>
      </p:sp>
      <p:cxnSp>
        <p:nvCxnSpPr>
          <p:cNvPr id="34" name="Connector: Elbow 33">
            <a:extLst>
              <a:ext uri="{FF2B5EF4-FFF2-40B4-BE49-F238E27FC236}">
                <a16:creationId xmlns:a16="http://schemas.microsoft.com/office/drawing/2014/main" id="{9D685EAE-EAB1-8D3B-CDE6-1F69A5E0ABAB}"/>
              </a:ext>
            </a:extLst>
          </p:cNvPr>
          <p:cNvCxnSpPr>
            <a:cxnSpLocks/>
            <a:stCxn id="29" idx="3"/>
          </p:cNvCxnSpPr>
          <p:nvPr/>
        </p:nvCxnSpPr>
        <p:spPr>
          <a:xfrm flipV="1">
            <a:off x="2890341" y="4924145"/>
            <a:ext cx="1041876" cy="29142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66F3AC1F-E6BC-66BB-6146-2F56593C6AC7}"/>
              </a:ext>
            </a:extLst>
          </p:cNvPr>
          <p:cNvSpPr txBox="1"/>
          <p:nvPr/>
        </p:nvSpPr>
        <p:spPr>
          <a:xfrm>
            <a:off x="9133610" y="3553212"/>
            <a:ext cx="2288684" cy="369332"/>
          </a:xfrm>
          <a:prstGeom prst="rect">
            <a:avLst/>
          </a:prstGeom>
          <a:noFill/>
        </p:spPr>
        <p:txBody>
          <a:bodyPr wrap="square" rtlCol="0">
            <a:spAutoFit/>
          </a:bodyPr>
          <a:lstStyle/>
          <a:p>
            <a:r>
              <a:rPr lang="en-US" sz="900" dirty="0">
                <a:solidFill>
                  <a:schemeClr val="bg1">
                    <a:lumMod val="65000"/>
                  </a:schemeClr>
                </a:solidFill>
              </a:rPr>
              <a:t>This button will be visible only if user choose “Continue with existing CV”</a:t>
            </a:r>
            <a:endParaRPr lang="en-IN" sz="900" dirty="0">
              <a:solidFill>
                <a:schemeClr val="bg1">
                  <a:lumMod val="65000"/>
                </a:schemeClr>
              </a:solidFill>
            </a:endParaRPr>
          </a:p>
        </p:txBody>
      </p:sp>
      <p:cxnSp>
        <p:nvCxnSpPr>
          <p:cNvPr id="44" name="Connector: Elbow 43">
            <a:extLst>
              <a:ext uri="{FF2B5EF4-FFF2-40B4-BE49-F238E27FC236}">
                <a16:creationId xmlns:a16="http://schemas.microsoft.com/office/drawing/2014/main" id="{BC5DD240-D453-580E-7581-1C99A66234D4}"/>
              </a:ext>
            </a:extLst>
          </p:cNvPr>
          <p:cNvCxnSpPr>
            <a:cxnSpLocks/>
            <a:stCxn id="43" idx="1"/>
          </p:cNvCxnSpPr>
          <p:nvPr/>
        </p:nvCxnSpPr>
        <p:spPr>
          <a:xfrm rot="10800000" flipV="1">
            <a:off x="7871834" y="3737878"/>
            <a:ext cx="1261776" cy="303226"/>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9395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ECB93-DD0E-7B59-FEC3-D96D2DBB6A05}"/>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2D7F97EE-FE32-3BE2-1DC2-779785914241}"/>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09112659-653D-3653-36FC-93DD14C39577}"/>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ADFCAB7E-F6BC-20A3-7A05-D38CCE7C446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7FD015F4-6434-A2D4-BBC4-4DC4E198156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3DD2E533-5774-3DC3-BFE0-87E12B3E909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FEA52FBD-90F2-0774-1C89-404AEB80EA9A}"/>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3177E800-0580-24C9-17D6-F35090EB4F3C}"/>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360F12E3-1E1B-DB56-6266-2BB25A687DB3}"/>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3AEEB24E-A39C-5B81-20E3-A611F85D3237}"/>
                </a:ext>
              </a:extLst>
            </p:cNvPr>
            <p:cNvSpPr txBox="1"/>
            <p:nvPr/>
          </p:nvSpPr>
          <p:spPr>
            <a:xfrm>
              <a:off x="6848402" y="1349079"/>
              <a:ext cx="569388" cy="215444"/>
            </a:xfrm>
            <a:prstGeom prst="rect">
              <a:avLst/>
            </a:prstGeom>
            <a:noFill/>
          </p:spPr>
          <p:txBody>
            <a:bodyPr wrap="none" rtlCol="0">
              <a:spAutoFit/>
            </a:bodyPr>
            <a:lstStyle/>
            <a:p>
              <a:pPr algn="r"/>
              <a:r>
                <a:rPr lang="en-US" sz="800" dirty="0">
                  <a:solidFill>
                    <a:schemeClr val="tx1">
                      <a:lumMod val="50000"/>
                      <a:lumOff val="50000"/>
                    </a:schemeClr>
                  </a:solidFill>
                </a:rPr>
                <a:t>00:00:45</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3769D69D-66BE-91F1-B3DE-DC5641DF9EF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sp>
        <p:nvSpPr>
          <p:cNvPr id="3" name="TextBox 2">
            <a:extLst>
              <a:ext uri="{FF2B5EF4-FFF2-40B4-BE49-F238E27FC236}">
                <a16:creationId xmlns:a16="http://schemas.microsoft.com/office/drawing/2014/main" id="{7A7F53E0-C532-7570-B294-16F252732145}"/>
              </a:ext>
            </a:extLst>
          </p:cNvPr>
          <p:cNvSpPr txBox="1"/>
          <p:nvPr/>
        </p:nvSpPr>
        <p:spPr>
          <a:xfrm>
            <a:off x="4699283" y="3123100"/>
            <a:ext cx="2622465" cy="246221"/>
          </a:xfrm>
          <a:prstGeom prst="rect">
            <a:avLst/>
          </a:prstGeom>
          <a:noFill/>
        </p:spPr>
        <p:txBody>
          <a:bodyPr wrap="square" rtlCol="0">
            <a:spAutoFit/>
          </a:bodyPr>
          <a:lstStyle/>
          <a:p>
            <a:pPr algn="ctr"/>
            <a:r>
              <a:rPr lang="en-US" sz="1000" spc="300" dirty="0">
                <a:solidFill>
                  <a:schemeClr val="bg1">
                    <a:lumMod val="50000"/>
                  </a:schemeClr>
                </a:solidFill>
              </a:rPr>
              <a:t>ANALYZING</a:t>
            </a:r>
            <a:endParaRPr lang="en-IN" sz="900" spc="300" dirty="0">
              <a:solidFill>
                <a:schemeClr val="bg1">
                  <a:lumMod val="50000"/>
                </a:schemeClr>
              </a:solidFill>
            </a:endParaRPr>
          </a:p>
        </p:txBody>
      </p:sp>
      <p:sp>
        <p:nvSpPr>
          <p:cNvPr id="4" name="Rectangle 3">
            <a:extLst>
              <a:ext uri="{FF2B5EF4-FFF2-40B4-BE49-F238E27FC236}">
                <a16:creationId xmlns:a16="http://schemas.microsoft.com/office/drawing/2014/main" id="{F4049C2E-1743-142E-3C7B-16D9320CF447}"/>
              </a:ext>
            </a:extLst>
          </p:cNvPr>
          <p:cNvSpPr/>
          <p:nvPr/>
        </p:nvSpPr>
        <p:spPr>
          <a:xfrm>
            <a:off x="4864371" y="3515423"/>
            <a:ext cx="2234045" cy="45719"/>
          </a:xfrm>
          <a:prstGeom prst="rect">
            <a:avLst/>
          </a:prstGeom>
          <a:gradFill flip="none" rotWithShape="1">
            <a:gsLst>
              <a:gs pos="53000">
                <a:schemeClr val="bg1">
                  <a:lumMod val="50000"/>
                </a:schemeClr>
              </a:gs>
              <a:gs pos="0">
                <a:srgbClr val="0D0D0D"/>
              </a:gs>
              <a:gs pos="100000">
                <a:srgbClr val="0D0D0D"/>
              </a:gs>
            </a:gsLst>
            <a:lin ang="0" scaled="1"/>
            <a:tileRect/>
          </a:gradFill>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grpSp>
        <p:nvGrpSpPr>
          <p:cNvPr id="12" name="Group 11">
            <a:extLst>
              <a:ext uri="{FF2B5EF4-FFF2-40B4-BE49-F238E27FC236}">
                <a16:creationId xmlns:a16="http://schemas.microsoft.com/office/drawing/2014/main" id="{3541EFA7-CC84-0356-BC3D-BA1D113B448C}"/>
              </a:ext>
            </a:extLst>
          </p:cNvPr>
          <p:cNvGrpSpPr/>
          <p:nvPr/>
        </p:nvGrpSpPr>
        <p:grpSpPr>
          <a:xfrm>
            <a:off x="4545050" y="1437267"/>
            <a:ext cx="1403256" cy="80550"/>
            <a:chOff x="4545050" y="1437267"/>
            <a:chExt cx="1403256" cy="80550"/>
          </a:xfrm>
        </p:grpSpPr>
        <p:sp>
          <p:nvSpPr>
            <p:cNvPr id="13" name="Rectangle: Rounded Corners 12">
              <a:extLst>
                <a:ext uri="{FF2B5EF4-FFF2-40B4-BE49-F238E27FC236}">
                  <a16:creationId xmlns:a16="http://schemas.microsoft.com/office/drawing/2014/main" id="{B5D25A71-3D2D-9A03-0EC7-43D87C9122FB}"/>
                </a:ext>
              </a:extLst>
            </p:cNvPr>
            <p:cNvSpPr/>
            <p:nvPr/>
          </p:nvSpPr>
          <p:spPr>
            <a:xfrm>
              <a:off x="4545050" y="1437267"/>
              <a:ext cx="267849" cy="75791"/>
            </a:xfrm>
            <a:prstGeom prst="roundRect">
              <a:avLst>
                <a:gd name="adj" fmla="val 14001"/>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A6800271-1CEB-51B1-A113-92F9695FDF85}"/>
                </a:ext>
              </a:extLst>
            </p:cNvPr>
            <p:cNvSpPr/>
            <p:nvPr/>
          </p:nvSpPr>
          <p:spPr>
            <a:xfrm>
              <a:off x="4829743"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658F1A17-912E-4D83-8709-4C45DDD2F7DE}"/>
                </a:ext>
              </a:extLst>
            </p:cNvPr>
            <p:cNvSpPr/>
            <p:nvPr/>
          </p:nvSpPr>
          <p:spPr>
            <a:xfrm>
              <a:off x="5114436"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C66BFEB9-5526-D5DF-E463-2E02B32AB31E}"/>
                </a:ext>
              </a:extLst>
            </p:cNvPr>
            <p:cNvSpPr/>
            <p:nvPr/>
          </p:nvSpPr>
          <p:spPr>
            <a:xfrm>
              <a:off x="5395764" y="1437267"/>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12DB8C5D-5475-0214-CA66-389A033088A4}"/>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TextBox 1">
            <a:extLst>
              <a:ext uri="{FF2B5EF4-FFF2-40B4-BE49-F238E27FC236}">
                <a16:creationId xmlns:a16="http://schemas.microsoft.com/office/drawing/2014/main" id="{2C2EF6B3-C936-9594-750B-389DFEEB0007}"/>
              </a:ext>
            </a:extLst>
          </p:cNvPr>
          <p:cNvSpPr txBox="1"/>
          <p:nvPr/>
        </p:nvSpPr>
        <p:spPr>
          <a:xfrm>
            <a:off x="754146" y="3667904"/>
            <a:ext cx="2288684" cy="369332"/>
          </a:xfrm>
          <a:prstGeom prst="rect">
            <a:avLst/>
          </a:prstGeom>
          <a:noFill/>
        </p:spPr>
        <p:txBody>
          <a:bodyPr wrap="square" rtlCol="0">
            <a:spAutoFit/>
          </a:bodyPr>
          <a:lstStyle/>
          <a:p>
            <a:pPr algn="r"/>
            <a:r>
              <a:rPr lang="en-US" sz="900" dirty="0">
                <a:solidFill>
                  <a:schemeClr val="bg1">
                    <a:lumMod val="65000"/>
                  </a:schemeClr>
                </a:solidFill>
              </a:rPr>
              <a:t>This is an animated thick-width line representing that work is in progress.</a:t>
            </a:r>
            <a:endParaRPr lang="en-IN" sz="900" dirty="0">
              <a:solidFill>
                <a:schemeClr val="bg1">
                  <a:lumMod val="65000"/>
                </a:schemeClr>
              </a:solidFill>
            </a:endParaRPr>
          </a:p>
        </p:txBody>
      </p:sp>
      <p:cxnSp>
        <p:nvCxnSpPr>
          <p:cNvPr id="6" name="Connector: Elbow 5">
            <a:extLst>
              <a:ext uri="{FF2B5EF4-FFF2-40B4-BE49-F238E27FC236}">
                <a16:creationId xmlns:a16="http://schemas.microsoft.com/office/drawing/2014/main" id="{CE98ACA9-ADD2-9072-327A-BA733B262D9C}"/>
              </a:ext>
            </a:extLst>
          </p:cNvPr>
          <p:cNvCxnSpPr>
            <a:cxnSpLocks/>
            <a:stCxn id="2" idx="3"/>
          </p:cNvCxnSpPr>
          <p:nvPr/>
        </p:nvCxnSpPr>
        <p:spPr>
          <a:xfrm flipV="1">
            <a:off x="3042830" y="3561142"/>
            <a:ext cx="1041876" cy="29142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6E17DBB-C94C-4347-2906-294B8389D2C0}"/>
              </a:ext>
            </a:extLst>
          </p:cNvPr>
          <p:cNvSpPr txBox="1"/>
          <p:nvPr/>
        </p:nvSpPr>
        <p:spPr>
          <a:xfrm>
            <a:off x="9071265" y="3852570"/>
            <a:ext cx="2288684" cy="923330"/>
          </a:xfrm>
          <a:prstGeom prst="rect">
            <a:avLst/>
          </a:prstGeom>
          <a:noFill/>
        </p:spPr>
        <p:txBody>
          <a:bodyPr wrap="square" rtlCol="0">
            <a:spAutoFit/>
          </a:bodyPr>
          <a:lstStyle/>
          <a:p>
            <a:r>
              <a:rPr lang="en-US" sz="900" dirty="0">
                <a:solidFill>
                  <a:schemeClr val="bg1">
                    <a:lumMod val="65000"/>
                  </a:schemeClr>
                </a:solidFill>
              </a:rPr>
              <a:t>While Hawksyn work for the validation, user may logoff and visit again. Hawksyn will finish the task in backend. Once completion of a level or the task, a push notification will be generated. User will get alert and act accordingly.</a:t>
            </a:r>
            <a:endParaRPr lang="en-IN" sz="900" dirty="0">
              <a:solidFill>
                <a:schemeClr val="bg1">
                  <a:lumMod val="65000"/>
                </a:schemeClr>
              </a:solidFill>
            </a:endParaRPr>
          </a:p>
        </p:txBody>
      </p:sp>
      <p:cxnSp>
        <p:nvCxnSpPr>
          <p:cNvPr id="8" name="Connector: Elbow 7">
            <a:extLst>
              <a:ext uri="{FF2B5EF4-FFF2-40B4-BE49-F238E27FC236}">
                <a16:creationId xmlns:a16="http://schemas.microsoft.com/office/drawing/2014/main" id="{E6D9AAC9-EA45-FC29-A628-450AEA6C8350}"/>
              </a:ext>
            </a:extLst>
          </p:cNvPr>
          <p:cNvCxnSpPr>
            <a:cxnSpLocks/>
            <a:stCxn id="7" idx="1"/>
          </p:cNvCxnSpPr>
          <p:nvPr/>
        </p:nvCxnSpPr>
        <p:spPr>
          <a:xfrm rot="10800000" flipV="1">
            <a:off x="7865919" y="4314234"/>
            <a:ext cx="1205347" cy="461665"/>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65550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FD7FC-29A0-0F76-ACDF-B5308A6E62B4}"/>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F47B5A6F-DB0A-BF57-2522-177CBD79506C}"/>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0E7A048A-2B27-5687-91F2-9E7D721E23AD}"/>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C32CFB61-8BA7-7EE3-866C-E71553BD0F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2CF4F7E6-DE64-3EB1-32A0-B2275C91153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DF73A322-C055-8202-E411-54B7503FD84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9A71997F-D073-F260-EAE3-F21A5007F8DD}"/>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273306BB-DC65-17F1-61CC-47AC9CF9E9B6}"/>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632BFA5B-9DCC-56F2-3BDC-9471AB3334CE}"/>
              </a:ext>
            </a:extLst>
          </p:cNvPr>
          <p:cNvSpPr/>
          <p:nvPr/>
        </p:nvSpPr>
        <p:spPr>
          <a:xfrm>
            <a:off x="5432703" y="5607936"/>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a:t>
            </a:r>
            <a:endParaRPr lang="en-IN" sz="1000" dirty="0"/>
          </a:p>
        </p:txBody>
      </p:sp>
      <p:grpSp>
        <p:nvGrpSpPr>
          <p:cNvPr id="18" name="Group 17">
            <a:extLst>
              <a:ext uri="{FF2B5EF4-FFF2-40B4-BE49-F238E27FC236}">
                <a16:creationId xmlns:a16="http://schemas.microsoft.com/office/drawing/2014/main" id="{2CED7D78-8B9A-B173-7120-5C4EC85BF130}"/>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146EBAF3-504C-9C01-5FED-CEF38C6C9354}"/>
                </a:ext>
              </a:extLst>
            </p:cNvPr>
            <p:cNvSpPr txBox="1"/>
            <p:nvPr/>
          </p:nvSpPr>
          <p:spPr>
            <a:xfrm>
              <a:off x="6848402" y="1349079"/>
              <a:ext cx="569388" cy="215444"/>
            </a:xfrm>
            <a:prstGeom prst="rect">
              <a:avLst/>
            </a:prstGeom>
            <a:noFill/>
          </p:spPr>
          <p:txBody>
            <a:bodyPr wrap="none" rtlCol="0">
              <a:spAutoFit/>
            </a:bodyPr>
            <a:lstStyle/>
            <a:p>
              <a:pPr algn="r"/>
              <a:r>
                <a:rPr lang="en-US" sz="800" dirty="0">
                  <a:solidFill>
                    <a:schemeClr val="tx1">
                      <a:lumMod val="50000"/>
                      <a:lumOff val="50000"/>
                    </a:schemeClr>
                  </a:solidFill>
                </a:rPr>
                <a:t>00:01:12</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B79EE3FA-1805-0BBF-82C4-2708A925BD9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sp>
        <p:nvSpPr>
          <p:cNvPr id="6" name="TextBox 5">
            <a:extLst>
              <a:ext uri="{FF2B5EF4-FFF2-40B4-BE49-F238E27FC236}">
                <a16:creationId xmlns:a16="http://schemas.microsoft.com/office/drawing/2014/main" id="{986BE7B1-212F-63F3-77E3-FC7E93AE1E02}"/>
              </a:ext>
            </a:extLst>
          </p:cNvPr>
          <p:cNvSpPr txBox="1"/>
          <p:nvPr/>
        </p:nvSpPr>
        <p:spPr>
          <a:xfrm>
            <a:off x="4545050" y="1977457"/>
            <a:ext cx="2860759" cy="1508105"/>
          </a:xfrm>
          <a:prstGeom prst="rect">
            <a:avLst/>
          </a:prstGeom>
          <a:noFill/>
        </p:spPr>
        <p:txBody>
          <a:bodyPr wrap="square">
            <a:spAutoFit/>
          </a:bodyPr>
          <a:lstStyle/>
          <a:p>
            <a:pPr>
              <a:buNone/>
            </a:pPr>
            <a:r>
              <a:rPr lang="en-US" sz="1100" b="1" dirty="0">
                <a:solidFill>
                  <a:schemeClr val="bg1"/>
                </a:solidFill>
              </a:rPr>
              <a:t>Where do you primarily work?</a:t>
            </a:r>
          </a:p>
          <a:p>
            <a:pPr>
              <a:buNone/>
            </a:pPr>
            <a:endParaRPr lang="en-US" sz="1100" b="1" dirty="0">
              <a:solidFill>
                <a:schemeClr val="bg1"/>
              </a:solidFill>
            </a:endParaRPr>
          </a:p>
          <a:p>
            <a:r>
              <a:rPr lang="en-US" sz="1100" b="1" dirty="0">
                <a:solidFill>
                  <a:schemeClr val="bg1"/>
                </a:solidFill>
              </a:rPr>
              <a:t>Organization size</a:t>
            </a:r>
            <a:endParaRPr lang="en-US" sz="1100" dirty="0">
              <a:solidFill>
                <a:schemeClr val="bg1"/>
              </a:solidFill>
            </a:endParaRPr>
          </a:p>
          <a:p>
            <a:pPr marL="171450" indent="-171450">
              <a:spcAft>
                <a:spcPts val="600"/>
              </a:spcAft>
              <a:buFont typeface="Arial" panose="020B0604020202020204" pitchFamily="34" charset="0"/>
              <a:buChar char="•"/>
            </a:pPr>
            <a:r>
              <a:rPr lang="en-US" sz="1050" dirty="0">
                <a:solidFill>
                  <a:schemeClr val="bg1"/>
                </a:solidFill>
              </a:rPr>
              <a:t>Small (1–50)</a:t>
            </a:r>
          </a:p>
          <a:p>
            <a:pPr marL="171450" indent="-171450">
              <a:spcAft>
                <a:spcPts val="600"/>
              </a:spcAft>
              <a:buFont typeface="Arial" panose="020B0604020202020204" pitchFamily="34" charset="0"/>
              <a:buChar char="•"/>
            </a:pPr>
            <a:r>
              <a:rPr lang="en-US" sz="1050" dirty="0">
                <a:solidFill>
                  <a:schemeClr val="bg1"/>
                </a:solidFill>
              </a:rPr>
              <a:t>Mid (51–500)</a:t>
            </a:r>
          </a:p>
          <a:p>
            <a:pPr marL="171450" indent="-171450">
              <a:spcAft>
                <a:spcPts val="600"/>
              </a:spcAft>
              <a:buFont typeface="Arial" panose="020B0604020202020204" pitchFamily="34" charset="0"/>
              <a:buChar char="•"/>
            </a:pPr>
            <a:r>
              <a:rPr lang="en-US" sz="1050" dirty="0">
                <a:solidFill>
                  <a:schemeClr val="bg1"/>
                </a:solidFill>
              </a:rPr>
              <a:t>Large (500+)</a:t>
            </a:r>
          </a:p>
          <a:p>
            <a:pPr marL="171450" indent="-171450">
              <a:spcAft>
                <a:spcPts val="600"/>
              </a:spcAft>
              <a:buFont typeface="Arial" panose="020B0604020202020204" pitchFamily="34" charset="0"/>
              <a:buChar char="•"/>
            </a:pPr>
            <a:r>
              <a:rPr lang="en-US" sz="1050" dirty="0">
                <a:solidFill>
                  <a:schemeClr val="bg1"/>
                </a:solidFill>
              </a:rPr>
              <a:t>Enterprise (5,000+)</a:t>
            </a:r>
          </a:p>
        </p:txBody>
      </p:sp>
      <p:sp>
        <p:nvSpPr>
          <p:cNvPr id="13" name="TextBox 12">
            <a:extLst>
              <a:ext uri="{FF2B5EF4-FFF2-40B4-BE49-F238E27FC236}">
                <a16:creationId xmlns:a16="http://schemas.microsoft.com/office/drawing/2014/main" id="{41BEA1CB-3B87-8630-A284-368DC4E35732}"/>
              </a:ext>
            </a:extLst>
          </p:cNvPr>
          <p:cNvSpPr txBox="1"/>
          <p:nvPr/>
        </p:nvSpPr>
        <p:spPr>
          <a:xfrm>
            <a:off x="4545050" y="1743623"/>
            <a:ext cx="437940" cy="215444"/>
          </a:xfrm>
          <a:prstGeom prst="rect">
            <a:avLst/>
          </a:prstGeom>
          <a:noFill/>
        </p:spPr>
        <p:txBody>
          <a:bodyPr wrap="none" rtlCol="0">
            <a:spAutoFit/>
          </a:bodyPr>
          <a:lstStyle/>
          <a:p>
            <a:pPr algn="r"/>
            <a:r>
              <a:rPr lang="en-US" sz="800" dirty="0">
                <a:solidFill>
                  <a:schemeClr val="tx1">
                    <a:lumMod val="50000"/>
                    <a:lumOff val="50000"/>
                  </a:schemeClr>
                </a:solidFill>
              </a:rPr>
              <a:t>02/08</a:t>
            </a:r>
            <a:endParaRPr lang="en-IN" sz="800" dirty="0">
              <a:solidFill>
                <a:schemeClr val="tx1">
                  <a:lumMod val="50000"/>
                  <a:lumOff val="50000"/>
                </a:schemeClr>
              </a:solidFill>
            </a:endParaRPr>
          </a:p>
        </p:txBody>
      </p:sp>
      <p:sp>
        <p:nvSpPr>
          <p:cNvPr id="3" name="TextBox 2">
            <a:extLst>
              <a:ext uri="{FF2B5EF4-FFF2-40B4-BE49-F238E27FC236}">
                <a16:creationId xmlns:a16="http://schemas.microsoft.com/office/drawing/2014/main" id="{EC9BE7BE-A4E8-3835-B368-5CCC7FAE2C79}"/>
              </a:ext>
            </a:extLst>
          </p:cNvPr>
          <p:cNvSpPr txBox="1"/>
          <p:nvPr/>
        </p:nvSpPr>
        <p:spPr>
          <a:xfrm>
            <a:off x="4545050" y="3820908"/>
            <a:ext cx="2860759" cy="1508105"/>
          </a:xfrm>
          <a:prstGeom prst="rect">
            <a:avLst/>
          </a:prstGeom>
          <a:noFill/>
        </p:spPr>
        <p:txBody>
          <a:bodyPr wrap="square">
            <a:spAutoFit/>
          </a:bodyPr>
          <a:lstStyle/>
          <a:p>
            <a:pPr>
              <a:buNone/>
            </a:pPr>
            <a:r>
              <a:rPr lang="en-US" sz="1100" b="1" dirty="0">
                <a:solidFill>
                  <a:schemeClr val="bg1"/>
                </a:solidFill>
              </a:rPr>
              <a:t>Where do you primarily work?</a:t>
            </a:r>
          </a:p>
          <a:p>
            <a:pPr>
              <a:buNone/>
            </a:pPr>
            <a:endParaRPr lang="en-US" sz="1100" b="1" dirty="0">
              <a:solidFill>
                <a:schemeClr val="bg1"/>
              </a:solidFill>
            </a:endParaRPr>
          </a:p>
          <a:p>
            <a:r>
              <a:rPr lang="en-US" sz="1100" b="1" dirty="0">
                <a:solidFill>
                  <a:schemeClr val="bg1"/>
                </a:solidFill>
              </a:rPr>
              <a:t>Organization size</a:t>
            </a:r>
            <a:endParaRPr lang="en-US" sz="1100" dirty="0">
              <a:solidFill>
                <a:schemeClr val="bg1"/>
              </a:solidFill>
            </a:endParaRPr>
          </a:p>
          <a:p>
            <a:pPr marL="171450" indent="-171450">
              <a:spcAft>
                <a:spcPts val="600"/>
              </a:spcAft>
              <a:buFont typeface="Arial" panose="020B0604020202020204" pitchFamily="34" charset="0"/>
              <a:buChar char="•"/>
            </a:pPr>
            <a:r>
              <a:rPr lang="en-US" sz="1050" dirty="0">
                <a:solidFill>
                  <a:schemeClr val="bg1"/>
                </a:solidFill>
              </a:rPr>
              <a:t>Small (1–50)</a:t>
            </a:r>
          </a:p>
          <a:p>
            <a:pPr marL="171450" indent="-171450">
              <a:spcAft>
                <a:spcPts val="600"/>
              </a:spcAft>
              <a:buFont typeface="Arial" panose="020B0604020202020204" pitchFamily="34" charset="0"/>
              <a:buChar char="•"/>
            </a:pPr>
            <a:r>
              <a:rPr lang="en-US" sz="1050" dirty="0">
                <a:solidFill>
                  <a:schemeClr val="bg1"/>
                </a:solidFill>
              </a:rPr>
              <a:t>Mid (51–500)</a:t>
            </a:r>
          </a:p>
          <a:p>
            <a:pPr marL="171450" indent="-171450">
              <a:spcAft>
                <a:spcPts val="600"/>
              </a:spcAft>
              <a:buFont typeface="Arial" panose="020B0604020202020204" pitchFamily="34" charset="0"/>
              <a:buChar char="•"/>
            </a:pPr>
            <a:r>
              <a:rPr lang="en-US" sz="1050" dirty="0">
                <a:solidFill>
                  <a:schemeClr val="bg1"/>
                </a:solidFill>
              </a:rPr>
              <a:t>Large (500+)</a:t>
            </a:r>
          </a:p>
          <a:p>
            <a:pPr marL="171450" indent="-171450">
              <a:spcAft>
                <a:spcPts val="600"/>
              </a:spcAft>
              <a:buFont typeface="Arial" panose="020B0604020202020204" pitchFamily="34" charset="0"/>
              <a:buChar char="•"/>
            </a:pPr>
            <a:r>
              <a:rPr lang="en-US" sz="1050" dirty="0">
                <a:solidFill>
                  <a:schemeClr val="bg1"/>
                </a:solidFill>
              </a:rPr>
              <a:t>Enterprise (5,000+)</a:t>
            </a:r>
          </a:p>
        </p:txBody>
      </p:sp>
      <p:sp>
        <p:nvSpPr>
          <p:cNvPr id="4" name="TextBox 3">
            <a:extLst>
              <a:ext uri="{FF2B5EF4-FFF2-40B4-BE49-F238E27FC236}">
                <a16:creationId xmlns:a16="http://schemas.microsoft.com/office/drawing/2014/main" id="{CBEA753A-5A1A-478B-2443-03CA206E88F5}"/>
              </a:ext>
            </a:extLst>
          </p:cNvPr>
          <p:cNvSpPr txBox="1"/>
          <p:nvPr/>
        </p:nvSpPr>
        <p:spPr>
          <a:xfrm>
            <a:off x="4545050" y="3587074"/>
            <a:ext cx="437940" cy="215444"/>
          </a:xfrm>
          <a:prstGeom prst="rect">
            <a:avLst/>
          </a:prstGeom>
          <a:noFill/>
        </p:spPr>
        <p:txBody>
          <a:bodyPr wrap="none" rtlCol="0">
            <a:spAutoFit/>
          </a:bodyPr>
          <a:lstStyle/>
          <a:p>
            <a:pPr algn="r"/>
            <a:r>
              <a:rPr lang="en-US" sz="800" dirty="0">
                <a:solidFill>
                  <a:schemeClr val="tx1">
                    <a:lumMod val="50000"/>
                    <a:lumOff val="50000"/>
                  </a:schemeClr>
                </a:solidFill>
              </a:rPr>
              <a:t>03/08</a:t>
            </a:r>
            <a:endParaRPr lang="en-IN" sz="800" dirty="0">
              <a:solidFill>
                <a:schemeClr val="tx1">
                  <a:lumMod val="50000"/>
                  <a:lumOff val="50000"/>
                </a:schemeClr>
              </a:solidFill>
            </a:endParaRPr>
          </a:p>
        </p:txBody>
      </p:sp>
      <p:grpSp>
        <p:nvGrpSpPr>
          <p:cNvPr id="15" name="Group 14">
            <a:extLst>
              <a:ext uri="{FF2B5EF4-FFF2-40B4-BE49-F238E27FC236}">
                <a16:creationId xmlns:a16="http://schemas.microsoft.com/office/drawing/2014/main" id="{1A5067F2-6FDC-E52E-5E97-6E0A1CE7A0A0}"/>
              </a:ext>
            </a:extLst>
          </p:cNvPr>
          <p:cNvGrpSpPr/>
          <p:nvPr/>
        </p:nvGrpSpPr>
        <p:grpSpPr>
          <a:xfrm>
            <a:off x="4545050" y="1437267"/>
            <a:ext cx="1403256" cy="80550"/>
            <a:chOff x="4545050" y="1437267"/>
            <a:chExt cx="1403256" cy="80550"/>
          </a:xfrm>
        </p:grpSpPr>
        <p:sp>
          <p:nvSpPr>
            <p:cNvPr id="16" name="Rectangle: Rounded Corners 15">
              <a:extLst>
                <a:ext uri="{FF2B5EF4-FFF2-40B4-BE49-F238E27FC236}">
                  <a16:creationId xmlns:a16="http://schemas.microsoft.com/office/drawing/2014/main" id="{6EC321A9-1E79-A491-DDB1-069D23B2ACAA}"/>
                </a:ext>
              </a:extLst>
            </p:cNvPr>
            <p:cNvSpPr/>
            <p:nvPr/>
          </p:nvSpPr>
          <p:spPr>
            <a:xfrm>
              <a:off x="4545050" y="1437267"/>
              <a:ext cx="267849" cy="75791"/>
            </a:xfrm>
            <a:prstGeom prst="roundRect">
              <a:avLst>
                <a:gd name="adj" fmla="val 14001"/>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07AAAC37-80C9-FDA9-4888-CA9BD6F5BF6C}"/>
                </a:ext>
              </a:extLst>
            </p:cNvPr>
            <p:cNvSpPr/>
            <p:nvPr/>
          </p:nvSpPr>
          <p:spPr>
            <a:xfrm>
              <a:off x="4829743"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D48EE8E0-A1A3-AF0B-44AF-6B6353A0A44F}"/>
                </a:ext>
              </a:extLst>
            </p:cNvPr>
            <p:cNvSpPr/>
            <p:nvPr/>
          </p:nvSpPr>
          <p:spPr>
            <a:xfrm>
              <a:off x="5114436"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B356C6B1-7A9E-124B-21C6-2BBE9D166211}"/>
                </a:ext>
              </a:extLst>
            </p:cNvPr>
            <p:cNvSpPr/>
            <p:nvPr/>
          </p:nvSpPr>
          <p:spPr>
            <a:xfrm>
              <a:off x="5395764" y="1437267"/>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983EA759-7CC0-9C04-BEAE-97792ACBE397}"/>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TextBox 1">
            <a:extLst>
              <a:ext uri="{FF2B5EF4-FFF2-40B4-BE49-F238E27FC236}">
                <a16:creationId xmlns:a16="http://schemas.microsoft.com/office/drawing/2014/main" id="{322D5A72-A25B-BE3F-DF8C-2D8A3C242858}"/>
              </a:ext>
            </a:extLst>
          </p:cNvPr>
          <p:cNvSpPr txBox="1"/>
          <p:nvPr/>
        </p:nvSpPr>
        <p:spPr>
          <a:xfrm>
            <a:off x="754146" y="3667904"/>
            <a:ext cx="2288684" cy="507831"/>
          </a:xfrm>
          <a:prstGeom prst="rect">
            <a:avLst/>
          </a:prstGeom>
          <a:noFill/>
        </p:spPr>
        <p:txBody>
          <a:bodyPr wrap="square" rtlCol="0">
            <a:spAutoFit/>
          </a:bodyPr>
          <a:lstStyle/>
          <a:p>
            <a:pPr algn="r"/>
            <a:r>
              <a:rPr lang="en-US" sz="900" dirty="0">
                <a:solidFill>
                  <a:schemeClr val="bg1">
                    <a:lumMod val="65000"/>
                  </a:schemeClr>
                </a:solidFill>
              </a:rPr>
              <a:t>This is an optional screen. Few validation may require, few may not. Hawksyn will follow the taxonomy and run accordingly.</a:t>
            </a:r>
            <a:endParaRPr lang="en-IN" sz="900" dirty="0">
              <a:solidFill>
                <a:schemeClr val="bg1">
                  <a:lumMod val="65000"/>
                </a:schemeClr>
              </a:solidFill>
            </a:endParaRPr>
          </a:p>
        </p:txBody>
      </p:sp>
      <p:cxnSp>
        <p:nvCxnSpPr>
          <p:cNvPr id="7" name="Connector: Elbow 6">
            <a:extLst>
              <a:ext uri="{FF2B5EF4-FFF2-40B4-BE49-F238E27FC236}">
                <a16:creationId xmlns:a16="http://schemas.microsoft.com/office/drawing/2014/main" id="{DFACEF87-39DD-FB8C-382C-47C43725E0BA}"/>
              </a:ext>
            </a:extLst>
          </p:cNvPr>
          <p:cNvCxnSpPr>
            <a:cxnSpLocks/>
            <a:stCxn id="2" idx="3"/>
          </p:cNvCxnSpPr>
          <p:nvPr/>
        </p:nvCxnSpPr>
        <p:spPr>
          <a:xfrm flipV="1">
            <a:off x="3042830" y="3561142"/>
            <a:ext cx="1041876" cy="36067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450F29FA-F2E1-786C-8DF7-45BC7BABE822}"/>
              </a:ext>
            </a:extLst>
          </p:cNvPr>
          <p:cNvSpPr txBox="1"/>
          <p:nvPr/>
        </p:nvSpPr>
        <p:spPr>
          <a:xfrm>
            <a:off x="9096119" y="996109"/>
            <a:ext cx="2288684" cy="507831"/>
          </a:xfrm>
          <a:prstGeom prst="rect">
            <a:avLst/>
          </a:prstGeom>
          <a:noFill/>
        </p:spPr>
        <p:txBody>
          <a:bodyPr wrap="square" rtlCol="0">
            <a:spAutoFit/>
          </a:bodyPr>
          <a:lstStyle/>
          <a:p>
            <a:r>
              <a:rPr lang="en-US" sz="900" dirty="0">
                <a:solidFill>
                  <a:schemeClr val="bg1">
                    <a:lumMod val="65000"/>
                  </a:schemeClr>
                </a:solidFill>
              </a:rPr>
              <a:t>These are the questions which will be asked when mandatory data required from CV not available.</a:t>
            </a:r>
            <a:endParaRPr lang="en-IN" sz="900" dirty="0">
              <a:solidFill>
                <a:schemeClr val="bg1">
                  <a:lumMod val="65000"/>
                </a:schemeClr>
              </a:solidFill>
            </a:endParaRPr>
          </a:p>
        </p:txBody>
      </p:sp>
      <p:cxnSp>
        <p:nvCxnSpPr>
          <p:cNvPr id="11" name="Connector: Elbow 10">
            <a:extLst>
              <a:ext uri="{FF2B5EF4-FFF2-40B4-BE49-F238E27FC236}">
                <a16:creationId xmlns:a16="http://schemas.microsoft.com/office/drawing/2014/main" id="{460B8FA7-EACA-C1CE-7567-0133103056B1}"/>
              </a:ext>
            </a:extLst>
          </p:cNvPr>
          <p:cNvCxnSpPr>
            <a:cxnSpLocks/>
            <a:stCxn id="10" idx="1"/>
          </p:cNvCxnSpPr>
          <p:nvPr/>
        </p:nvCxnSpPr>
        <p:spPr>
          <a:xfrm rot="10800000" flipV="1">
            <a:off x="7890779" y="1250025"/>
            <a:ext cx="1205341" cy="669412"/>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99438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6E534-3050-9EAD-9395-F4DD1E8398CC}"/>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3CDB6994-874A-12D4-D8EC-A6EAAA0F3946}"/>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A3E90B25-377D-765E-3CF1-4BB9D8195731}"/>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9EA6DAEC-37BC-A7FB-890C-98A8C08E9C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BB2EEE7A-DA1E-8CEE-A90B-263FE2F8A86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54B641E0-A471-CF36-C717-CE26C2CB14B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F35E7E98-C35E-F884-6701-CA78344D5C36}"/>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DF2FA6A9-E631-69D4-CDC0-EEF5E1EDDCCB}"/>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3A3E2A1F-69EA-AF50-55C3-78C2C117D7E1}"/>
              </a:ext>
            </a:extLst>
          </p:cNvPr>
          <p:cNvSpPr/>
          <p:nvPr/>
        </p:nvSpPr>
        <p:spPr>
          <a:xfrm>
            <a:off x="5416020" y="5613598"/>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a:t>
            </a:r>
            <a:endParaRPr lang="en-IN" sz="1000" dirty="0"/>
          </a:p>
        </p:txBody>
      </p:sp>
      <p:grpSp>
        <p:nvGrpSpPr>
          <p:cNvPr id="17" name="Group 16">
            <a:extLst>
              <a:ext uri="{FF2B5EF4-FFF2-40B4-BE49-F238E27FC236}">
                <a16:creationId xmlns:a16="http://schemas.microsoft.com/office/drawing/2014/main" id="{8A24ABB7-34D7-91B1-369B-8E283FF58D78}"/>
              </a:ext>
            </a:extLst>
          </p:cNvPr>
          <p:cNvGrpSpPr/>
          <p:nvPr/>
        </p:nvGrpSpPr>
        <p:grpSpPr>
          <a:xfrm>
            <a:off x="6706414" y="1349079"/>
            <a:ext cx="711376" cy="215444"/>
            <a:chOff x="6706414" y="1349079"/>
            <a:chExt cx="711376" cy="215444"/>
          </a:xfrm>
        </p:grpSpPr>
        <p:sp>
          <p:nvSpPr>
            <p:cNvPr id="18" name="TextBox 17">
              <a:extLst>
                <a:ext uri="{FF2B5EF4-FFF2-40B4-BE49-F238E27FC236}">
                  <a16:creationId xmlns:a16="http://schemas.microsoft.com/office/drawing/2014/main" id="{ECD5AE17-DBA7-10FF-DF8B-8DE991CB44DD}"/>
                </a:ext>
              </a:extLst>
            </p:cNvPr>
            <p:cNvSpPr txBox="1"/>
            <p:nvPr/>
          </p:nvSpPr>
          <p:spPr>
            <a:xfrm>
              <a:off x="6848403" y="1349079"/>
              <a:ext cx="569387" cy="215444"/>
            </a:xfrm>
            <a:prstGeom prst="rect">
              <a:avLst/>
            </a:prstGeom>
            <a:noFill/>
          </p:spPr>
          <p:txBody>
            <a:bodyPr wrap="none" rtlCol="0">
              <a:spAutoFit/>
            </a:bodyPr>
            <a:lstStyle/>
            <a:p>
              <a:r>
                <a:rPr lang="en-US" sz="800" dirty="0">
                  <a:solidFill>
                    <a:schemeClr val="tx1">
                      <a:lumMod val="50000"/>
                      <a:lumOff val="50000"/>
                    </a:schemeClr>
                  </a:solidFill>
                </a:rPr>
                <a:t>00:02:15</a:t>
              </a:r>
              <a:endParaRPr lang="en-IN" sz="800" dirty="0">
                <a:solidFill>
                  <a:schemeClr val="tx1">
                    <a:lumMod val="50000"/>
                    <a:lumOff val="50000"/>
                  </a:schemeClr>
                </a:solidFill>
              </a:endParaRPr>
            </a:p>
          </p:txBody>
        </p:sp>
        <p:pic>
          <p:nvPicPr>
            <p:cNvPr id="19" name="Graphic 18" descr="Stopwatch with solid fill">
              <a:extLst>
                <a:ext uri="{FF2B5EF4-FFF2-40B4-BE49-F238E27FC236}">
                  <a16:creationId xmlns:a16="http://schemas.microsoft.com/office/drawing/2014/main" id="{5A330E40-BBD0-C9F6-453B-CE45730812C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grpSp>
        <p:nvGrpSpPr>
          <p:cNvPr id="14" name="Group 13">
            <a:extLst>
              <a:ext uri="{FF2B5EF4-FFF2-40B4-BE49-F238E27FC236}">
                <a16:creationId xmlns:a16="http://schemas.microsoft.com/office/drawing/2014/main" id="{D254FDBF-3938-2E98-60DF-7C5AEFFE0EEF}"/>
              </a:ext>
            </a:extLst>
          </p:cNvPr>
          <p:cNvGrpSpPr/>
          <p:nvPr/>
        </p:nvGrpSpPr>
        <p:grpSpPr>
          <a:xfrm>
            <a:off x="4545050" y="1437267"/>
            <a:ext cx="1403256" cy="80550"/>
            <a:chOff x="4545050" y="1437267"/>
            <a:chExt cx="1403256" cy="80550"/>
          </a:xfrm>
        </p:grpSpPr>
        <p:sp>
          <p:nvSpPr>
            <p:cNvPr id="15" name="Rectangle: Rounded Corners 14">
              <a:extLst>
                <a:ext uri="{FF2B5EF4-FFF2-40B4-BE49-F238E27FC236}">
                  <a16:creationId xmlns:a16="http://schemas.microsoft.com/office/drawing/2014/main" id="{F8DC9E1D-728F-3FA9-8253-09193BF6F199}"/>
                </a:ext>
              </a:extLst>
            </p:cNvPr>
            <p:cNvSpPr/>
            <p:nvPr/>
          </p:nvSpPr>
          <p:spPr>
            <a:xfrm>
              <a:off x="4545050" y="1437267"/>
              <a:ext cx="267849" cy="75791"/>
            </a:xfrm>
            <a:prstGeom prst="roundRect">
              <a:avLst>
                <a:gd name="adj" fmla="val 14001"/>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F30E398E-B370-E327-9260-A934BAAEC801}"/>
                </a:ext>
              </a:extLst>
            </p:cNvPr>
            <p:cNvSpPr/>
            <p:nvPr/>
          </p:nvSpPr>
          <p:spPr>
            <a:xfrm>
              <a:off x="4829743"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11D41932-D388-F26A-6140-A80A8DE59145}"/>
                </a:ext>
              </a:extLst>
            </p:cNvPr>
            <p:cNvSpPr/>
            <p:nvPr/>
          </p:nvSpPr>
          <p:spPr>
            <a:xfrm>
              <a:off x="5114436"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77D9394C-EAC1-48BC-6299-075CC72D253F}"/>
                </a:ext>
              </a:extLst>
            </p:cNvPr>
            <p:cNvSpPr/>
            <p:nvPr/>
          </p:nvSpPr>
          <p:spPr>
            <a:xfrm>
              <a:off x="5395764" y="1437267"/>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783FFD2E-7C00-2E83-40F4-E7D46BD444BE}"/>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TextBox 1">
            <a:extLst>
              <a:ext uri="{FF2B5EF4-FFF2-40B4-BE49-F238E27FC236}">
                <a16:creationId xmlns:a16="http://schemas.microsoft.com/office/drawing/2014/main" id="{C382C5D0-4485-8059-4B41-F934A1B7D1CA}"/>
              </a:ext>
            </a:extLst>
          </p:cNvPr>
          <p:cNvSpPr txBox="1"/>
          <p:nvPr/>
        </p:nvSpPr>
        <p:spPr>
          <a:xfrm>
            <a:off x="754146" y="3667904"/>
            <a:ext cx="2288684" cy="369332"/>
          </a:xfrm>
          <a:prstGeom prst="rect">
            <a:avLst/>
          </a:prstGeom>
          <a:noFill/>
        </p:spPr>
        <p:txBody>
          <a:bodyPr wrap="square" rtlCol="0">
            <a:spAutoFit/>
          </a:bodyPr>
          <a:lstStyle/>
          <a:p>
            <a:pPr algn="r"/>
            <a:r>
              <a:rPr lang="en-US" sz="900" dirty="0">
                <a:solidFill>
                  <a:schemeClr val="bg1">
                    <a:lumMod val="65000"/>
                  </a:schemeClr>
                </a:solidFill>
              </a:rPr>
              <a:t>After any input hawksyn will re-validate with user before moving ahead.</a:t>
            </a:r>
            <a:endParaRPr lang="en-IN" sz="900" dirty="0">
              <a:solidFill>
                <a:schemeClr val="bg1">
                  <a:lumMod val="65000"/>
                </a:schemeClr>
              </a:solidFill>
            </a:endParaRPr>
          </a:p>
        </p:txBody>
      </p:sp>
      <p:cxnSp>
        <p:nvCxnSpPr>
          <p:cNvPr id="3" name="Connector: Elbow 2">
            <a:extLst>
              <a:ext uri="{FF2B5EF4-FFF2-40B4-BE49-F238E27FC236}">
                <a16:creationId xmlns:a16="http://schemas.microsoft.com/office/drawing/2014/main" id="{7C5AAE88-3E84-FC13-FE3D-24F55B5B8ECC}"/>
              </a:ext>
            </a:extLst>
          </p:cNvPr>
          <p:cNvCxnSpPr>
            <a:cxnSpLocks/>
            <a:stCxn id="2" idx="3"/>
          </p:cNvCxnSpPr>
          <p:nvPr/>
        </p:nvCxnSpPr>
        <p:spPr>
          <a:xfrm flipV="1">
            <a:off x="3042830" y="3561142"/>
            <a:ext cx="1041876" cy="29142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3790D441-BDD7-23EB-EA75-1E1271D2F10A}"/>
              </a:ext>
            </a:extLst>
          </p:cNvPr>
          <p:cNvGrpSpPr/>
          <p:nvPr/>
        </p:nvGrpSpPr>
        <p:grpSpPr>
          <a:xfrm>
            <a:off x="4505539" y="1732960"/>
            <a:ext cx="2912251" cy="3527158"/>
            <a:chOff x="4505539" y="1639441"/>
            <a:chExt cx="2912251" cy="3527158"/>
          </a:xfrm>
        </p:grpSpPr>
        <p:sp>
          <p:nvSpPr>
            <p:cNvPr id="6" name="Rectangle: Rounded Corners 5">
              <a:extLst>
                <a:ext uri="{FF2B5EF4-FFF2-40B4-BE49-F238E27FC236}">
                  <a16:creationId xmlns:a16="http://schemas.microsoft.com/office/drawing/2014/main" id="{5FF621EB-E1B4-3190-E256-3FFE32E166A2}"/>
                </a:ext>
              </a:extLst>
            </p:cNvPr>
            <p:cNvSpPr/>
            <p:nvPr/>
          </p:nvSpPr>
          <p:spPr>
            <a:xfrm>
              <a:off x="4505539" y="1639441"/>
              <a:ext cx="2912251" cy="3527158"/>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7" name="Rectangle: Rounded Corners 6">
              <a:extLst>
                <a:ext uri="{FF2B5EF4-FFF2-40B4-BE49-F238E27FC236}">
                  <a16:creationId xmlns:a16="http://schemas.microsoft.com/office/drawing/2014/main" id="{7C405C5E-FCAC-D24E-86C2-99FD7778D1A9}"/>
                </a:ext>
              </a:extLst>
            </p:cNvPr>
            <p:cNvSpPr/>
            <p:nvPr/>
          </p:nvSpPr>
          <p:spPr>
            <a:xfrm>
              <a:off x="4546025" y="1691398"/>
              <a:ext cx="2807345" cy="2703958"/>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8" name="TextBox 7">
              <a:extLst>
                <a:ext uri="{FF2B5EF4-FFF2-40B4-BE49-F238E27FC236}">
                  <a16:creationId xmlns:a16="http://schemas.microsoft.com/office/drawing/2014/main" id="{D5BC7543-0D2A-AF5B-BD4E-5A2033A5B686}"/>
                </a:ext>
              </a:extLst>
            </p:cNvPr>
            <p:cNvSpPr txBox="1"/>
            <p:nvPr/>
          </p:nvSpPr>
          <p:spPr>
            <a:xfrm>
              <a:off x="4610100" y="1809030"/>
              <a:ext cx="2679405" cy="2400657"/>
            </a:xfrm>
            <a:prstGeom prst="rect">
              <a:avLst/>
            </a:prstGeom>
            <a:noFill/>
          </p:spPr>
          <p:txBody>
            <a:bodyPr wrap="square" rtlCol="0">
              <a:spAutoFit/>
            </a:bodyPr>
            <a:lstStyle/>
            <a:p>
              <a:r>
                <a:rPr lang="en-US" sz="1050" b="1" dirty="0">
                  <a:solidFill>
                    <a:schemeClr val="bg1">
                      <a:lumMod val="95000"/>
                    </a:schemeClr>
                  </a:solidFill>
                </a:rPr>
                <a:t>Confirm your inputs:</a:t>
              </a:r>
            </a:p>
            <a:p>
              <a:r>
                <a:rPr lang="en-US" sz="900" dirty="0">
                  <a:solidFill>
                    <a:schemeClr val="bg2">
                      <a:lumMod val="50000"/>
                    </a:schemeClr>
                  </a:solidFill>
                </a:rPr>
                <a:t>(You can edit anything)</a:t>
              </a:r>
            </a:p>
            <a:p>
              <a:endParaRPr lang="en-US" sz="1050" dirty="0">
                <a:solidFill>
                  <a:schemeClr val="bg1">
                    <a:lumMod val="95000"/>
                  </a:schemeClr>
                </a:solidFill>
              </a:endParaRPr>
            </a:p>
            <a:p>
              <a:r>
                <a:rPr lang="en-US" sz="900" b="1" dirty="0">
                  <a:solidFill>
                    <a:schemeClr val="bg1">
                      <a:lumMod val="95000"/>
                    </a:schemeClr>
                  </a:solidFill>
                </a:rPr>
                <a:t>Q1</a:t>
              </a:r>
            </a:p>
            <a:p>
              <a:endParaRPr lang="en-US" sz="1050" dirty="0">
                <a:solidFill>
                  <a:schemeClr val="bg1">
                    <a:lumMod val="95000"/>
                  </a:schemeClr>
                </a:solidFill>
              </a:endParaRPr>
            </a:p>
            <a:p>
              <a:endParaRPr lang="en-US" sz="1050" dirty="0">
                <a:solidFill>
                  <a:schemeClr val="bg1">
                    <a:lumMod val="95000"/>
                  </a:schemeClr>
                </a:solidFill>
              </a:endParaRPr>
            </a:p>
            <a:p>
              <a:r>
                <a:rPr lang="en-US" sz="900" b="1" dirty="0">
                  <a:solidFill>
                    <a:schemeClr val="bg1">
                      <a:lumMod val="95000"/>
                    </a:schemeClr>
                  </a:solidFill>
                </a:rPr>
                <a:t>Q2</a:t>
              </a: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900" b="1" dirty="0">
                <a:solidFill>
                  <a:schemeClr val="bg1">
                    <a:lumMod val="95000"/>
                  </a:schemeClr>
                </a:solidFill>
              </a:endParaRPr>
            </a:p>
            <a:p>
              <a:r>
                <a:rPr lang="en-US" sz="900" b="1" dirty="0">
                  <a:solidFill>
                    <a:schemeClr val="bg1">
                      <a:lumMod val="95000"/>
                    </a:schemeClr>
                  </a:solidFill>
                </a:rPr>
                <a:t>Q3</a:t>
              </a:r>
            </a:p>
          </p:txBody>
        </p:sp>
        <p:grpSp>
          <p:nvGrpSpPr>
            <p:cNvPr id="9" name="Group 8">
              <a:extLst>
                <a:ext uri="{FF2B5EF4-FFF2-40B4-BE49-F238E27FC236}">
                  <a16:creationId xmlns:a16="http://schemas.microsoft.com/office/drawing/2014/main" id="{D106F51F-B6F8-0E5B-B7EF-F70D3E704984}"/>
                </a:ext>
              </a:extLst>
            </p:cNvPr>
            <p:cNvGrpSpPr/>
            <p:nvPr/>
          </p:nvGrpSpPr>
          <p:grpSpPr>
            <a:xfrm>
              <a:off x="7118588" y="1809030"/>
              <a:ext cx="135233" cy="131253"/>
              <a:chOff x="7215685" y="2769327"/>
              <a:chExt cx="135233" cy="131253"/>
            </a:xfrm>
          </p:grpSpPr>
          <p:sp>
            <p:nvSpPr>
              <p:cNvPr id="27" name="Flowchart: Connector 26">
                <a:extLst>
                  <a:ext uri="{FF2B5EF4-FFF2-40B4-BE49-F238E27FC236}">
                    <a16:creationId xmlns:a16="http://schemas.microsoft.com/office/drawing/2014/main" id="{F4E6828D-2280-636A-2C39-E1639770C016}"/>
                  </a:ext>
                </a:extLst>
              </p:cNvPr>
              <p:cNvSpPr/>
              <p:nvPr/>
            </p:nvSpPr>
            <p:spPr>
              <a:xfrm>
                <a:off x="7215685" y="2769327"/>
                <a:ext cx="135233" cy="131253"/>
              </a:xfrm>
              <a:prstGeom prst="flowChartConnector">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8" name="Graphic 27" descr="Pencil with solid fill">
                <a:extLst>
                  <a:ext uri="{FF2B5EF4-FFF2-40B4-BE49-F238E27FC236}">
                    <a16:creationId xmlns:a16="http://schemas.microsoft.com/office/drawing/2014/main" id="{8C3B4AD1-8E60-3173-6223-E9E4708659E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34565" y="2786217"/>
                <a:ext cx="97472" cy="97472"/>
              </a:xfrm>
              <a:prstGeom prst="rect">
                <a:avLst/>
              </a:prstGeom>
            </p:spPr>
          </p:pic>
        </p:grpSp>
        <p:sp>
          <p:nvSpPr>
            <p:cNvPr id="10" name="Rectangle: Rounded Corners 9">
              <a:extLst>
                <a:ext uri="{FF2B5EF4-FFF2-40B4-BE49-F238E27FC236}">
                  <a16:creationId xmlns:a16="http://schemas.microsoft.com/office/drawing/2014/main" id="{B51D3368-D42F-FA17-44E6-6BF097CBC832}"/>
                </a:ext>
              </a:extLst>
            </p:cNvPr>
            <p:cNvSpPr/>
            <p:nvPr/>
          </p:nvSpPr>
          <p:spPr>
            <a:xfrm>
              <a:off x="4718134" y="2535917"/>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11" name="Rectangle: Rounded Corners 10">
              <a:extLst>
                <a:ext uri="{FF2B5EF4-FFF2-40B4-BE49-F238E27FC236}">
                  <a16:creationId xmlns:a16="http://schemas.microsoft.com/office/drawing/2014/main" id="{966FABA0-44E8-AE0D-257F-598CA265D3EF}"/>
                </a:ext>
              </a:extLst>
            </p:cNvPr>
            <p:cNvSpPr/>
            <p:nvPr/>
          </p:nvSpPr>
          <p:spPr>
            <a:xfrm>
              <a:off x="4718134" y="2986138"/>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13" name="Rectangle: Rounded Corners 12">
              <a:extLst>
                <a:ext uri="{FF2B5EF4-FFF2-40B4-BE49-F238E27FC236}">
                  <a16:creationId xmlns:a16="http://schemas.microsoft.com/office/drawing/2014/main" id="{EA6A0AF2-E81C-C2D7-C323-37BA522EB09A}"/>
                </a:ext>
              </a:extLst>
            </p:cNvPr>
            <p:cNvSpPr/>
            <p:nvPr/>
          </p:nvSpPr>
          <p:spPr>
            <a:xfrm>
              <a:off x="4718134" y="3218132"/>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23" name="Rectangle: Rounded Corners 22">
              <a:extLst>
                <a:ext uri="{FF2B5EF4-FFF2-40B4-BE49-F238E27FC236}">
                  <a16:creationId xmlns:a16="http://schemas.microsoft.com/office/drawing/2014/main" id="{216D1B86-D49B-A922-238A-8C3CA0ECF727}"/>
                </a:ext>
              </a:extLst>
            </p:cNvPr>
            <p:cNvSpPr/>
            <p:nvPr/>
          </p:nvSpPr>
          <p:spPr>
            <a:xfrm>
              <a:off x="4718134" y="3462703"/>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24" name="Rectangle: Rounded Corners 23">
              <a:extLst>
                <a:ext uri="{FF2B5EF4-FFF2-40B4-BE49-F238E27FC236}">
                  <a16:creationId xmlns:a16="http://schemas.microsoft.com/office/drawing/2014/main" id="{CB89A11B-AFDC-2111-A78E-889F0983B8C4}"/>
                </a:ext>
              </a:extLst>
            </p:cNvPr>
            <p:cNvSpPr/>
            <p:nvPr/>
          </p:nvSpPr>
          <p:spPr>
            <a:xfrm>
              <a:off x="4718134" y="3696543"/>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25" name="Rectangle: Rounded Corners 24">
              <a:extLst>
                <a:ext uri="{FF2B5EF4-FFF2-40B4-BE49-F238E27FC236}">
                  <a16:creationId xmlns:a16="http://schemas.microsoft.com/office/drawing/2014/main" id="{573C80B5-76F0-3C8F-9966-49A0D5DF0FE7}"/>
                </a:ext>
              </a:extLst>
            </p:cNvPr>
            <p:cNvSpPr/>
            <p:nvPr/>
          </p:nvSpPr>
          <p:spPr>
            <a:xfrm>
              <a:off x="4718134" y="4185411"/>
              <a:ext cx="2319284" cy="345024"/>
            </a:xfrm>
            <a:prstGeom prst="roundRect">
              <a:avLst>
                <a:gd name="adj" fmla="val 4147"/>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IN" sz="800" dirty="0">
                <a:solidFill>
                  <a:schemeClr val="bg1">
                    <a:lumMod val="65000"/>
                  </a:schemeClr>
                </a:solidFill>
              </a:endParaRPr>
            </a:p>
          </p:txBody>
        </p:sp>
        <p:sp>
          <p:nvSpPr>
            <p:cNvPr id="26" name="Rectangle: Rounded Corners 25">
              <a:extLst>
                <a:ext uri="{FF2B5EF4-FFF2-40B4-BE49-F238E27FC236}">
                  <a16:creationId xmlns:a16="http://schemas.microsoft.com/office/drawing/2014/main" id="{03A0C4FA-7B61-210E-1B9B-267B78C44CED}"/>
                </a:ext>
              </a:extLst>
            </p:cNvPr>
            <p:cNvSpPr/>
            <p:nvPr/>
          </p:nvSpPr>
          <p:spPr>
            <a:xfrm>
              <a:off x="4718134" y="4591550"/>
              <a:ext cx="2319284" cy="345024"/>
            </a:xfrm>
            <a:prstGeom prst="roundRect">
              <a:avLst>
                <a:gd name="adj" fmla="val 4147"/>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IN" sz="800" dirty="0">
                <a:solidFill>
                  <a:schemeClr val="bg1">
                    <a:lumMod val="65000"/>
                  </a:schemeClr>
                </a:solidFill>
              </a:endParaRPr>
            </a:p>
          </p:txBody>
        </p:sp>
      </p:grpSp>
      <p:sp>
        <p:nvSpPr>
          <p:cNvPr id="29" name="TextBox 28">
            <a:extLst>
              <a:ext uri="{FF2B5EF4-FFF2-40B4-BE49-F238E27FC236}">
                <a16:creationId xmlns:a16="http://schemas.microsoft.com/office/drawing/2014/main" id="{8888D3E1-2FA8-B89C-8622-4FF3CD4919A7}"/>
              </a:ext>
            </a:extLst>
          </p:cNvPr>
          <p:cNvSpPr txBox="1"/>
          <p:nvPr/>
        </p:nvSpPr>
        <p:spPr>
          <a:xfrm>
            <a:off x="9096119" y="996109"/>
            <a:ext cx="2288684" cy="230832"/>
          </a:xfrm>
          <a:prstGeom prst="rect">
            <a:avLst/>
          </a:prstGeom>
          <a:noFill/>
        </p:spPr>
        <p:txBody>
          <a:bodyPr wrap="square" rtlCol="0">
            <a:spAutoFit/>
          </a:bodyPr>
          <a:lstStyle/>
          <a:p>
            <a:r>
              <a:rPr lang="en-US" sz="900" dirty="0">
                <a:solidFill>
                  <a:schemeClr val="bg1">
                    <a:lumMod val="65000"/>
                  </a:schemeClr>
                </a:solidFill>
              </a:rPr>
              <a:t>User can able to edit the inputs.</a:t>
            </a:r>
            <a:endParaRPr lang="en-IN" sz="900" dirty="0">
              <a:solidFill>
                <a:schemeClr val="bg1">
                  <a:lumMod val="65000"/>
                </a:schemeClr>
              </a:solidFill>
            </a:endParaRPr>
          </a:p>
        </p:txBody>
      </p:sp>
      <p:cxnSp>
        <p:nvCxnSpPr>
          <p:cNvPr id="34" name="Connector: Elbow 33">
            <a:extLst>
              <a:ext uri="{FF2B5EF4-FFF2-40B4-BE49-F238E27FC236}">
                <a16:creationId xmlns:a16="http://schemas.microsoft.com/office/drawing/2014/main" id="{D7443B82-9475-6711-3E72-BA8AD0312832}"/>
              </a:ext>
            </a:extLst>
          </p:cNvPr>
          <p:cNvCxnSpPr>
            <a:cxnSpLocks/>
            <a:stCxn id="29" idx="1"/>
          </p:cNvCxnSpPr>
          <p:nvPr/>
        </p:nvCxnSpPr>
        <p:spPr>
          <a:xfrm rot="10800000" flipV="1">
            <a:off x="7890775" y="1111525"/>
            <a:ext cx="1205345" cy="807912"/>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5251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07CD-93D4-B69C-3342-81322C421A91}"/>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28A45F56-D160-CE1C-0B89-42626391C519}"/>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E7538FA4-57CD-795A-F913-76A6C11D69F9}"/>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403FAAA6-CDFD-8307-DDE4-06A8641FD4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4C847B7C-E172-5B51-9045-1E53CFF10F4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6ADCB6AD-9AD2-700D-C633-8651B3A6A38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BC89E074-8D6F-DEF7-DD14-3024309F1574}"/>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CAFAB6E7-7A15-6BBE-6D0C-6DDB8F04944E}"/>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D3221055-E0E1-BA97-0D63-E9C4C816404F}"/>
              </a:ext>
            </a:extLst>
          </p:cNvPr>
          <p:cNvSpPr/>
          <p:nvPr/>
        </p:nvSpPr>
        <p:spPr>
          <a:xfrm>
            <a:off x="6342484" y="5939264"/>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a:t>
            </a:r>
            <a:endParaRPr lang="en-IN" sz="1000" dirty="0"/>
          </a:p>
        </p:txBody>
      </p:sp>
      <p:grpSp>
        <p:nvGrpSpPr>
          <p:cNvPr id="17" name="Group 16">
            <a:extLst>
              <a:ext uri="{FF2B5EF4-FFF2-40B4-BE49-F238E27FC236}">
                <a16:creationId xmlns:a16="http://schemas.microsoft.com/office/drawing/2014/main" id="{1A8D2836-AE29-F8C3-9874-80F112E5450D}"/>
              </a:ext>
            </a:extLst>
          </p:cNvPr>
          <p:cNvGrpSpPr/>
          <p:nvPr/>
        </p:nvGrpSpPr>
        <p:grpSpPr>
          <a:xfrm>
            <a:off x="6706414" y="1349079"/>
            <a:ext cx="711376" cy="215444"/>
            <a:chOff x="6706414" y="1349079"/>
            <a:chExt cx="711376" cy="215444"/>
          </a:xfrm>
        </p:grpSpPr>
        <p:sp>
          <p:nvSpPr>
            <p:cNvPr id="18" name="TextBox 17">
              <a:extLst>
                <a:ext uri="{FF2B5EF4-FFF2-40B4-BE49-F238E27FC236}">
                  <a16:creationId xmlns:a16="http://schemas.microsoft.com/office/drawing/2014/main" id="{668F0F0B-95FC-B103-87B5-F36E39AADA54}"/>
                </a:ext>
              </a:extLst>
            </p:cNvPr>
            <p:cNvSpPr txBox="1"/>
            <p:nvPr/>
          </p:nvSpPr>
          <p:spPr>
            <a:xfrm>
              <a:off x="6848403" y="1349079"/>
              <a:ext cx="569387" cy="215444"/>
            </a:xfrm>
            <a:prstGeom prst="rect">
              <a:avLst/>
            </a:prstGeom>
            <a:noFill/>
          </p:spPr>
          <p:txBody>
            <a:bodyPr wrap="none" rtlCol="0">
              <a:spAutoFit/>
            </a:bodyPr>
            <a:lstStyle/>
            <a:p>
              <a:r>
                <a:rPr lang="en-US" sz="800" dirty="0">
                  <a:solidFill>
                    <a:schemeClr val="tx1">
                      <a:lumMod val="50000"/>
                      <a:lumOff val="50000"/>
                    </a:schemeClr>
                  </a:solidFill>
                </a:rPr>
                <a:t>00:02:15</a:t>
              </a:r>
              <a:endParaRPr lang="en-IN" sz="800" dirty="0">
                <a:solidFill>
                  <a:schemeClr val="tx1">
                    <a:lumMod val="50000"/>
                    <a:lumOff val="50000"/>
                  </a:schemeClr>
                </a:solidFill>
              </a:endParaRPr>
            </a:p>
          </p:txBody>
        </p:sp>
        <p:pic>
          <p:nvPicPr>
            <p:cNvPr id="19" name="Graphic 18" descr="Stopwatch with solid fill">
              <a:extLst>
                <a:ext uri="{FF2B5EF4-FFF2-40B4-BE49-F238E27FC236}">
                  <a16:creationId xmlns:a16="http://schemas.microsoft.com/office/drawing/2014/main" id="{B939461E-57BA-D786-0945-2464E3BB437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grpSp>
        <p:nvGrpSpPr>
          <p:cNvPr id="14" name="Group 13">
            <a:extLst>
              <a:ext uri="{FF2B5EF4-FFF2-40B4-BE49-F238E27FC236}">
                <a16:creationId xmlns:a16="http://schemas.microsoft.com/office/drawing/2014/main" id="{83BDC61E-F33B-F778-2345-D6C443850C86}"/>
              </a:ext>
            </a:extLst>
          </p:cNvPr>
          <p:cNvGrpSpPr/>
          <p:nvPr/>
        </p:nvGrpSpPr>
        <p:grpSpPr>
          <a:xfrm>
            <a:off x="4545050" y="1437267"/>
            <a:ext cx="1403256" cy="80550"/>
            <a:chOff x="4545050" y="1437267"/>
            <a:chExt cx="1403256" cy="80550"/>
          </a:xfrm>
        </p:grpSpPr>
        <p:sp>
          <p:nvSpPr>
            <p:cNvPr id="15" name="Rectangle: Rounded Corners 14">
              <a:extLst>
                <a:ext uri="{FF2B5EF4-FFF2-40B4-BE49-F238E27FC236}">
                  <a16:creationId xmlns:a16="http://schemas.microsoft.com/office/drawing/2014/main" id="{C2F075B0-08E0-FFB4-864E-896ACD682225}"/>
                </a:ext>
              </a:extLst>
            </p:cNvPr>
            <p:cNvSpPr/>
            <p:nvPr/>
          </p:nvSpPr>
          <p:spPr>
            <a:xfrm>
              <a:off x="4545050" y="1437267"/>
              <a:ext cx="267849" cy="75791"/>
            </a:xfrm>
            <a:prstGeom prst="roundRect">
              <a:avLst>
                <a:gd name="adj" fmla="val 14001"/>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7C222FE4-4E6D-B701-10C9-62189694D556}"/>
                </a:ext>
              </a:extLst>
            </p:cNvPr>
            <p:cNvSpPr/>
            <p:nvPr/>
          </p:nvSpPr>
          <p:spPr>
            <a:xfrm>
              <a:off x="4829743"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469A9938-9195-EA7A-BD83-356D1C4DE029}"/>
                </a:ext>
              </a:extLst>
            </p:cNvPr>
            <p:cNvSpPr/>
            <p:nvPr/>
          </p:nvSpPr>
          <p:spPr>
            <a:xfrm>
              <a:off x="5114436"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EE1E80C8-B489-89EF-6F83-39FDCF7AB75F}"/>
                </a:ext>
              </a:extLst>
            </p:cNvPr>
            <p:cNvSpPr/>
            <p:nvPr/>
          </p:nvSpPr>
          <p:spPr>
            <a:xfrm>
              <a:off x="5395764" y="1437267"/>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945FB5FD-FAF7-20BD-2B8E-9F354DF12622}"/>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 name="TextBox 2">
            <a:extLst>
              <a:ext uri="{FF2B5EF4-FFF2-40B4-BE49-F238E27FC236}">
                <a16:creationId xmlns:a16="http://schemas.microsoft.com/office/drawing/2014/main" id="{EF2653B3-8550-7198-16CD-394F55C013A9}"/>
              </a:ext>
            </a:extLst>
          </p:cNvPr>
          <p:cNvSpPr txBox="1"/>
          <p:nvPr/>
        </p:nvSpPr>
        <p:spPr>
          <a:xfrm>
            <a:off x="4730433" y="1629900"/>
            <a:ext cx="2679405" cy="253916"/>
          </a:xfrm>
          <a:prstGeom prst="rect">
            <a:avLst/>
          </a:prstGeom>
          <a:noFill/>
        </p:spPr>
        <p:txBody>
          <a:bodyPr wrap="square" rtlCol="0">
            <a:spAutoFit/>
          </a:bodyPr>
          <a:lstStyle/>
          <a:p>
            <a:r>
              <a:rPr lang="en-US" sz="1050" b="1" dirty="0">
                <a:solidFill>
                  <a:srgbClr val="0070C0"/>
                </a:solidFill>
              </a:rPr>
              <a:t>You re-uploaded your CV successfully!</a:t>
            </a:r>
          </a:p>
        </p:txBody>
      </p:sp>
      <p:pic>
        <p:nvPicPr>
          <p:cNvPr id="6" name="Graphic 5" descr="Warning with solid fill">
            <a:extLst>
              <a:ext uri="{FF2B5EF4-FFF2-40B4-BE49-F238E27FC236}">
                <a16:creationId xmlns:a16="http://schemas.microsoft.com/office/drawing/2014/main" id="{C25EE334-4975-9ECA-504A-8647C07CF11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545050" y="1653863"/>
            <a:ext cx="174740" cy="174740"/>
          </a:xfrm>
          <a:prstGeom prst="rect">
            <a:avLst/>
          </a:prstGeom>
        </p:spPr>
      </p:pic>
      <p:sp>
        <p:nvSpPr>
          <p:cNvPr id="7" name="TextBox 6">
            <a:extLst>
              <a:ext uri="{FF2B5EF4-FFF2-40B4-BE49-F238E27FC236}">
                <a16:creationId xmlns:a16="http://schemas.microsoft.com/office/drawing/2014/main" id="{C49A4C19-7B46-27B8-E62B-E1DF668741ED}"/>
              </a:ext>
            </a:extLst>
          </p:cNvPr>
          <p:cNvSpPr txBox="1"/>
          <p:nvPr/>
        </p:nvSpPr>
        <p:spPr>
          <a:xfrm>
            <a:off x="4474678" y="1886899"/>
            <a:ext cx="2679405" cy="253916"/>
          </a:xfrm>
          <a:prstGeom prst="rect">
            <a:avLst/>
          </a:prstGeom>
          <a:noFill/>
        </p:spPr>
        <p:txBody>
          <a:bodyPr wrap="square" rtlCol="0">
            <a:spAutoFit/>
          </a:bodyPr>
          <a:lstStyle/>
          <a:p>
            <a:r>
              <a:rPr lang="en-US" sz="1050" b="1" dirty="0">
                <a:solidFill>
                  <a:schemeClr val="bg1"/>
                </a:solidFill>
              </a:rPr>
              <a:t>Your profile is modified and updated</a:t>
            </a:r>
          </a:p>
        </p:txBody>
      </p:sp>
      <p:sp>
        <p:nvSpPr>
          <p:cNvPr id="10" name="Rectangle: Rounded Corners 9">
            <a:extLst>
              <a:ext uri="{FF2B5EF4-FFF2-40B4-BE49-F238E27FC236}">
                <a16:creationId xmlns:a16="http://schemas.microsoft.com/office/drawing/2014/main" id="{0313A1D4-933D-2749-1AAB-0BAB0DAE4C7F}"/>
              </a:ext>
            </a:extLst>
          </p:cNvPr>
          <p:cNvSpPr/>
          <p:nvPr/>
        </p:nvSpPr>
        <p:spPr>
          <a:xfrm>
            <a:off x="4506027" y="5939264"/>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sym typeface="Wingdings" panose="05000000000000000000" pitchFamily="2" charset="2"/>
              </a:rPr>
              <a:t> Roll-Back</a:t>
            </a:r>
            <a:r>
              <a:rPr lang="en-US" sz="1000" dirty="0"/>
              <a:t> </a:t>
            </a:r>
            <a:endParaRPr lang="en-IN" sz="1000" dirty="0"/>
          </a:p>
        </p:txBody>
      </p:sp>
      <p:grpSp>
        <p:nvGrpSpPr>
          <p:cNvPr id="41" name="Group 40">
            <a:extLst>
              <a:ext uri="{FF2B5EF4-FFF2-40B4-BE49-F238E27FC236}">
                <a16:creationId xmlns:a16="http://schemas.microsoft.com/office/drawing/2014/main" id="{D1EC29EE-B9A2-CD31-B167-62F39F30C95B}"/>
              </a:ext>
            </a:extLst>
          </p:cNvPr>
          <p:cNvGrpSpPr/>
          <p:nvPr/>
        </p:nvGrpSpPr>
        <p:grpSpPr>
          <a:xfrm>
            <a:off x="4505539" y="2283683"/>
            <a:ext cx="2912251" cy="3527158"/>
            <a:chOff x="4505539" y="1639441"/>
            <a:chExt cx="2912251" cy="3527158"/>
          </a:xfrm>
        </p:grpSpPr>
        <p:sp>
          <p:nvSpPr>
            <p:cNvPr id="42" name="Rectangle: Rounded Corners 41">
              <a:extLst>
                <a:ext uri="{FF2B5EF4-FFF2-40B4-BE49-F238E27FC236}">
                  <a16:creationId xmlns:a16="http://schemas.microsoft.com/office/drawing/2014/main" id="{C4978000-4B89-C5D3-7D8F-00020A4D3943}"/>
                </a:ext>
              </a:extLst>
            </p:cNvPr>
            <p:cNvSpPr/>
            <p:nvPr/>
          </p:nvSpPr>
          <p:spPr>
            <a:xfrm>
              <a:off x="4505539" y="1639441"/>
              <a:ext cx="2912251" cy="3527158"/>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43" name="Rectangle: Rounded Corners 42">
              <a:extLst>
                <a:ext uri="{FF2B5EF4-FFF2-40B4-BE49-F238E27FC236}">
                  <a16:creationId xmlns:a16="http://schemas.microsoft.com/office/drawing/2014/main" id="{E115C5BA-03DC-3A3B-F848-96C40904BCCF}"/>
                </a:ext>
              </a:extLst>
            </p:cNvPr>
            <p:cNvSpPr/>
            <p:nvPr/>
          </p:nvSpPr>
          <p:spPr>
            <a:xfrm>
              <a:off x="4546025" y="1691398"/>
              <a:ext cx="2807345" cy="2703958"/>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44" name="TextBox 43">
              <a:extLst>
                <a:ext uri="{FF2B5EF4-FFF2-40B4-BE49-F238E27FC236}">
                  <a16:creationId xmlns:a16="http://schemas.microsoft.com/office/drawing/2014/main" id="{B7F88BD4-7B47-83C2-BB71-05D2E3CFCC07}"/>
                </a:ext>
              </a:extLst>
            </p:cNvPr>
            <p:cNvSpPr txBox="1"/>
            <p:nvPr/>
          </p:nvSpPr>
          <p:spPr>
            <a:xfrm>
              <a:off x="4610100" y="1809030"/>
              <a:ext cx="2679405" cy="2400657"/>
            </a:xfrm>
            <a:prstGeom prst="rect">
              <a:avLst/>
            </a:prstGeom>
            <a:noFill/>
          </p:spPr>
          <p:txBody>
            <a:bodyPr wrap="square" rtlCol="0">
              <a:spAutoFit/>
            </a:bodyPr>
            <a:lstStyle/>
            <a:p>
              <a:r>
                <a:rPr lang="en-US" sz="1050" b="1" dirty="0">
                  <a:solidFill>
                    <a:schemeClr val="bg1">
                      <a:lumMod val="95000"/>
                    </a:schemeClr>
                  </a:solidFill>
                </a:rPr>
                <a:t>Confirm your details:</a:t>
              </a:r>
            </a:p>
            <a:p>
              <a:r>
                <a:rPr lang="en-US" sz="900" dirty="0">
                  <a:solidFill>
                    <a:schemeClr val="bg2">
                      <a:lumMod val="50000"/>
                    </a:schemeClr>
                  </a:solidFill>
                </a:rPr>
                <a:t>(You can edit anything)</a:t>
              </a:r>
            </a:p>
            <a:p>
              <a:endParaRPr lang="en-US" sz="1050" dirty="0">
                <a:solidFill>
                  <a:schemeClr val="bg1">
                    <a:lumMod val="95000"/>
                  </a:schemeClr>
                </a:solidFill>
              </a:endParaRPr>
            </a:p>
            <a:p>
              <a:r>
                <a:rPr lang="en-US" sz="900" b="1" dirty="0">
                  <a:solidFill>
                    <a:schemeClr val="bg1">
                      <a:lumMod val="95000"/>
                    </a:schemeClr>
                  </a:solidFill>
                </a:rPr>
                <a:t>Identity</a:t>
              </a:r>
            </a:p>
            <a:p>
              <a:endParaRPr lang="en-US" sz="1050" dirty="0">
                <a:solidFill>
                  <a:schemeClr val="bg1">
                    <a:lumMod val="95000"/>
                  </a:schemeClr>
                </a:solidFill>
              </a:endParaRPr>
            </a:p>
            <a:p>
              <a:endParaRPr lang="en-US" sz="1050" dirty="0">
                <a:solidFill>
                  <a:schemeClr val="bg1">
                    <a:lumMod val="95000"/>
                  </a:schemeClr>
                </a:solidFill>
              </a:endParaRPr>
            </a:p>
            <a:p>
              <a:r>
                <a:rPr lang="en-US" sz="900" b="1" dirty="0">
                  <a:solidFill>
                    <a:schemeClr val="bg1">
                      <a:lumMod val="95000"/>
                    </a:schemeClr>
                  </a:solidFill>
                </a:rPr>
                <a:t>Current Work</a:t>
              </a: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br>
                <a:rPr lang="en-US" sz="900" b="1" dirty="0">
                  <a:solidFill>
                    <a:schemeClr val="bg1">
                      <a:lumMod val="95000"/>
                    </a:schemeClr>
                  </a:solidFill>
                </a:rPr>
              </a:br>
              <a:r>
                <a:rPr lang="en-US" sz="900" b="1" dirty="0">
                  <a:solidFill>
                    <a:schemeClr val="bg1">
                      <a:lumMod val="95000"/>
                    </a:schemeClr>
                  </a:solidFill>
                </a:rPr>
                <a:t>Work Composition</a:t>
              </a:r>
            </a:p>
          </p:txBody>
        </p:sp>
        <p:grpSp>
          <p:nvGrpSpPr>
            <p:cNvPr id="45" name="Group 44">
              <a:extLst>
                <a:ext uri="{FF2B5EF4-FFF2-40B4-BE49-F238E27FC236}">
                  <a16:creationId xmlns:a16="http://schemas.microsoft.com/office/drawing/2014/main" id="{1E893DFE-DEBD-CF70-5F7E-62245C948158}"/>
                </a:ext>
              </a:extLst>
            </p:cNvPr>
            <p:cNvGrpSpPr/>
            <p:nvPr/>
          </p:nvGrpSpPr>
          <p:grpSpPr>
            <a:xfrm>
              <a:off x="7118588" y="1809030"/>
              <a:ext cx="135233" cy="131253"/>
              <a:chOff x="7215685" y="2769327"/>
              <a:chExt cx="135233" cy="131253"/>
            </a:xfrm>
          </p:grpSpPr>
          <p:sp>
            <p:nvSpPr>
              <p:cNvPr id="53" name="Flowchart: Connector 52">
                <a:extLst>
                  <a:ext uri="{FF2B5EF4-FFF2-40B4-BE49-F238E27FC236}">
                    <a16:creationId xmlns:a16="http://schemas.microsoft.com/office/drawing/2014/main" id="{33D36DCA-6BE7-8225-8F40-7FD036456D4C}"/>
                  </a:ext>
                </a:extLst>
              </p:cNvPr>
              <p:cNvSpPr/>
              <p:nvPr/>
            </p:nvSpPr>
            <p:spPr>
              <a:xfrm>
                <a:off x="7215685" y="2769327"/>
                <a:ext cx="135233" cy="131253"/>
              </a:xfrm>
              <a:prstGeom prst="flowChartConnector">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4" name="Graphic 53" descr="Pencil with solid fill">
                <a:extLst>
                  <a:ext uri="{FF2B5EF4-FFF2-40B4-BE49-F238E27FC236}">
                    <a16:creationId xmlns:a16="http://schemas.microsoft.com/office/drawing/2014/main" id="{AB77DB26-3616-7D60-075B-35129C3760D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234565" y="2786217"/>
                <a:ext cx="97472" cy="97472"/>
              </a:xfrm>
              <a:prstGeom prst="rect">
                <a:avLst/>
              </a:prstGeom>
            </p:spPr>
          </p:pic>
        </p:grpSp>
        <p:sp>
          <p:nvSpPr>
            <p:cNvPr id="46" name="Rectangle: Rounded Corners 45">
              <a:extLst>
                <a:ext uri="{FF2B5EF4-FFF2-40B4-BE49-F238E27FC236}">
                  <a16:creationId xmlns:a16="http://schemas.microsoft.com/office/drawing/2014/main" id="{744E1C58-492F-C4C7-EF66-CCA273807627}"/>
                </a:ext>
              </a:extLst>
            </p:cNvPr>
            <p:cNvSpPr/>
            <p:nvPr/>
          </p:nvSpPr>
          <p:spPr>
            <a:xfrm>
              <a:off x="4718134" y="2535917"/>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bg1">
                      <a:lumMod val="65000"/>
                    </a:schemeClr>
                  </a:solidFill>
                </a:rPr>
                <a:t>Full Name</a:t>
              </a:r>
              <a:endParaRPr lang="en-IN" sz="800" dirty="0">
                <a:solidFill>
                  <a:schemeClr val="bg1">
                    <a:lumMod val="65000"/>
                  </a:schemeClr>
                </a:solidFill>
              </a:endParaRPr>
            </a:p>
          </p:txBody>
        </p:sp>
        <p:sp>
          <p:nvSpPr>
            <p:cNvPr id="47" name="Rectangle: Rounded Corners 46">
              <a:extLst>
                <a:ext uri="{FF2B5EF4-FFF2-40B4-BE49-F238E27FC236}">
                  <a16:creationId xmlns:a16="http://schemas.microsoft.com/office/drawing/2014/main" id="{2BB71C6C-D6D1-98AB-00BC-EE70DDB5819B}"/>
                </a:ext>
              </a:extLst>
            </p:cNvPr>
            <p:cNvSpPr/>
            <p:nvPr/>
          </p:nvSpPr>
          <p:spPr>
            <a:xfrm>
              <a:off x="4718134" y="2986138"/>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bg1">
                      <a:lumMod val="65000"/>
                    </a:schemeClr>
                  </a:solidFill>
                </a:rPr>
                <a:t>Current Company Name</a:t>
              </a:r>
              <a:endParaRPr lang="en-IN" sz="800" dirty="0">
                <a:solidFill>
                  <a:schemeClr val="bg1">
                    <a:lumMod val="65000"/>
                  </a:schemeClr>
                </a:solidFill>
              </a:endParaRPr>
            </a:p>
          </p:txBody>
        </p:sp>
        <p:sp>
          <p:nvSpPr>
            <p:cNvPr id="48" name="Rectangle: Rounded Corners 47">
              <a:extLst>
                <a:ext uri="{FF2B5EF4-FFF2-40B4-BE49-F238E27FC236}">
                  <a16:creationId xmlns:a16="http://schemas.microsoft.com/office/drawing/2014/main" id="{80A2495C-6051-0AD4-BB25-52E16FF822DA}"/>
                </a:ext>
              </a:extLst>
            </p:cNvPr>
            <p:cNvSpPr/>
            <p:nvPr/>
          </p:nvSpPr>
          <p:spPr>
            <a:xfrm>
              <a:off x="4718134" y="3218132"/>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bg1">
                      <a:lumMod val="65000"/>
                    </a:schemeClr>
                  </a:solidFill>
                </a:rPr>
                <a:t>Current Role</a:t>
              </a:r>
              <a:endParaRPr lang="en-IN" sz="800" dirty="0">
                <a:solidFill>
                  <a:schemeClr val="bg1">
                    <a:lumMod val="65000"/>
                  </a:schemeClr>
                </a:solidFill>
              </a:endParaRPr>
            </a:p>
          </p:txBody>
        </p:sp>
        <p:sp>
          <p:nvSpPr>
            <p:cNvPr id="49" name="Rectangle: Rounded Corners 48">
              <a:extLst>
                <a:ext uri="{FF2B5EF4-FFF2-40B4-BE49-F238E27FC236}">
                  <a16:creationId xmlns:a16="http://schemas.microsoft.com/office/drawing/2014/main" id="{F747965A-D9F8-A117-332A-61A9EABCF71B}"/>
                </a:ext>
              </a:extLst>
            </p:cNvPr>
            <p:cNvSpPr/>
            <p:nvPr/>
          </p:nvSpPr>
          <p:spPr>
            <a:xfrm>
              <a:off x="4718134" y="3462703"/>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bg1">
                      <a:lumMod val="65000"/>
                    </a:schemeClr>
                  </a:solidFill>
                </a:rPr>
                <a:t>Industry</a:t>
              </a:r>
              <a:endParaRPr lang="en-IN" sz="800" dirty="0">
                <a:solidFill>
                  <a:schemeClr val="bg1">
                    <a:lumMod val="65000"/>
                  </a:schemeClr>
                </a:solidFill>
              </a:endParaRPr>
            </a:p>
          </p:txBody>
        </p:sp>
        <p:sp>
          <p:nvSpPr>
            <p:cNvPr id="50" name="Rectangle: Rounded Corners 49">
              <a:extLst>
                <a:ext uri="{FF2B5EF4-FFF2-40B4-BE49-F238E27FC236}">
                  <a16:creationId xmlns:a16="http://schemas.microsoft.com/office/drawing/2014/main" id="{EF828E37-834C-8C87-32F5-003AADA59DEE}"/>
                </a:ext>
              </a:extLst>
            </p:cNvPr>
            <p:cNvSpPr/>
            <p:nvPr/>
          </p:nvSpPr>
          <p:spPr>
            <a:xfrm>
              <a:off x="4718134" y="3696543"/>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bg1">
                      <a:lumMod val="65000"/>
                    </a:schemeClr>
                  </a:solidFill>
                </a:rPr>
                <a:t>Organization Size</a:t>
              </a:r>
              <a:endParaRPr lang="en-IN" sz="800" dirty="0">
                <a:solidFill>
                  <a:schemeClr val="bg1">
                    <a:lumMod val="65000"/>
                  </a:schemeClr>
                </a:solidFill>
              </a:endParaRPr>
            </a:p>
          </p:txBody>
        </p:sp>
        <p:sp>
          <p:nvSpPr>
            <p:cNvPr id="51" name="Rectangle: Rounded Corners 50">
              <a:extLst>
                <a:ext uri="{FF2B5EF4-FFF2-40B4-BE49-F238E27FC236}">
                  <a16:creationId xmlns:a16="http://schemas.microsoft.com/office/drawing/2014/main" id="{67AACFE1-011E-0E37-F236-FC2914275810}"/>
                </a:ext>
              </a:extLst>
            </p:cNvPr>
            <p:cNvSpPr/>
            <p:nvPr/>
          </p:nvSpPr>
          <p:spPr>
            <a:xfrm>
              <a:off x="4718134" y="4185411"/>
              <a:ext cx="2319284" cy="345024"/>
            </a:xfrm>
            <a:prstGeom prst="roundRect">
              <a:avLst>
                <a:gd name="adj" fmla="val 4147"/>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dirty="0">
                  <a:solidFill>
                    <a:schemeClr val="bg1">
                      <a:lumMod val="65000"/>
                    </a:schemeClr>
                  </a:solidFill>
                </a:rPr>
                <a:t>19 Jul 2021 Till Present –</a:t>
              </a:r>
              <a:br>
                <a:rPr lang="en-US" sz="800" dirty="0">
                  <a:solidFill>
                    <a:schemeClr val="bg1">
                      <a:lumMod val="65000"/>
                    </a:schemeClr>
                  </a:solidFill>
                </a:rPr>
              </a:br>
              <a:r>
                <a:rPr lang="en-US" sz="800" dirty="0">
                  <a:solidFill>
                    <a:schemeClr val="bg1">
                      <a:lumMod val="65000"/>
                    </a:schemeClr>
                  </a:solidFill>
                </a:rPr>
                <a:t>Current Company Name</a:t>
              </a:r>
              <a:endParaRPr lang="en-IN" sz="800" dirty="0">
                <a:solidFill>
                  <a:schemeClr val="bg1">
                    <a:lumMod val="65000"/>
                  </a:schemeClr>
                </a:solidFill>
              </a:endParaRPr>
            </a:p>
          </p:txBody>
        </p:sp>
        <p:sp>
          <p:nvSpPr>
            <p:cNvPr id="52" name="Rectangle: Rounded Corners 51">
              <a:extLst>
                <a:ext uri="{FF2B5EF4-FFF2-40B4-BE49-F238E27FC236}">
                  <a16:creationId xmlns:a16="http://schemas.microsoft.com/office/drawing/2014/main" id="{345D7858-CCBE-433C-FBEF-A19AAFD0C72E}"/>
                </a:ext>
              </a:extLst>
            </p:cNvPr>
            <p:cNvSpPr/>
            <p:nvPr/>
          </p:nvSpPr>
          <p:spPr>
            <a:xfrm>
              <a:off x="4718134" y="4591550"/>
              <a:ext cx="2319284" cy="345024"/>
            </a:xfrm>
            <a:prstGeom prst="roundRect">
              <a:avLst>
                <a:gd name="adj" fmla="val 4147"/>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dirty="0">
                  <a:solidFill>
                    <a:schemeClr val="bg1">
                      <a:lumMod val="65000"/>
                    </a:schemeClr>
                  </a:solidFill>
                </a:rPr>
                <a:t>05 Mar 2015 Till 15 Jul 2021 –</a:t>
              </a:r>
              <a:br>
                <a:rPr lang="en-US" sz="800" dirty="0">
                  <a:solidFill>
                    <a:schemeClr val="bg1">
                      <a:lumMod val="65000"/>
                    </a:schemeClr>
                  </a:solidFill>
                </a:rPr>
              </a:br>
              <a:r>
                <a:rPr lang="en-US" sz="800" dirty="0">
                  <a:solidFill>
                    <a:schemeClr val="bg1">
                      <a:lumMod val="65000"/>
                    </a:schemeClr>
                  </a:solidFill>
                </a:rPr>
                <a:t>Current Company Name</a:t>
              </a:r>
              <a:endParaRPr lang="en-IN" sz="800" dirty="0">
                <a:solidFill>
                  <a:schemeClr val="bg1">
                    <a:lumMod val="65000"/>
                  </a:schemeClr>
                </a:solidFill>
              </a:endParaRPr>
            </a:p>
          </p:txBody>
        </p:sp>
      </p:grpSp>
      <p:sp>
        <p:nvSpPr>
          <p:cNvPr id="2" name="TextBox 1">
            <a:extLst>
              <a:ext uri="{FF2B5EF4-FFF2-40B4-BE49-F238E27FC236}">
                <a16:creationId xmlns:a16="http://schemas.microsoft.com/office/drawing/2014/main" id="{AAE58BB4-6751-1CA8-F733-FFAB56CC6B04}"/>
              </a:ext>
            </a:extLst>
          </p:cNvPr>
          <p:cNvSpPr txBox="1"/>
          <p:nvPr/>
        </p:nvSpPr>
        <p:spPr>
          <a:xfrm>
            <a:off x="1688579" y="2140815"/>
            <a:ext cx="1790294" cy="369332"/>
          </a:xfrm>
          <a:prstGeom prst="rect">
            <a:avLst/>
          </a:prstGeom>
          <a:noFill/>
        </p:spPr>
        <p:txBody>
          <a:bodyPr wrap="square" rtlCol="0">
            <a:spAutoFit/>
          </a:bodyPr>
          <a:lstStyle/>
          <a:p>
            <a:pPr algn="r"/>
            <a:r>
              <a:rPr lang="en-US" sz="900" dirty="0">
                <a:solidFill>
                  <a:schemeClr val="bg1">
                    <a:lumMod val="65000"/>
                  </a:schemeClr>
                </a:solidFill>
              </a:rPr>
              <a:t>Hawksyn will confirm that CV is uploaded successfully</a:t>
            </a:r>
            <a:endParaRPr lang="en-IN" sz="900" dirty="0">
              <a:solidFill>
                <a:schemeClr val="bg1">
                  <a:lumMod val="65000"/>
                </a:schemeClr>
              </a:solidFill>
            </a:endParaRPr>
          </a:p>
        </p:txBody>
      </p:sp>
      <p:cxnSp>
        <p:nvCxnSpPr>
          <p:cNvPr id="4" name="Connector: Elbow 3">
            <a:extLst>
              <a:ext uri="{FF2B5EF4-FFF2-40B4-BE49-F238E27FC236}">
                <a16:creationId xmlns:a16="http://schemas.microsoft.com/office/drawing/2014/main" id="{A9737CC7-58A5-325A-9434-294D4777EF31}"/>
              </a:ext>
            </a:extLst>
          </p:cNvPr>
          <p:cNvCxnSpPr>
            <a:cxnSpLocks/>
            <a:stCxn id="2" idx="3"/>
          </p:cNvCxnSpPr>
          <p:nvPr/>
        </p:nvCxnSpPr>
        <p:spPr>
          <a:xfrm flipV="1">
            <a:off x="3478873" y="1828603"/>
            <a:ext cx="765467" cy="496878"/>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E9B67D1-A8DC-C4FF-95F2-1FAB5029494D}"/>
              </a:ext>
            </a:extLst>
          </p:cNvPr>
          <p:cNvSpPr txBox="1"/>
          <p:nvPr/>
        </p:nvSpPr>
        <p:spPr>
          <a:xfrm>
            <a:off x="990600" y="6273142"/>
            <a:ext cx="2488273" cy="507831"/>
          </a:xfrm>
          <a:prstGeom prst="rect">
            <a:avLst/>
          </a:prstGeom>
          <a:noFill/>
        </p:spPr>
        <p:txBody>
          <a:bodyPr wrap="square" rtlCol="0">
            <a:spAutoFit/>
          </a:bodyPr>
          <a:lstStyle/>
          <a:p>
            <a:pPr algn="r"/>
            <a:r>
              <a:rPr lang="en-US" sz="900" dirty="0">
                <a:solidFill>
                  <a:schemeClr val="bg1">
                    <a:lumMod val="65000"/>
                  </a:schemeClr>
                </a:solidFill>
              </a:rPr>
              <a:t>User here can roll back to the screen where he can re-upload the CV. It’s a last chance for the user.</a:t>
            </a:r>
            <a:endParaRPr lang="en-IN" sz="900" dirty="0">
              <a:solidFill>
                <a:schemeClr val="bg1">
                  <a:lumMod val="65000"/>
                </a:schemeClr>
              </a:solidFill>
            </a:endParaRPr>
          </a:p>
        </p:txBody>
      </p:sp>
      <p:cxnSp>
        <p:nvCxnSpPr>
          <p:cNvPr id="11" name="Connector: Elbow 10">
            <a:extLst>
              <a:ext uri="{FF2B5EF4-FFF2-40B4-BE49-F238E27FC236}">
                <a16:creationId xmlns:a16="http://schemas.microsoft.com/office/drawing/2014/main" id="{F8DD6B4A-86CE-FDE5-73F9-2E5DBBF1A453}"/>
              </a:ext>
            </a:extLst>
          </p:cNvPr>
          <p:cNvCxnSpPr>
            <a:cxnSpLocks/>
            <a:stCxn id="9" idx="3"/>
          </p:cNvCxnSpPr>
          <p:nvPr/>
        </p:nvCxnSpPr>
        <p:spPr>
          <a:xfrm flipV="1">
            <a:off x="3478873" y="6004560"/>
            <a:ext cx="765467" cy="522498"/>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78919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91CA3-7F40-9FD6-8D7F-06F230633877}"/>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57DE4343-2A9D-30E2-761C-A4940BD36546}"/>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6CCA93C9-9E55-E8D7-7AEF-F671677C3F0C}"/>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A8987C0E-EAF2-6286-896D-F7CEBD203E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2DD9F0A7-6568-E0F4-9F71-C1775BA7CAF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0D8F9F2D-9BF5-004F-90DD-B9F6201FD94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30F02A94-F15D-2CB6-73A7-17A9D385A806}"/>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9099B591-886D-5917-C992-1797B4733804}"/>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1E593E48-3687-3DD9-CEC2-58006ABBF2F0}"/>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CA4DCF9A-3295-A5CF-84C9-0C64EC405B36}"/>
                </a:ext>
              </a:extLst>
            </p:cNvPr>
            <p:cNvSpPr txBox="1"/>
            <p:nvPr/>
          </p:nvSpPr>
          <p:spPr>
            <a:xfrm>
              <a:off x="6848402" y="1349079"/>
              <a:ext cx="569388" cy="215444"/>
            </a:xfrm>
            <a:prstGeom prst="rect">
              <a:avLst/>
            </a:prstGeom>
            <a:noFill/>
          </p:spPr>
          <p:txBody>
            <a:bodyPr wrap="none" rtlCol="0">
              <a:spAutoFit/>
            </a:bodyPr>
            <a:lstStyle/>
            <a:p>
              <a:pPr algn="r"/>
              <a:r>
                <a:rPr lang="en-US" sz="800" dirty="0">
                  <a:solidFill>
                    <a:schemeClr val="tx1">
                      <a:lumMod val="50000"/>
                      <a:lumOff val="50000"/>
                    </a:schemeClr>
                  </a:solidFill>
                </a:rPr>
                <a:t>00:02:30</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9145365D-9DB1-2662-63C1-CDF136BF677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sp>
        <p:nvSpPr>
          <p:cNvPr id="3" name="TextBox 2">
            <a:extLst>
              <a:ext uri="{FF2B5EF4-FFF2-40B4-BE49-F238E27FC236}">
                <a16:creationId xmlns:a16="http://schemas.microsoft.com/office/drawing/2014/main" id="{D67979DE-A9D1-ACB0-4BFE-8CE76D0451BB}"/>
              </a:ext>
            </a:extLst>
          </p:cNvPr>
          <p:cNvSpPr txBox="1"/>
          <p:nvPr/>
        </p:nvSpPr>
        <p:spPr>
          <a:xfrm>
            <a:off x="4699283" y="3123100"/>
            <a:ext cx="2622465" cy="246221"/>
          </a:xfrm>
          <a:prstGeom prst="rect">
            <a:avLst/>
          </a:prstGeom>
          <a:noFill/>
        </p:spPr>
        <p:txBody>
          <a:bodyPr wrap="square" rtlCol="0">
            <a:spAutoFit/>
          </a:bodyPr>
          <a:lstStyle/>
          <a:p>
            <a:pPr algn="ctr"/>
            <a:r>
              <a:rPr lang="en-US" sz="1000" spc="300" dirty="0">
                <a:solidFill>
                  <a:schemeClr val="bg1">
                    <a:lumMod val="50000"/>
                  </a:schemeClr>
                </a:solidFill>
              </a:rPr>
              <a:t>ANALYZING</a:t>
            </a:r>
            <a:endParaRPr lang="en-IN" sz="900" spc="300" dirty="0">
              <a:solidFill>
                <a:schemeClr val="bg1">
                  <a:lumMod val="50000"/>
                </a:schemeClr>
              </a:solidFill>
            </a:endParaRPr>
          </a:p>
        </p:txBody>
      </p:sp>
      <p:sp>
        <p:nvSpPr>
          <p:cNvPr id="4" name="Rectangle 3">
            <a:extLst>
              <a:ext uri="{FF2B5EF4-FFF2-40B4-BE49-F238E27FC236}">
                <a16:creationId xmlns:a16="http://schemas.microsoft.com/office/drawing/2014/main" id="{5F52614F-2013-CD59-04F3-3344A63F89B8}"/>
              </a:ext>
            </a:extLst>
          </p:cNvPr>
          <p:cNvSpPr/>
          <p:nvPr/>
        </p:nvSpPr>
        <p:spPr>
          <a:xfrm>
            <a:off x="4864371" y="3515423"/>
            <a:ext cx="2234045" cy="45719"/>
          </a:xfrm>
          <a:prstGeom prst="rect">
            <a:avLst/>
          </a:prstGeom>
          <a:gradFill flip="none" rotWithShape="1">
            <a:gsLst>
              <a:gs pos="53000">
                <a:schemeClr val="bg1">
                  <a:lumMod val="50000"/>
                </a:schemeClr>
              </a:gs>
              <a:gs pos="0">
                <a:srgbClr val="0D0D0D"/>
              </a:gs>
              <a:gs pos="100000">
                <a:srgbClr val="0D0D0D"/>
              </a:gs>
            </a:gsLst>
            <a:lin ang="0" scaled="1"/>
            <a:tileRect/>
          </a:gradFill>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grpSp>
        <p:nvGrpSpPr>
          <p:cNvPr id="12" name="Group 11">
            <a:extLst>
              <a:ext uri="{FF2B5EF4-FFF2-40B4-BE49-F238E27FC236}">
                <a16:creationId xmlns:a16="http://schemas.microsoft.com/office/drawing/2014/main" id="{37E20ECC-180E-C997-B78B-E3FD9129CFEB}"/>
              </a:ext>
            </a:extLst>
          </p:cNvPr>
          <p:cNvGrpSpPr/>
          <p:nvPr/>
        </p:nvGrpSpPr>
        <p:grpSpPr>
          <a:xfrm>
            <a:off x="4545050" y="1437267"/>
            <a:ext cx="1403256" cy="80550"/>
            <a:chOff x="4545050" y="1437267"/>
            <a:chExt cx="1403256" cy="80550"/>
          </a:xfrm>
        </p:grpSpPr>
        <p:sp>
          <p:nvSpPr>
            <p:cNvPr id="13" name="Rectangle: Rounded Corners 12">
              <a:extLst>
                <a:ext uri="{FF2B5EF4-FFF2-40B4-BE49-F238E27FC236}">
                  <a16:creationId xmlns:a16="http://schemas.microsoft.com/office/drawing/2014/main" id="{F9D8DE79-D7C3-9C28-FD5D-2B31E598368B}"/>
                </a:ext>
              </a:extLst>
            </p:cNvPr>
            <p:cNvSpPr/>
            <p:nvPr/>
          </p:nvSpPr>
          <p:spPr>
            <a:xfrm>
              <a:off x="4545050" y="1437267"/>
              <a:ext cx="267849" cy="75791"/>
            </a:xfrm>
            <a:prstGeom prst="roundRect">
              <a:avLst>
                <a:gd name="adj" fmla="val 14001"/>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85B8CABC-7566-AE47-E76A-262CA0147D2D}"/>
                </a:ext>
              </a:extLst>
            </p:cNvPr>
            <p:cNvSpPr/>
            <p:nvPr/>
          </p:nvSpPr>
          <p:spPr>
            <a:xfrm>
              <a:off x="4829743"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1FC9A409-3CAB-AF58-4927-BC3CC68694BC}"/>
                </a:ext>
              </a:extLst>
            </p:cNvPr>
            <p:cNvSpPr/>
            <p:nvPr/>
          </p:nvSpPr>
          <p:spPr>
            <a:xfrm>
              <a:off x="5114436"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D7CEA4CB-3E1B-E66A-A727-D26E0E69688A}"/>
                </a:ext>
              </a:extLst>
            </p:cNvPr>
            <p:cNvSpPr/>
            <p:nvPr/>
          </p:nvSpPr>
          <p:spPr>
            <a:xfrm>
              <a:off x="5395764" y="1437267"/>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8CBFC178-5234-B215-2440-A9145E58ECC3}"/>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TextBox 1">
            <a:extLst>
              <a:ext uri="{FF2B5EF4-FFF2-40B4-BE49-F238E27FC236}">
                <a16:creationId xmlns:a16="http://schemas.microsoft.com/office/drawing/2014/main" id="{EC625FCA-89F7-D966-5E12-216457D696CD}"/>
              </a:ext>
            </a:extLst>
          </p:cNvPr>
          <p:cNvSpPr txBox="1"/>
          <p:nvPr/>
        </p:nvSpPr>
        <p:spPr>
          <a:xfrm>
            <a:off x="1173018" y="2697075"/>
            <a:ext cx="2382350" cy="230832"/>
          </a:xfrm>
          <a:prstGeom prst="rect">
            <a:avLst/>
          </a:prstGeom>
          <a:noFill/>
        </p:spPr>
        <p:txBody>
          <a:bodyPr wrap="square" rtlCol="0">
            <a:spAutoFit/>
          </a:bodyPr>
          <a:lstStyle/>
          <a:p>
            <a:pPr algn="r"/>
            <a:r>
              <a:rPr lang="en-US" sz="900" dirty="0">
                <a:solidFill>
                  <a:schemeClr val="bg1">
                    <a:lumMod val="65000"/>
                  </a:schemeClr>
                </a:solidFill>
              </a:rPr>
              <a:t>Hawksyn will proceed to update the profile</a:t>
            </a:r>
            <a:endParaRPr lang="en-IN" sz="900" dirty="0">
              <a:solidFill>
                <a:schemeClr val="bg1">
                  <a:lumMod val="65000"/>
                </a:schemeClr>
              </a:solidFill>
            </a:endParaRPr>
          </a:p>
        </p:txBody>
      </p:sp>
      <p:cxnSp>
        <p:nvCxnSpPr>
          <p:cNvPr id="6" name="Connector: Elbow 5">
            <a:extLst>
              <a:ext uri="{FF2B5EF4-FFF2-40B4-BE49-F238E27FC236}">
                <a16:creationId xmlns:a16="http://schemas.microsoft.com/office/drawing/2014/main" id="{C34669BF-B783-90F8-E318-BDFAC5B49428}"/>
              </a:ext>
            </a:extLst>
          </p:cNvPr>
          <p:cNvCxnSpPr>
            <a:cxnSpLocks/>
            <a:stCxn id="2" idx="3"/>
          </p:cNvCxnSpPr>
          <p:nvPr/>
        </p:nvCxnSpPr>
        <p:spPr>
          <a:xfrm>
            <a:off x="3555368" y="2812491"/>
            <a:ext cx="753601" cy="7029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6538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81F4C-FE5C-B447-2163-4E2DA716262A}"/>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5964EC69-0BA1-3091-5A90-FFF98D127D30}"/>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BD86D8E3-78B2-E735-3CF2-1A41CD867E1A}"/>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F2CC897C-87BC-64AA-79D8-1D1F7F0A43D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63C95FEF-AC41-B33E-A2D7-6991B58BA47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B1AA6170-1D99-8076-5CDF-0E1BB6880C8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2A3B76EE-E81E-E0E0-D166-0A9E0E1B927D}"/>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DCCBCFFE-32D1-9204-0496-CE34FDC6C24C}"/>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CA3A0E77-8A96-29F7-74AC-184FAA69D19A}"/>
              </a:ext>
            </a:extLst>
          </p:cNvPr>
          <p:cNvSpPr/>
          <p:nvPr/>
        </p:nvSpPr>
        <p:spPr>
          <a:xfrm>
            <a:off x="5441752" y="6031045"/>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a:t>
            </a:r>
            <a:endParaRPr lang="en-IN" sz="1000" dirty="0"/>
          </a:p>
        </p:txBody>
      </p:sp>
      <p:grpSp>
        <p:nvGrpSpPr>
          <p:cNvPr id="18" name="Group 17">
            <a:extLst>
              <a:ext uri="{FF2B5EF4-FFF2-40B4-BE49-F238E27FC236}">
                <a16:creationId xmlns:a16="http://schemas.microsoft.com/office/drawing/2014/main" id="{C6030B81-40F6-B433-2E83-F140564B5CE5}"/>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1843CE92-F26E-F90C-647C-51425F1E8569}"/>
                </a:ext>
              </a:extLst>
            </p:cNvPr>
            <p:cNvSpPr txBox="1"/>
            <p:nvPr/>
          </p:nvSpPr>
          <p:spPr>
            <a:xfrm>
              <a:off x="6848402" y="1349079"/>
              <a:ext cx="569388" cy="215444"/>
            </a:xfrm>
            <a:prstGeom prst="rect">
              <a:avLst/>
            </a:prstGeom>
            <a:noFill/>
          </p:spPr>
          <p:txBody>
            <a:bodyPr wrap="none" rtlCol="0">
              <a:spAutoFit/>
            </a:bodyPr>
            <a:lstStyle/>
            <a:p>
              <a:pPr algn="r"/>
              <a:r>
                <a:rPr lang="en-US" sz="800" dirty="0">
                  <a:solidFill>
                    <a:schemeClr val="tx1">
                      <a:lumMod val="50000"/>
                      <a:lumOff val="50000"/>
                    </a:schemeClr>
                  </a:solidFill>
                </a:rPr>
                <a:t>00:04:12</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E024CBF9-8461-5495-B4EA-8E92EF8F245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sp>
        <p:nvSpPr>
          <p:cNvPr id="6" name="TextBox 5">
            <a:extLst>
              <a:ext uri="{FF2B5EF4-FFF2-40B4-BE49-F238E27FC236}">
                <a16:creationId xmlns:a16="http://schemas.microsoft.com/office/drawing/2014/main" id="{209FDEBB-0061-AA3C-F412-8D7D3672A81E}"/>
              </a:ext>
            </a:extLst>
          </p:cNvPr>
          <p:cNvSpPr txBox="1"/>
          <p:nvPr/>
        </p:nvSpPr>
        <p:spPr>
          <a:xfrm>
            <a:off x="4545050" y="2015557"/>
            <a:ext cx="2860759" cy="1261884"/>
          </a:xfrm>
          <a:prstGeom prst="rect">
            <a:avLst/>
          </a:prstGeom>
          <a:noFill/>
        </p:spPr>
        <p:txBody>
          <a:bodyPr wrap="square">
            <a:spAutoFit/>
          </a:bodyPr>
          <a:lstStyle/>
          <a:p>
            <a:pPr>
              <a:buNone/>
            </a:pPr>
            <a:r>
              <a:rPr lang="en-US" sz="1100" b="1" dirty="0">
                <a:solidFill>
                  <a:schemeClr val="bg1"/>
                </a:solidFill>
              </a:rPr>
              <a:t>Has your organization introduced AI tools in the last 12 months?</a:t>
            </a:r>
          </a:p>
          <a:p>
            <a:pPr>
              <a:buNone/>
            </a:pPr>
            <a:endParaRPr lang="en-US" sz="1100" b="1" dirty="0">
              <a:solidFill>
                <a:schemeClr val="bg1"/>
              </a:solidFill>
            </a:endParaRPr>
          </a:p>
          <a:p>
            <a:pPr marL="171450" indent="-171450">
              <a:spcAft>
                <a:spcPts val="600"/>
              </a:spcAft>
              <a:buFont typeface="Arial" panose="020B0604020202020204" pitchFamily="34" charset="0"/>
              <a:buChar char="•"/>
            </a:pPr>
            <a:r>
              <a:rPr lang="en-US" sz="1100" dirty="0">
                <a:solidFill>
                  <a:schemeClr val="bg1"/>
                </a:solidFill>
              </a:rPr>
              <a:t>Yes</a:t>
            </a:r>
          </a:p>
          <a:p>
            <a:pPr marL="171450" indent="-171450">
              <a:spcAft>
                <a:spcPts val="600"/>
              </a:spcAft>
              <a:buFont typeface="Arial" panose="020B0604020202020204" pitchFamily="34" charset="0"/>
              <a:buChar char="•"/>
            </a:pPr>
            <a:r>
              <a:rPr lang="en-US" sz="1100" dirty="0">
                <a:solidFill>
                  <a:schemeClr val="bg1"/>
                </a:solidFill>
              </a:rPr>
              <a:t>No</a:t>
            </a:r>
          </a:p>
          <a:p>
            <a:pPr marL="171450" indent="-171450">
              <a:spcAft>
                <a:spcPts val="600"/>
              </a:spcAft>
              <a:buFont typeface="Arial" panose="020B0604020202020204" pitchFamily="34" charset="0"/>
              <a:buChar char="•"/>
            </a:pPr>
            <a:r>
              <a:rPr lang="en-US" sz="1100" dirty="0">
                <a:solidFill>
                  <a:schemeClr val="bg1"/>
                </a:solidFill>
              </a:rPr>
              <a:t>Not sure</a:t>
            </a:r>
          </a:p>
        </p:txBody>
      </p:sp>
      <p:sp>
        <p:nvSpPr>
          <p:cNvPr id="13" name="TextBox 12">
            <a:extLst>
              <a:ext uri="{FF2B5EF4-FFF2-40B4-BE49-F238E27FC236}">
                <a16:creationId xmlns:a16="http://schemas.microsoft.com/office/drawing/2014/main" id="{F168E551-0641-0639-2B6C-DC9060458D70}"/>
              </a:ext>
            </a:extLst>
          </p:cNvPr>
          <p:cNvSpPr txBox="1"/>
          <p:nvPr/>
        </p:nvSpPr>
        <p:spPr>
          <a:xfrm>
            <a:off x="4545050" y="1781723"/>
            <a:ext cx="437940" cy="215444"/>
          </a:xfrm>
          <a:prstGeom prst="rect">
            <a:avLst/>
          </a:prstGeom>
          <a:noFill/>
        </p:spPr>
        <p:txBody>
          <a:bodyPr wrap="none" rtlCol="0">
            <a:spAutoFit/>
          </a:bodyPr>
          <a:lstStyle/>
          <a:p>
            <a:pPr algn="r"/>
            <a:r>
              <a:rPr lang="en-US" sz="800" dirty="0">
                <a:solidFill>
                  <a:schemeClr val="tx1">
                    <a:lumMod val="50000"/>
                    <a:lumOff val="50000"/>
                  </a:schemeClr>
                </a:solidFill>
              </a:rPr>
              <a:t>02/08</a:t>
            </a:r>
            <a:endParaRPr lang="en-IN" sz="800" dirty="0">
              <a:solidFill>
                <a:schemeClr val="tx1">
                  <a:lumMod val="50000"/>
                  <a:lumOff val="50000"/>
                </a:schemeClr>
              </a:solidFill>
            </a:endParaRPr>
          </a:p>
        </p:txBody>
      </p:sp>
      <p:sp>
        <p:nvSpPr>
          <p:cNvPr id="3" name="TextBox 2">
            <a:extLst>
              <a:ext uri="{FF2B5EF4-FFF2-40B4-BE49-F238E27FC236}">
                <a16:creationId xmlns:a16="http://schemas.microsoft.com/office/drawing/2014/main" id="{DF57D5AE-2142-0AF9-4F2D-033BFF7FD7F1}"/>
              </a:ext>
            </a:extLst>
          </p:cNvPr>
          <p:cNvSpPr txBox="1"/>
          <p:nvPr/>
        </p:nvSpPr>
        <p:spPr>
          <a:xfrm>
            <a:off x="4545050" y="3859008"/>
            <a:ext cx="2860759" cy="1261884"/>
          </a:xfrm>
          <a:prstGeom prst="rect">
            <a:avLst/>
          </a:prstGeom>
          <a:noFill/>
        </p:spPr>
        <p:txBody>
          <a:bodyPr wrap="square">
            <a:spAutoFit/>
          </a:bodyPr>
          <a:lstStyle/>
          <a:p>
            <a:pPr>
              <a:buNone/>
            </a:pPr>
            <a:r>
              <a:rPr lang="en-US" sz="1100" b="1" dirty="0">
                <a:solidFill>
                  <a:schemeClr val="bg1"/>
                </a:solidFill>
              </a:rPr>
              <a:t>Is automation or AI being discussed at leadership or planning level?</a:t>
            </a:r>
          </a:p>
          <a:p>
            <a:pPr>
              <a:buNone/>
            </a:pPr>
            <a:endParaRPr lang="en-US" sz="1100" b="1" dirty="0">
              <a:solidFill>
                <a:schemeClr val="bg1"/>
              </a:solidFill>
            </a:endParaRPr>
          </a:p>
          <a:p>
            <a:pPr marL="171450" indent="-171450">
              <a:spcAft>
                <a:spcPts val="600"/>
              </a:spcAft>
              <a:buFont typeface="Arial" panose="020B0604020202020204" pitchFamily="34" charset="0"/>
              <a:buChar char="•"/>
            </a:pPr>
            <a:r>
              <a:rPr lang="en-US" sz="1100" dirty="0">
                <a:solidFill>
                  <a:schemeClr val="bg1"/>
                </a:solidFill>
              </a:rPr>
              <a:t>Yes</a:t>
            </a:r>
          </a:p>
          <a:p>
            <a:pPr marL="171450" indent="-171450">
              <a:spcAft>
                <a:spcPts val="600"/>
              </a:spcAft>
              <a:buFont typeface="Arial" panose="020B0604020202020204" pitchFamily="34" charset="0"/>
              <a:buChar char="•"/>
            </a:pPr>
            <a:r>
              <a:rPr lang="en-US" sz="1100" dirty="0">
                <a:solidFill>
                  <a:schemeClr val="bg1"/>
                </a:solidFill>
              </a:rPr>
              <a:t>No</a:t>
            </a:r>
          </a:p>
          <a:p>
            <a:pPr marL="171450" indent="-171450">
              <a:spcAft>
                <a:spcPts val="600"/>
              </a:spcAft>
              <a:buFont typeface="Arial" panose="020B0604020202020204" pitchFamily="34" charset="0"/>
              <a:buChar char="•"/>
            </a:pPr>
            <a:r>
              <a:rPr lang="en-US" sz="1100" dirty="0">
                <a:solidFill>
                  <a:schemeClr val="bg1"/>
                </a:solidFill>
              </a:rPr>
              <a:t>Not sure</a:t>
            </a:r>
          </a:p>
        </p:txBody>
      </p:sp>
      <p:sp>
        <p:nvSpPr>
          <p:cNvPr id="4" name="TextBox 3">
            <a:extLst>
              <a:ext uri="{FF2B5EF4-FFF2-40B4-BE49-F238E27FC236}">
                <a16:creationId xmlns:a16="http://schemas.microsoft.com/office/drawing/2014/main" id="{B8A44358-EA37-E0B8-2999-94462F9530EA}"/>
              </a:ext>
            </a:extLst>
          </p:cNvPr>
          <p:cNvSpPr txBox="1"/>
          <p:nvPr/>
        </p:nvSpPr>
        <p:spPr>
          <a:xfrm>
            <a:off x="4545050" y="3625174"/>
            <a:ext cx="437940" cy="215444"/>
          </a:xfrm>
          <a:prstGeom prst="rect">
            <a:avLst/>
          </a:prstGeom>
          <a:noFill/>
        </p:spPr>
        <p:txBody>
          <a:bodyPr wrap="none" rtlCol="0">
            <a:spAutoFit/>
          </a:bodyPr>
          <a:lstStyle/>
          <a:p>
            <a:pPr algn="r"/>
            <a:r>
              <a:rPr lang="en-US" sz="800" dirty="0">
                <a:solidFill>
                  <a:schemeClr val="tx1">
                    <a:lumMod val="50000"/>
                    <a:lumOff val="50000"/>
                  </a:schemeClr>
                </a:solidFill>
              </a:rPr>
              <a:t>03/08</a:t>
            </a:r>
            <a:endParaRPr lang="en-IN" sz="800" dirty="0">
              <a:solidFill>
                <a:schemeClr val="tx1">
                  <a:lumMod val="50000"/>
                  <a:lumOff val="50000"/>
                </a:schemeClr>
              </a:solidFill>
            </a:endParaRPr>
          </a:p>
        </p:txBody>
      </p:sp>
      <p:grpSp>
        <p:nvGrpSpPr>
          <p:cNvPr id="15" name="Group 14">
            <a:extLst>
              <a:ext uri="{FF2B5EF4-FFF2-40B4-BE49-F238E27FC236}">
                <a16:creationId xmlns:a16="http://schemas.microsoft.com/office/drawing/2014/main" id="{898EAD0D-F648-0F69-C057-7FF637FF5A77}"/>
              </a:ext>
            </a:extLst>
          </p:cNvPr>
          <p:cNvGrpSpPr/>
          <p:nvPr/>
        </p:nvGrpSpPr>
        <p:grpSpPr>
          <a:xfrm>
            <a:off x="4545050" y="1437267"/>
            <a:ext cx="1403256" cy="80550"/>
            <a:chOff x="4545050" y="1437267"/>
            <a:chExt cx="1403256" cy="80550"/>
          </a:xfrm>
        </p:grpSpPr>
        <p:sp>
          <p:nvSpPr>
            <p:cNvPr id="16" name="Rectangle: Rounded Corners 15">
              <a:extLst>
                <a:ext uri="{FF2B5EF4-FFF2-40B4-BE49-F238E27FC236}">
                  <a16:creationId xmlns:a16="http://schemas.microsoft.com/office/drawing/2014/main" id="{49E7AD01-C410-797A-DEC5-56EF78D8615A}"/>
                </a:ext>
              </a:extLst>
            </p:cNvPr>
            <p:cNvSpPr/>
            <p:nvPr/>
          </p:nvSpPr>
          <p:spPr>
            <a:xfrm>
              <a:off x="4545050" y="1437267"/>
              <a:ext cx="267849" cy="75791"/>
            </a:xfrm>
            <a:prstGeom prst="roundRect">
              <a:avLst>
                <a:gd name="adj" fmla="val 14001"/>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034573F4-2265-D437-1CE6-F8FDDAE15728}"/>
                </a:ext>
              </a:extLst>
            </p:cNvPr>
            <p:cNvSpPr/>
            <p:nvPr/>
          </p:nvSpPr>
          <p:spPr>
            <a:xfrm>
              <a:off x="4829743"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E1149997-F312-7398-1E8D-B07F2CFE2C9C}"/>
                </a:ext>
              </a:extLst>
            </p:cNvPr>
            <p:cNvSpPr/>
            <p:nvPr/>
          </p:nvSpPr>
          <p:spPr>
            <a:xfrm>
              <a:off x="5114436"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FBDCF320-4CCA-787D-5F44-E3B424A00679}"/>
                </a:ext>
              </a:extLst>
            </p:cNvPr>
            <p:cNvSpPr/>
            <p:nvPr/>
          </p:nvSpPr>
          <p:spPr>
            <a:xfrm>
              <a:off x="5395764" y="1437267"/>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C8EBCDE3-3410-206A-A331-E220932A7B5E}"/>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TextBox 1">
            <a:extLst>
              <a:ext uri="{FF2B5EF4-FFF2-40B4-BE49-F238E27FC236}">
                <a16:creationId xmlns:a16="http://schemas.microsoft.com/office/drawing/2014/main" id="{1E148286-F9BF-89C1-0C42-5A5BAD0DAD19}"/>
              </a:ext>
            </a:extLst>
          </p:cNvPr>
          <p:cNvSpPr txBox="1"/>
          <p:nvPr/>
        </p:nvSpPr>
        <p:spPr>
          <a:xfrm>
            <a:off x="754146" y="3667904"/>
            <a:ext cx="2288684" cy="507831"/>
          </a:xfrm>
          <a:prstGeom prst="rect">
            <a:avLst/>
          </a:prstGeom>
          <a:noFill/>
        </p:spPr>
        <p:txBody>
          <a:bodyPr wrap="square" rtlCol="0">
            <a:spAutoFit/>
          </a:bodyPr>
          <a:lstStyle/>
          <a:p>
            <a:pPr algn="r"/>
            <a:r>
              <a:rPr lang="en-US" sz="900" dirty="0">
                <a:solidFill>
                  <a:schemeClr val="bg1">
                    <a:lumMod val="65000"/>
                  </a:schemeClr>
                </a:solidFill>
              </a:rPr>
              <a:t>This is an optional screen. Few validation may require, few may not. Hawksyn will follow the taxonomy and run accordingly.</a:t>
            </a:r>
            <a:endParaRPr lang="en-IN" sz="900" dirty="0">
              <a:solidFill>
                <a:schemeClr val="bg1">
                  <a:lumMod val="65000"/>
                </a:schemeClr>
              </a:solidFill>
            </a:endParaRPr>
          </a:p>
        </p:txBody>
      </p:sp>
      <p:cxnSp>
        <p:nvCxnSpPr>
          <p:cNvPr id="7" name="Connector: Elbow 6">
            <a:extLst>
              <a:ext uri="{FF2B5EF4-FFF2-40B4-BE49-F238E27FC236}">
                <a16:creationId xmlns:a16="http://schemas.microsoft.com/office/drawing/2014/main" id="{CB3CFB07-E7AD-A1B8-BC8D-3E3414FA2AFD}"/>
              </a:ext>
            </a:extLst>
          </p:cNvPr>
          <p:cNvCxnSpPr>
            <a:cxnSpLocks/>
            <a:stCxn id="2" idx="3"/>
          </p:cNvCxnSpPr>
          <p:nvPr/>
        </p:nvCxnSpPr>
        <p:spPr>
          <a:xfrm flipV="1">
            <a:off x="3042830" y="3561142"/>
            <a:ext cx="1041876" cy="36067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81188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CC3A0-89DD-4A1F-FEEF-0AD7D8828BC6}"/>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4C922A3E-123B-A8F2-08B9-91290E439124}"/>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D5D9EECA-2351-8A2A-AFA0-CF9A2E34C99B}"/>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10C93852-71E0-CDC0-72DE-82A4B52C6A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77CFE123-C96E-43F9-4120-3B4E4A2F1BE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5646DD82-9172-6CE7-EE2F-E0866CA882F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4BA57A5F-8AF7-6C1A-6846-4411FB1EBAFD}"/>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0FBDBC65-FD9A-B4E1-297C-AF466676CBC5}"/>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B5E27272-1682-E8B9-7F1E-2C14C6C9CBC1}"/>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0DD10909-8189-C486-DED1-B8D5AB19A2E0}"/>
                </a:ext>
              </a:extLst>
            </p:cNvPr>
            <p:cNvSpPr txBox="1"/>
            <p:nvPr/>
          </p:nvSpPr>
          <p:spPr>
            <a:xfrm>
              <a:off x="6848402" y="1349079"/>
              <a:ext cx="569388" cy="215444"/>
            </a:xfrm>
            <a:prstGeom prst="rect">
              <a:avLst/>
            </a:prstGeom>
            <a:noFill/>
          </p:spPr>
          <p:txBody>
            <a:bodyPr wrap="none" rtlCol="0">
              <a:spAutoFit/>
            </a:bodyPr>
            <a:lstStyle/>
            <a:p>
              <a:pPr algn="r"/>
              <a:r>
                <a:rPr lang="en-US" sz="800" dirty="0">
                  <a:solidFill>
                    <a:schemeClr val="tx1">
                      <a:lumMod val="50000"/>
                      <a:lumOff val="50000"/>
                    </a:schemeClr>
                  </a:solidFill>
                </a:rPr>
                <a:t>00:04:12</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88E401AD-9219-8CC4-D7B1-4ADDC577245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grpSp>
        <p:nvGrpSpPr>
          <p:cNvPr id="15" name="Group 14">
            <a:extLst>
              <a:ext uri="{FF2B5EF4-FFF2-40B4-BE49-F238E27FC236}">
                <a16:creationId xmlns:a16="http://schemas.microsoft.com/office/drawing/2014/main" id="{FDD60944-451A-86FB-F87E-D3F74C5F9CCD}"/>
              </a:ext>
            </a:extLst>
          </p:cNvPr>
          <p:cNvGrpSpPr/>
          <p:nvPr/>
        </p:nvGrpSpPr>
        <p:grpSpPr>
          <a:xfrm>
            <a:off x="4545050" y="1437267"/>
            <a:ext cx="1403256" cy="80550"/>
            <a:chOff x="4545050" y="1437267"/>
            <a:chExt cx="1403256" cy="80550"/>
          </a:xfrm>
        </p:grpSpPr>
        <p:sp>
          <p:nvSpPr>
            <p:cNvPr id="16" name="Rectangle: Rounded Corners 15">
              <a:extLst>
                <a:ext uri="{FF2B5EF4-FFF2-40B4-BE49-F238E27FC236}">
                  <a16:creationId xmlns:a16="http://schemas.microsoft.com/office/drawing/2014/main" id="{985412F5-9199-2318-EC38-489124D05795}"/>
                </a:ext>
              </a:extLst>
            </p:cNvPr>
            <p:cNvSpPr/>
            <p:nvPr/>
          </p:nvSpPr>
          <p:spPr>
            <a:xfrm>
              <a:off x="4545050" y="1437267"/>
              <a:ext cx="267849" cy="75791"/>
            </a:xfrm>
            <a:prstGeom prst="roundRect">
              <a:avLst>
                <a:gd name="adj" fmla="val 14001"/>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4CFE6B92-2675-F618-5A04-A5FDFC75861B}"/>
                </a:ext>
              </a:extLst>
            </p:cNvPr>
            <p:cNvSpPr/>
            <p:nvPr/>
          </p:nvSpPr>
          <p:spPr>
            <a:xfrm>
              <a:off x="4829743"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05950195-7F1F-626B-0FD9-19C0806FA527}"/>
                </a:ext>
              </a:extLst>
            </p:cNvPr>
            <p:cNvSpPr/>
            <p:nvPr/>
          </p:nvSpPr>
          <p:spPr>
            <a:xfrm>
              <a:off x="5114436"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441B8AFE-F9A3-87C6-D353-1914D51A5393}"/>
                </a:ext>
              </a:extLst>
            </p:cNvPr>
            <p:cNvSpPr/>
            <p:nvPr/>
          </p:nvSpPr>
          <p:spPr>
            <a:xfrm>
              <a:off x="5395764" y="1437267"/>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3388B300-07D2-08DB-3DF7-38821930CF43}"/>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0" name="Rectangle: Rounded Corners 9">
            <a:extLst>
              <a:ext uri="{FF2B5EF4-FFF2-40B4-BE49-F238E27FC236}">
                <a16:creationId xmlns:a16="http://schemas.microsoft.com/office/drawing/2014/main" id="{8B849341-3EB6-7C00-22A5-59FF07342B07}"/>
              </a:ext>
            </a:extLst>
          </p:cNvPr>
          <p:cNvSpPr/>
          <p:nvPr/>
        </p:nvSpPr>
        <p:spPr>
          <a:xfrm>
            <a:off x="5416020" y="5613598"/>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a:t>
            </a:r>
            <a:endParaRPr lang="en-IN" sz="1000" dirty="0"/>
          </a:p>
        </p:txBody>
      </p:sp>
      <p:grpSp>
        <p:nvGrpSpPr>
          <p:cNvPr id="2" name="Group 1">
            <a:extLst>
              <a:ext uri="{FF2B5EF4-FFF2-40B4-BE49-F238E27FC236}">
                <a16:creationId xmlns:a16="http://schemas.microsoft.com/office/drawing/2014/main" id="{C2C2F3DF-55BF-53F0-AAB3-F9674739FEEC}"/>
              </a:ext>
            </a:extLst>
          </p:cNvPr>
          <p:cNvGrpSpPr/>
          <p:nvPr/>
        </p:nvGrpSpPr>
        <p:grpSpPr>
          <a:xfrm>
            <a:off x="4505539" y="1732960"/>
            <a:ext cx="2912251" cy="3527158"/>
            <a:chOff x="4505539" y="1639441"/>
            <a:chExt cx="2912251" cy="3527158"/>
          </a:xfrm>
        </p:grpSpPr>
        <p:sp>
          <p:nvSpPr>
            <p:cNvPr id="3" name="Rectangle: Rounded Corners 2">
              <a:extLst>
                <a:ext uri="{FF2B5EF4-FFF2-40B4-BE49-F238E27FC236}">
                  <a16:creationId xmlns:a16="http://schemas.microsoft.com/office/drawing/2014/main" id="{D6CC7A18-26A1-22E1-8449-90394765927D}"/>
                </a:ext>
              </a:extLst>
            </p:cNvPr>
            <p:cNvSpPr/>
            <p:nvPr/>
          </p:nvSpPr>
          <p:spPr>
            <a:xfrm>
              <a:off x="4505539" y="1639441"/>
              <a:ext cx="2912251" cy="3527158"/>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4" name="Rectangle: Rounded Corners 3">
              <a:extLst>
                <a:ext uri="{FF2B5EF4-FFF2-40B4-BE49-F238E27FC236}">
                  <a16:creationId xmlns:a16="http://schemas.microsoft.com/office/drawing/2014/main" id="{FBE56383-A179-BEA7-43BF-0E00AE00906F}"/>
                </a:ext>
              </a:extLst>
            </p:cNvPr>
            <p:cNvSpPr/>
            <p:nvPr/>
          </p:nvSpPr>
          <p:spPr>
            <a:xfrm>
              <a:off x="4546025" y="1691398"/>
              <a:ext cx="2807345" cy="2703958"/>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6" name="TextBox 5">
              <a:extLst>
                <a:ext uri="{FF2B5EF4-FFF2-40B4-BE49-F238E27FC236}">
                  <a16:creationId xmlns:a16="http://schemas.microsoft.com/office/drawing/2014/main" id="{28375AA6-7A3B-4DF2-086B-714E8F74A602}"/>
                </a:ext>
              </a:extLst>
            </p:cNvPr>
            <p:cNvSpPr txBox="1"/>
            <p:nvPr/>
          </p:nvSpPr>
          <p:spPr>
            <a:xfrm>
              <a:off x="4610100" y="1809030"/>
              <a:ext cx="2679405" cy="2400657"/>
            </a:xfrm>
            <a:prstGeom prst="rect">
              <a:avLst/>
            </a:prstGeom>
            <a:noFill/>
          </p:spPr>
          <p:txBody>
            <a:bodyPr wrap="square" rtlCol="0">
              <a:spAutoFit/>
            </a:bodyPr>
            <a:lstStyle/>
            <a:p>
              <a:r>
                <a:rPr lang="en-US" sz="1050" b="1" dirty="0">
                  <a:solidFill>
                    <a:schemeClr val="bg1">
                      <a:lumMod val="95000"/>
                    </a:schemeClr>
                  </a:solidFill>
                </a:rPr>
                <a:t>Confirm your inputs:</a:t>
              </a:r>
            </a:p>
            <a:p>
              <a:r>
                <a:rPr lang="en-US" sz="900" dirty="0">
                  <a:solidFill>
                    <a:schemeClr val="bg2">
                      <a:lumMod val="50000"/>
                    </a:schemeClr>
                  </a:solidFill>
                </a:rPr>
                <a:t>(You can edit anything)</a:t>
              </a:r>
            </a:p>
            <a:p>
              <a:endParaRPr lang="en-US" sz="1050" dirty="0">
                <a:solidFill>
                  <a:schemeClr val="bg1">
                    <a:lumMod val="95000"/>
                  </a:schemeClr>
                </a:solidFill>
              </a:endParaRPr>
            </a:p>
            <a:p>
              <a:r>
                <a:rPr lang="en-US" sz="900" b="1" dirty="0">
                  <a:solidFill>
                    <a:schemeClr val="bg1">
                      <a:lumMod val="95000"/>
                    </a:schemeClr>
                  </a:solidFill>
                </a:rPr>
                <a:t>Q1</a:t>
              </a:r>
            </a:p>
            <a:p>
              <a:endParaRPr lang="en-US" sz="1050" dirty="0">
                <a:solidFill>
                  <a:schemeClr val="bg1">
                    <a:lumMod val="95000"/>
                  </a:schemeClr>
                </a:solidFill>
              </a:endParaRPr>
            </a:p>
            <a:p>
              <a:endParaRPr lang="en-US" sz="1050" dirty="0">
                <a:solidFill>
                  <a:schemeClr val="bg1">
                    <a:lumMod val="95000"/>
                  </a:schemeClr>
                </a:solidFill>
              </a:endParaRPr>
            </a:p>
            <a:p>
              <a:r>
                <a:rPr lang="en-US" sz="900" b="1" dirty="0">
                  <a:solidFill>
                    <a:schemeClr val="bg1">
                      <a:lumMod val="95000"/>
                    </a:schemeClr>
                  </a:solidFill>
                </a:rPr>
                <a:t>Q2</a:t>
              </a: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900" b="1" dirty="0">
                <a:solidFill>
                  <a:schemeClr val="bg1">
                    <a:lumMod val="95000"/>
                  </a:schemeClr>
                </a:solidFill>
              </a:endParaRPr>
            </a:p>
            <a:p>
              <a:r>
                <a:rPr lang="en-US" sz="900" b="1" dirty="0">
                  <a:solidFill>
                    <a:schemeClr val="bg1">
                      <a:lumMod val="95000"/>
                    </a:schemeClr>
                  </a:solidFill>
                </a:rPr>
                <a:t>Q3</a:t>
              </a:r>
            </a:p>
          </p:txBody>
        </p:sp>
        <p:grpSp>
          <p:nvGrpSpPr>
            <p:cNvPr id="7" name="Group 6">
              <a:extLst>
                <a:ext uri="{FF2B5EF4-FFF2-40B4-BE49-F238E27FC236}">
                  <a16:creationId xmlns:a16="http://schemas.microsoft.com/office/drawing/2014/main" id="{9336B3EC-9990-2D70-460B-F278E40CC5B5}"/>
                </a:ext>
              </a:extLst>
            </p:cNvPr>
            <p:cNvGrpSpPr/>
            <p:nvPr/>
          </p:nvGrpSpPr>
          <p:grpSpPr>
            <a:xfrm>
              <a:off x="7118588" y="1809030"/>
              <a:ext cx="135233" cy="131253"/>
              <a:chOff x="7215685" y="2769327"/>
              <a:chExt cx="135233" cy="131253"/>
            </a:xfrm>
          </p:grpSpPr>
          <p:sp>
            <p:nvSpPr>
              <p:cNvPr id="25" name="Flowchart: Connector 24">
                <a:extLst>
                  <a:ext uri="{FF2B5EF4-FFF2-40B4-BE49-F238E27FC236}">
                    <a16:creationId xmlns:a16="http://schemas.microsoft.com/office/drawing/2014/main" id="{E62A2A35-3797-BE45-27D5-CC2965653E45}"/>
                  </a:ext>
                </a:extLst>
              </p:cNvPr>
              <p:cNvSpPr/>
              <p:nvPr/>
            </p:nvSpPr>
            <p:spPr>
              <a:xfrm>
                <a:off x="7215685" y="2769327"/>
                <a:ext cx="135233" cy="131253"/>
              </a:xfrm>
              <a:prstGeom prst="flowChartConnector">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6" name="Graphic 25" descr="Pencil with solid fill">
                <a:extLst>
                  <a:ext uri="{FF2B5EF4-FFF2-40B4-BE49-F238E27FC236}">
                    <a16:creationId xmlns:a16="http://schemas.microsoft.com/office/drawing/2014/main" id="{09F690BB-1BEE-28AB-EAF6-246932A7E8C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34565" y="2786217"/>
                <a:ext cx="97472" cy="97472"/>
              </a:xfrm>
              <a:prstGeom prst="rect">
                <a:avLst/>
              </a:prstGeom>
            </p:spPr>
          </p:pic>
        </p:grpSp>
        <p:sp>
          <p:nvSpPr>
            <p:cNvPr id="8" name="Rectangle: Rounded Corners 7">
              <a:extLst>
                <a:ext uri="{FF2B5EF4-FFF2-40B4-BE49-F238E27FC236}">
                  <a16:creationId xmlns:a16="http://schemas.microsoft.com/office/drawing/2014/main" id="{5E080E51-EB22-C0DC-F4DE-CDAC4CDB52BA}"/>
                </a:ext>
              </a:extLst>
            </p:cNvPr>
            <p:cNvSpPr/>
            <p:nvPr/>
          </p:nvSpPr>
          <p:spPr>
            <a:xfrm>
              <a:off x="4718134" y="2535917"/>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9" name="Rectangle: Rounded Corners 8">
              <a:extLst>
                <a:ext uri="{FF2B5EF4-FFF2-40B4-BE49-F238E27FC236}">
                  <a16:creationId xmlns:a16="http://schemas.microsoft.com/office/drawing/2014/main" id="{B17439C9-6B2C-973C-D145-728E0EA4B617}"/>
                </a:ext>
              </a:extLst>
            </p:cNvPr>
            <p:cNvSpPr/>
            <p:nvPr/>
          </p:nvSpPr>
          <p:spPr>
            <a:xfrm>
              <a:off x="4718134" y="2986138"/>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11" name="Rectangle: Rounded Corners 10">
              <a:extLst>
                <a:ext uri="{FF2B5EF4-FFF2-40B4-BE49-F238E27FC236}">
                  <a16:creationId xmlns:a16="http://schemas.microsoft.com/office/drawing/2014/main" id="{4B788F77-AA8B-17EB-66BE-E85FF336A3D8}"/>
                </a:ext>
              </a:extLst>
            </p:cNvPr>
            <p:cNvSpPr/>
            <p:nvPr/>
          </p:nvSpPr>
          <p:spPr>
            <a:xfrm>
              <a:off x="4718134" y="3218132"/>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12" name="Rectangle: Rounded Corners 11">
              <a:extLst>
                <a:ext uri="{FF2B5EF4-FFF2-40B4-BE49-F238E27FC236}">
                  <a16:creationId xmlns:a16="http://schemas.microsoft.com/office/drawing/2014/main" id="{59A29DA4-4AE7-40CD-46E9-81CED08C5509}"/>
                </a:ext>
              </a:extLst>
            </p:cNvPr>
            <p:cNvSpPr/>
            <p:nvPr/>
          </p:nvSpPr>
          <p:spPr>
            <a:xfrm>
              <a:off x="4718134" y="3462703"/>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13" name="Rectangle: Rounded Corners 12">
              <a:extLst>
                <a:ext uri="{FF2B5EF4-FFF2-40B4-BE49-F238E27FC236}">
                  <a16:creationId xmlns:a16="http://schemas.microsoft.com/office/drawing/2014/main" id="{D8EBB1A3-FD72-69A1-902B-10DE7B736012}"/>
                </a:ext>
              </a:extLst>
            </p:cNvPr>
            <p:cNvSpPr/>
            <p:nvPr/>
          </p:nvSpPr>
          <p:spPr>
            <a:xfrm>
              <a:off x="4718134" y="3696543"/>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14" name="Rectangle: Rounded Corners 13">
              <a:extLst>
                <a:ext uri="{FF2B5EF4-FFF2-40B4-BE49-F238E27FC236}">
                  <a16:creationId xmlns:a16="http://schemas.microsoft.com/office/drawing/2014/main" id="{679A536A-A57E-1C60-9B0A-EA6BF7D1EBD1}"/>
                </a:ext>
              </a:extLst>
            </p:cNvPr>
            <p:cNvSpPr/>
            <p:nvPr/>
          </p:nvSpPr>
          <p:spPr>
            <a:xfrm>
              <a:off x="4718134" y="4185411"/>
              <a:ext cx="2319284" cy="345024"/>
            </a:xfrm>
            <a:prstGeom prst="roundRect">
              <a:avLst>
                <a:gd name="adj" fmla="val 4147"/>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IN" sz="800" dirty="0">
                <a:solidFill>
                  <a:schemeClr val="bg1">
                    <a:lumMod val="65000"/>
                  </a:schemeClr>
                </a:solidFill>
              </a:endParaRPr>
            </a:p>
          </p:txBody>
        </p:sp>
        <p:sp>
          <p:nvSpPr>
            <p:cNvPr id="24" name="Rectangle: Rounded Corners 23">
              <a:extLst>
                <a:ext uri="{FF2B5EF4-FFF2-40B4-BE49-F238E27FC236}">
                  <a16:creationId xmlns:a16="http://schemas.microsoft.com/office/drawing/2014/main" id="{DD82FADC-236D-6A70-EAA6-387379E2D818}"/>
                </a:ext>
              </a:extLst>
            </p:cNvPr>
            <p:cNvSpPr/>
            <p:nvPr/>
          </p:nvSpPr>
          <p:spPr>
            <a:xfrm>
              <a:off x="4718134" y="4591550"/>
              <a:ext cx="2319284" cy="345024"/>
            </a:xfrm>
            <a:prstGeom prst="roundRect">
              <a:avLst>
                <a:gd name="adj" fmla="val 4147"/>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IN" sz="800" dirty="0">
                <a:solidFill>
                  <a:schemeClr val="bg1">
                    <a:lumMod val="65000"/>
                  </a:schemeClr>
                </a:solidFill>
              </a:endParaRPr>
            </a:p>
          </p:txBody>
        </p:sp>
      </p:grpSp>
      <p:sp>
        <p:nvSpPr>
          <p:cNvPr id="27" name="TextBox 26">
            <a:extLst>
              <a:ext uri="{FF2B5EF4-FFF2-40B4-BE49-F238E27FC236}">
                <a16:creationId xmlns:a16="http://schemas.microsoft.com/office/drawing/2014/main" id="{83B54406-B38E-EAE2-C4F3-B21F8D1EC897}"/>
              </a:ext>
            </a:extLst>
          </p:cNvPr>
          <p:cNvSpPr txBox="1"/>
          <p:nvPr/>
        </p:nvSpPr>
        <p:spPr>
          <a:xfrm>
            <a:off x="754146" y="3667904"/>
            <a:ext cx="2288684" cy="369332"/>
          </a:xfrm>
          <a:prstGeom prst="rect">
            <a:avLst/>
          </a:prstGeom>
          <a:noFill/>
        </p:spPr>
        <p:txBody>
          <a:bodyPr wrap="square" rtlCol="0">
            <a:spAutoFit/>
          </a:bodyPr>
          <a:lstStyle/>
          <a:p>
            <a:pPr algn="r"/>
            <a:r>
              <a:rPr lang="en-US" sz="900" dirty="0">
                <a:solidFill>
                  <a:schemeClr val="bg1">
                    <a:lumMod val="65000"/>
                  </a:schemeClr>
                </a:solidFill>
              </a:rPr>
              <a:t>After any input hawksyn will re-validate with user before moving ahead.</a:t>
            </a:r>
            <a:endParaRPr lang="en-IN" sz="900" dirty="0">
              <a:solidFill>
                <a:schemeClr val="bg1">
                  <a:lumMod val="65000"/>
                </a:schemeClr>
              </a:solidFill>
            </a:endParaRPr>
          </a:p>
        </p:txBody>
      </p:sp>
      <p:cxnSp>
        <p:nvCxnSpPr>
          <p:cNvPr id="28" name="Connector: Elbow 27">
            <a:extLst>
              <a:ext uri="{FF2B5EF4-FFF2-40B4-BE49-F238E27FC236}">
                <a16:creationId xmlns:a16="http://schemas.microsoft.com/office/drawing/2014/main" id="{22970000-1C93-AE18-782F-E60333427C9F}"/>
              </a:ext>
            </a:extLst>
          </p:cNvPr>
          <p:cNvCxnSpPr>
            <a:cxnSpLocks/>
            <a:stCxn id="27" idx="3"/>
          </p:cNvCxnSpPr>
          <p:nvPr/>
        </p:nvCxnSpPr>
        <p:spPr>
          <a:xfrm flipV="1">
            <a:off x="3042830" y="3561142"/>
            <a:ext cx="1041876" cy="29142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29383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A5434-D6E9-D4A6-16B3-9E3F539BEB21}"/>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F7BF4F39-2442-6D77-2406-F64C68EFB663}"/>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47BB5CD4-1D73-DE79-A35A-A18991255D60}"/>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C9214CA3-EFF3-BCA1-055E-936EDC0F46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52B5107B-3985-3D8A-2507-14CFF70D1DE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BF77C307-8FB1-C7F8-32AF-87B20FD6398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4456300C-E6E2-B2FD-3252-47357CBC5817}"/>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1B628051-5746-FDDE-F38C-29E9E6B4F5EB}"/>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F4B26EBF-6CE4-E99A-068F-FDAFE90FBFD5}"/>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7C7459A8-0D7B-0249-BAC2-4BD19EC00405}"/>
                </a:ext>
              </a:extLst>
            </p:cNvPr>
            <p:cNvSpPr txBox="1"/>
            <p:nvPr/>
          </p:nvSpPr>
          <p:spPr>
            <a:xfrm>
              <a:off x="6848402" y="1349079"/>
              <a:ext cx="569388" cy="215444"/>
            </a:xfrm>
            <a:prstGeom prst="rect">
              <a:avLst/>
            </a:prstGeom>
            <a:noFill/>
          </p:spPr>
          <p:txBody>
            <a:bodyPr wrap="none" rtlCol="0">
              <a:spAutoFit/>
            </a:bodyPr>
            <a:lstStyle/>
            <a:p>
              <a:pPr algn="r"/>
              <a:r>
                <a:rPr lang="en-US" sz="800" dirty="0">
                  <a:solidFill>
                    <a:schemeClr val="tx1">
                      <a:lumMod val="50000"/>
                      <a:lumOff val="50000"/>
                    </a:schemeClr>
                  </a:solidFill>
                </a:rPr>
                <a:t>00:04:58</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9C3292F2-94BF-7EC8-B953-3723FA283C0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sp>
        <p:nvSpPr>
          <p:cNvPr id="3" name="TextBox 2">
            <a:extLst>
              <a:ext uri="{FF2B5EF4-FFF2-40B4-BE49-F238E27FC236}">
                <a16:creationId xmlns:a16="http://schemas.microsoft.com/office/drawing/2014/main" id="{EBC503A1-B033-68A4-7CBC-03D0FF03F0F1}"/>
              </a:ext>
            </a:extLst>
          </p:cNvPr>
          <p:cNvSpPr txBox="1"/>
          <p:nvPr/>
        </p:nvSpPr>
        <p:spPr>
          <a:xfrm>
            <a:off x="4699283" y="3123100"/>
            <a:ext cx="2622465" cy="246221"/>
          </a:xfrm>
          <a:prstGeom prst="rect">
            <a:avLst/>
          </a:prstGeom>
          <a:noFill/>
        </p:spPr>
        <p:txBody>
          <a:bodyPr wrap="square" rtlCol="0">
            <a:spAutoFit/>
          </a:bodyPr>
          <a:lstStyle/>
          <a:p>
            <a:pPr algn="ctr"/>
            <a:r>
              <a:rPr lang="en-US" sz="1000" spc="300" dirty="0">
                <a:solidFill>
                  <a:schemeClr val="bg1">
                    <a:lumMod val="50000"/>
                  </a:schemeClr>
                </a:solidFill>
              </a:rPr>
              <a:t>ANALYZING</a:t>
            </a:r>
            <a:endParaRPr lang="en-IN" sz="900" spc="300" dirty="0">
              <a:solidFill>
                <a:schemeClr val="bg1">
                  <a:lumMod val="50000"/>
                </a:schemeClr>
              </a:solidFill>
            </a:endParaRPr>
          </a:p>
        </p:txBody>
      </p:sp>
      <p:sp>
        <p:nvSpPr>
          <p:cNvPr id="4" name="Rectangle 3">
            <a:extLst>
              <a:ext uri="{FF2B5EF4-FFF2-40B4-BE49-F238E27FC236}">
                <a16:creationId xmlns:a16="http://schemas.microsoft.com/office/drawing/2014/main" id="{0362EF9B-FE83-58BA-396D-9BC6AE3440F9}"/>
              </a:ext>
            </a:extLst>
          </p:cNvPr>
          <p:cNvSpPr/>
          <p:nvPr/>
        </p:nvSpPr>
        <p:spPr>
          <a:xfrm>
            <a:off x="4864371" y="3515423"/>
            <a:ext cx="2234045" cy="45719"/>
          </a:xfrm>
          <a:prstGeom prst="rect">
            <a:avLst/>
          </a:prstGeom>
          <a:gradFill flip="none" rotWithShape="1">
            <a:gsLst>
              <a:gs pos="53000">
                <a:schemeClr val="bg1">
                  <a:lumMod val="50000"/>
                </a:schemeClr>
              </a:gs>
              <a:gs pos="0">
                <a:srgbClr val="0D0D0D"/>
              </a:gs>
              <a:gs pos="100000">
                <a:srgbClr val="0D0D0D"/>
              </a:gs>
            </a:gsLst>
            <a:lin ang="0" scaled="1"/>
            <a:tileRect/>
          </a:gradFill>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grpSp>
        <p:nvGrpSpPr>
          <p:cNvPr id="12" name="Group 11">
            <a:extLst>
              <a:ext uri="{FF2B5EF4-FFF2-40B4-BE49-F238E27FC236}">
                <a16:creationId xmlns:a16="http://schemas.microsoft.com/office/drawing/2014/main" id="{496634C5-0FCF-86B1-48C2-E7FAFFD9ABBD}"/>
              </a:ext>
            </a:extLst>
          </p:cNvPr>
          <p:cNvGrpSpPr/>
          <p:nvPr/>
        </p:nvGrpSpPr>
        <p:grpSpPr>
          <a:xfrm>
            <a:off x="4545050" y="1437267"/>
            <a:ext cx="1403256" cy="80550"/>
            <a:chOff x="4545050" y="1437267"/>
            <a:chExt cx="1403256" cy="80550"/>
          </a:xfrm>
        </p:grpSpPr>
        <p:sp>
          <p:nvSpPr>
            <p:cNvPr id="13" name="Rectangle: Rounded Corners 12">
              <a:extLst>
                <a:ext uri="{FF2B5EF4-FFF2-40B4-BE49-F238E27FC236}">
                  <a16:creationId xmlns:a16="http://schemas.microsoft.com/office/drawing/2014/main" id="{5C0BC928-7059-B35E-B1A1-A8366A9BA3E0}"/>
                </a:ext>
              </a:extLst>
            </p:cNvPr>
            <p:cNvSpPr/>
            <p:nvPr/>
          </p:nvSpPr>
          <p:spPr>
            <a:xfrm>
              <a:off x="4545050" y="1437267"/>
              <a:ext cx="267849" cy="75791"/>
            </a:xfrm>
            <a:prstGeom prst="roundRect">
              <a:avLst>
                <a:gd name="adj" fmla="val 14001"/>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C8EFE2B2-5584-1C4F-5E7B-1BAF2C4E82A0}"/>
                </a:ext>
              </a:extLst>
            </p:cNvPr>
            <p:cNvSpPr/>
            <p:nvPr/>
          </p:nvSpPr>
          <p:spPr>
            <a:xfrm>
              <a:off x="4829743"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D7E67589-E97C-9F74-BCC9-2BC2D111E3D3}"/>
                </a:ext>
              </a:extLst>
            </p:cNvPr>
            <p:cNvSpPr/>
            <p:nvPr/>
          </p:nvSpPr>
          <p:spPr>
            <a:xfrm>
              <a:off x="5114436"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4BD3D2F7-B9FF-CBC9-72F3-F92CFBF72FA7}"/>
                </a:ext>
              </a:extLst>
            </p:cNvPr>
            <p:cNvSpPr/>
            <p:nvPr/>
          </p:nvSpPr>
          <p:spPr>
            <a:xfrm>
              <a:off x="5395764" y="1437267"/>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87675C16-59C0-EAF5-4ABE-59A2E9483A74}"/>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TextBox 1">
            <a:extLst>
              <a:ext uri="{FF2B5EF4-FFF2-40B4-BE49-F238E27FC236}">
                <a16:creationId xmlns:a16="http://schemas.microsoft.com/office/drawing/2014/main" id="{E906EF68-D99F-9235-9C0C-04499D5541D3}"/>
              </a:ext>
            </a:extLst>
          </p:cNvPr>
          <p:cNvSpPr txBox="1"/>
          <p:nvPr/>
        </p:nvSpPr>
        <p:spPr>
          <a:xfrm>
            <a:off x="1173018" y="2697075"/>
            <a:ext cx="2382350" cy="230832"/>
          </a:xfrm>
          <a:prstGeom prst="rect">
            <a:avLst/>
          </a:prstGeom>
          <a:noFill/>
        </p:spPr>
        <p:txBody>
          <a:bodyPr wrap="square" rtlCol="0">
            <a:spAutoFit/>
          </a:bodyPr>
          <a:lstStyle/>
          <a:p>
            <a:pPr algn="r"/>
            <a:r>
              <a:rPr lang="en-US" sz="900" dirty="0">
                <a:solidFill>
                  <a:schemeClr val="bg1">
                    <a:lumMod val="65000"/>
                  </a:schemeClr>
                </a:solidFill>
              </a:rPr>
              <a:t>Hawksyn will proceed for validation process</a:t>
            </a:r>
            <a:endParaRPr lang="en-IN" sz="900" dirty="0">
              <a:solidFill>
                <a:schemeClr val="bg1">
                  <a:lumMod val="65000"/>
                </a:schemeClr>
              </a:solidFill>
            </a:endParaRPr>
          </a:p>
        </p:txBody>
      </p:sp>
      <p:cxnSp>
        <p:nvCxnSpPr>
          <p:cNvPr id="6" name="Connector: Elbow 5">
            <a:extLst>
              <a:ext uri="{FF2B5EF4-FFF2-40B4-BE49-F238E27FC236}">
                <a16:creationId xmlns:a16="http://schemas.microsoft.com/office/drawing/2014/main" id="{A30B9123-8C02-0D98-BE9D-EB8E9506FDD6}"/>
              </a:ext>
            </a:extLst>
          </p:cNvPr>
          <p:cNvCxnSpPr>
            <a:cxnSpLocks/>
            <a:stCxn id="2" idx="3"/>
          </p:cNvCxnSpPr>
          <p:nvPr/>
        </p:nvCxnSpPr>
        <p:spPr>
          <a:xfrm>
            <a:off x="3555368" y="2812491"/>
            <a:ext cx="753601" cy="7029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82887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9E42F-2145-D92D-927B-AE6E6118CFF4}"/>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C367A19F-515A-2143-CD11-8D6EB5E2929B}"/>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EF3291A7-9149-86D6-791C-561B3399892D}"/>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69085E41-8655-4E7C-2EC3-18FEC4DCF8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E156DE7E-7F30-3309-3A11-6C84D476492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1F788002-CC71-5B9F-6804-B8BB7D9A67D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9CC0E39C-1ACE-B0D4-D448-B1490BE56A69}"/>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7F7FD999-ABA9-BA61-7447-F75F69AE058E}"/>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B3FFC32C-EB22-8A18-7692-5C50216B39D8}"/>
              </a:ext>
            </a:extLst>
          </p:cNvPr>
          <p:cNvSpPr/>
          <p:nvPr/>
        </p:nvSpPr>
        <p:spPr>
          <a:xfrm>
            <a:off x="5441752" y="6031045"/>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a:t>
            </a:r>
            <a:endParaRPr lang="en-IN" sz="1000" dirty="0"/>
          </a:p>
        </p:txBody>
      </p:sp>
      <p:grpSp>
        <p:nvGrpSpPr>
          <p:cNvPr id="18" name="Group 17">
            <a:extLst>
              <a:ext uri="{FF2B5EF4-FFF2-40B4-BE49-F238E27FC236}">
                <a16:creationId xmlns:a16="http://schemas.microsoft.com/office/drawing/2014/main" id="{2AB710F9-3228-3EB6-44CA-12343FD14894}"/>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AD0A1DA5-4BB5-6556-C810-629A22B3C61B}"/>
                </a:ext>
              </a:extLst>
            </p:cNvPr>
            <p:cNvSpPr txBox="1"/>
            <p:nvPr/>
          </p:nvSpPr>
          <p:spPr>
            <a:xfrm>
              <a:off x="6848402" y="1349079"/>
              <a:ext cx="569388" cy="215444"/>
            </a:xfrm>
            <a:prstGeom prst="rect">
              <a:avLst/>
            </a:prstGeom>
            <a:noFill/>
          </p:spPr>
          <p:txBody>
            <a:bodyPr wrap="none" rtlCol="0">
              <a:spAutoFit/>
            </a:bodyPr>
            <a:lstStyle/>
            <a:p>
              <a:pPr algn="r"/>
              <a:r>
                <a:rPr lang="en-US" sz="800" dirty="0">
                  <a:solidFill>
                    <a:schemeClr val="tx1">
                      <a:lumMod val="50000"/>
                      <a:lumOff val="50000"/>
                    </a:schemeClr>
                  </a:solidFill>
                </a:rPr>
                <a:t>00:05:12</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1152FEF4-E9F2-6371-53E1-BB9C590B8A9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sp>
        <p:nvSpPr>
          <p:cNvPr id="6" name="TextBox 5">
            <a:extLst>
              <a:ext uri="{FF2B5EF4-FFF2-40B4-BE49-F238E27FC236}">
                <a16:creationId xmlns:a16="http://schemas.microsoft.com/office/drawing/2014/main" id="{321D84F1-2813-BA30-2E68-41FEA3BAFD7F}"/>
              </a:ext>
            </a:extLst>
          </p:cNvPr>
          <p:cNvSpPr txBox="1"/>
          <p:nvPr/>
        </p:nvSpPr>
        <p:spPr>
          <a:xfrm>
            <a:off x="4545050" y="1920307"/>
            <a:ext cx="2860759" cy="1508105"/>
          </a:xfrm>
          <a:prstGeom prst="rect">
            <a:avLst/>
          </a:prstGeom>
          <a:noFill/>
        </p:spPr>
        <p:txBody>
          <a:bodyPr wrap="square">
            <a:spAutoFit/>
          </a:bodyPr>
          <a:lstStyle/>
          <a:p>
            <a:pPr>
              <a:buNone/>
            </a:pPr>
            <a:r>
              <a:rPr lang="en-US" sz="1100" b="1" dirty="0">
                <a:solidFill>
                  <a:schemeClr val="bg1"/>
                </a:solidFill>
              </a:rPr>
              <a:t>If your role is disrupted, how dependent is your income on this job?</a:t>
            </a:r>
          </a:p>
          <a:p>
            <a:pPr>
              <a:buNone/>
            </a:pPr>
            <a:endParaRPr lang="en-US" sz="1100" b="1" dirty="0">
              <a:solidFill>
                <a:schemeClr val="bg1"/>
              </a:solidFill>
            </a:endParaRPr>
          </a:p>
          <a:p>
            <a:pPr marL="171450" indent="-171450">
              <a:spcAft>
                <a:spcPts val="600"/>
              </a:spcAft>
              <a:buFont typeface="Arial" panose="020B0604020202020204" pitchFamily="34" charset="0"/>
              <a:buChar char="•"/>
            </a:pPr>
            <a:r>
              <a:rPr lang="en-US" sz="1100" dirty="0">
                <a:solidFill>
                  <a:schemeClr val="bg1"/>
                </a:solidFill>
              </a:rPr>
              <a:t>Fully dependent</a:t>
            </a:r>
          </a:p>
          <a:p>
            <a:pPr marL="171450" indent="-171450">
              <a:spcAft>
                <a:spcPts val="600"/>
              </a:spcAft>
              <a:buFont typeface="Arial" panose="020B0604020202020204" pitchFamily="34" charset="0"/>
              <a:buChar char="•"/>
            </a:pPr>
            <a:r>
              <a:rPr lang="en-US" sz="1100" dirty="0">
                <a:solidFill>
                  <a:schemeClr val="bg1"/>
                </a:solidFill>
              </a:rPr>
              <a:t>Mostly dependent</a:t>
            </a:r>
          </a:p>
          <a:p>
            <a:pPr marL="171450" indent="-171450">
              <a:spcAft>
                <a:spcPts val="600"/>
              </a:spcAft>
              <a:buFont typeface="Arial" panose="020B0604020202020204" pitchFamily="34" charset="0"/>
              <a:buChar char="•"/>
            </a:pPr>
            <a:r>
              <a:rPr lang="en-US" sz="1100" dirty="0">
                <a:solidFill>
                  <a:schemeClr val="bg1"/>
                </a:solidFill>
              </a:rPr>
              <a:t>Partially dependent</a:t>
            </a:r>
          </a:p>
          <a:p>
            <a:pPr marL="171450" indent="-171450">
              <a:spcAft>
                <a:spcPts val="600"/>
              </a:spcAft>
              <a:buFont typeface="Arial" panose="020B0604020202020204" pitchFamily="34" charset="0"/>
              <a:buChar char="•"/>
            </a:pPr>
            <a:r>
              <a:rPr lang="en-US" sz="1100" dirty="0">
                <a:solidFill>
                  <a:schemeClr val="bg1"/>
                </a:solidFill>
              </a:rPr>
              <a:t>Not dependent</a:t>
            </a:r>
          </a:p>
        </p:txBody>
      </p:sp>
      <p:sp>
        <p:nvSpPr>
          <p:cNvPr id="13" name="TextBox 12">
            <a:extLst>
              <a:ext uri="{FF2B5EF4-FFF2-40B4-BE49-F238E27FC236}">
                <a16:creationId xmlns:a16="http://schemas.microsoft.com/office/drawing/2014/main" id="{1F25347F-558D-A839-741F-E53604772A3E}"/>
              </a:ext>
            </a:extLst>
          </p:cNvPr>
          <p:cNvSpPr txBox="1"/>
          <p:nvPr/>
        </p:nvSpPr>
        <p:spPr>
          <a:xfrm>
            <a:off x="4545050" y="1686473"/>
            <a:ext cx="437940" cy="215444"/>
          </a:xfrm>
          <a:prstGeom prst="rect">
            <a:avLst/>
          </a:prstGeom>
          <a:noFill/>
        </p:spPr>
        <p:txBody>
          <a:bodyPr wrap="none" rtlCol="0">
            <a:spAutoFit/>
          </a:bodyPr>
          <a:lstStyle/>
          <a:p>
            <a:pPr algn="r"/>
            <a:r>
              <a:rPr lang="en-US" sz="800" dirty="0">
                <a:solidFill>
                  <a:schemeClr val="tx1">
                    <a:lumMod val="50000"/>
                    <a:lumOff val="50000"/>
                  </a:schemeClr>
                </a:solidFill>
              </a:rPr>
              <a:t>02/08</a:t>
            </a:r>
            <a:endParaRPr lang="en-IN" sz="800" dirty="0">
              <a:solidFill>
                <a:schemeClr val="tx1">
                  <a:lumMod val="50000"/>
                  <a:lumOff val="50000"/>
                </a:schemeClr>
              </a:solidFill>
            </a:endParaRPr>
          </a:p>
        </p:txBody>
      </p:sp>
      <p:sp>
        <p:nvSpPr>
          <p:cNvPr id="3" name="TextBox 2">
            <a:extLst>
              <a:ext uri="{FF2B5EF4-FFF2-40B4-BE49-F238E27FC236}">
                <a16:creationId xmlns:a16="http://schemas.microsoft.com/office/drawing/2014/main" id="{C7955AFC-0B68-7B86-967E-946C66999A8C}"/>
              </a:ext>
            </a:extLst>
          </p:cNvPr>
          <p:cNvSpPr txBox="1"/>
          <p:nvPr/>
        </p:nvSpPr>
        <p:spPr>
          <a:xfrm>
            <a:off x="4545050" y="3763758"/>
            <a:ext cx="2860759" cy="1431161"/>
          </a:xfrm>
          <a:prstGeom prst="rect">
            <a:avLst/>
          </a:prstGeom>
          <a:noFill/>
        </p:spPr>
        <p:txBody>
          <a:bodyPr wrap="square">
            <a:spAutoFit/>
          </a:bodyPr>
          <a:lstStyle/>
          <a:p>
            <a:pPr>
              <a:buNone/>
            </a:pPr>
            <a:r>
              <a:rPr lang="en-US" sz="1100" b="1" dirty="0">
                <a:solidFill>
                  <a:schemeClr val="bg1"/>
                </a:solidFill>
              </a:rPr>
              <a:t>If needed, how long could you manage before finding an alternative role or income?</a:t>
            </a:r>
          </a:p>
          <a:p>
            <a:pPr>
              <a:buNone/>
            </a:pPr>
            <a:endParaRPr lang="en-US" sz="1100" b="1" dirty="0">
              <a:solidFill>
                <a:schemeClr val="bg1"/>
              </a:solidFill>
            </a:endParaRPr>
          </a:p>
          <a:p>
            <a:pPr marL="171450" indent="-171450">
              <a:spcAft>
                <a:spcPts val="600"/>
              </a:spcAft>
              <a:buFont typeface="Arial" panose="020B0604020202020204" pitchFamily="34" charset="0"/>
              <a:buChar char="•"/>
            </a:pPr>
            <a:r>
              <a:rPr lang="en-US" sz="1100" dirty="0">
                <a:solidFill>
                  <a:schemeClr val="bg1"/>
                </a:solidFill>
              </a:rPr>
              <a:t>Less than 3 months</a:t>
            </a:r>
          </a:p>
          <a:p>
            <a:pPr marL="171450" indent="-171450">
              <a:spcAft>
                <a:spcPts val="600"/>
              </a:spcAft>
              <a:buFont typeface="Arial" panose="020B0604020202020204" pitchFamily="34" charset="0"/>
              <a:buChar char="•"/>
            </a:pPr>
            <a:r>
              <a:rPr lang="en-US" sz="1100" dirty="0">
                <a:solidFill>
                  <a:schemeClr val="bg1"/>
                </a:solidFill>
              </a:rPr>
              <a:t>3–6 months</a:t>
            </a:r>
          </a:p>
          <a:p>
            <a:pPr marL="171450" indent="-171450">
              <a:spcAft>
                <a:spcPts val="600"/>
              </a:spcAft>
              <a:buFont typeface="Arial" panose="020B0604020202020204" pitchFamily="34" charset="0"/>
              <a:buChar char="•"/>
            </a:pPr>
            <a:r>
              <a:rPr lang="en-US" sz="1100" dirty="0">
                <a:solidFill>
                  <a:schemeClr val="bg1"/>
                </a:solidFill>
              </a:rPr>
              <a:t>6–12 months</a:t>
            </a:r>
          </a:p>
        </p:txBody>
      </p:sp>
      <p:sp>
        <p:nvSpPr>
          <p:cNvPr id="4" name="TextBox 3">
            <a:extLst>
              <a:ext uri="{FF2B5EF4-FFF2-40B4-BE49-F238E27FC236}">
                <a16:creationId xmlns:a16="http://schemas.microsoft.com/office/drawing/2014/main" id="{4988D6AF-D417-7D70-366C-5EA1C4022F6F}"/>
              </a:ext>
            </a:extLst>
          </p:cNvPr>
          <p:cNvSpPr txBox="1"/>
          <p:nvPr/>
        </p:nvSpPr>
        <p:spPr>
          <a:xfrm>
            <a:off x="4545050" y="3529924"/>
            <a:ext cx="437940" cy="215444"/>
          </a:xfrm>
          <a:prstGeom prst="rect">
            <a:avLst/>
          </a:prstGeom>
          <a:noFill/>
        </p:spPr>
        <p:txBody>
          <a:bodyPr wrap="none" rtlCol="0">
            <a:spAutoFit/>
          </a:bodyPr>
          <a:lstStyle/>
          <a:p>
            <a:pPr algn="r"/>
            <a:r>
              <a:rPr lang="en-US" sz="800" dirty="0">
                <a:solidFill>
                  <a:schemeClr val="tx1">
                    <a:lumMod val="50000"/>
                    <a:lumOff val="50000"/>
                  </a:schemeClr>
                </a:solidFill>
              </a:rPr>
              <a:t>03/08</a:t>
            </a:r>
            <a:endParaRPr lang="en-IN" sz="800" dirty="0">
              <a:solidFill>
                <a:schemeClr val="tx1">
                  <a:lumMod val="50000"/>
                  <a:lumOff val="50000"/>
                </a:schemeClr>
              </a:solidFill>
            </a:endParaRPr>
          </a:p>
        </p:txBody>
      </p:sp>
      <p:grpSp>
        <p:nvGrpSpPr>
          <p:cNvPr id="23" name="Group 22">
            <a:extLst>
              <a:ext uri="{FF2B5EF4-FFF2-40B4-BE49-F238E27FC236}">
                <a16:creationId xmlns:a16="http://schemas.microsoft.com/office/drawing/2014/main" id="{86E51AB9-1386-61BC-4014-CA5FBCB8AF5B}"/>
              </a:ext>
            </a:extLst>
          </p:cNvPr>
          <p:cNvGrpSpPr/>
          <p:nvPr/>
        </p:nvGrpSpPr>
        <p:grpSpPr>
          <a:xfrm>
            <a:off x="4545050" y="1437267"/>
            <a:ext cx="1403256" cy="80550"/>
            <a:chOff x="4545050" y="1437267"/>
            <a:chExt cx="1403256" cy="80550"/>
          </a:xfrm>
        </p:grpSpPr>
        <p:sp>
          <p:nvSpPr>
            <p:cNvPr id="24" name="Rectangle: Rounded Corners 23">
              <a:extLst>
                <a:ext uri="{FF2B5EF4-FFF2-40B4-BE49-F238E27FC236}">
                  <a16:creationId xmlns:a16="http://schemas.microsoft.com/office/drawing/2014/main" id="{41BD415C-1CFE-2569-4ABC-B7ECF25D76D9}"/>
                </a:ext>
              </a:extLst>
            </p:cNvPr>
            <p:cNvSpPr/>
            <p:nvPr/>
          </p:nvSpPr>
          <p:spPr>
            <a:xfrm>
              <a:off x="4545050" y="1437267"/>
              <a:ext cx="267849" cy="75791"/>
            </a:xfrm>
            <a:prstGeom prst="roundRect">
              <a:avLst>
                <a:gd name="adj" fmla="val 14001"/>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Rounded Corners 24">
              <a:extLst>
                <a:ext uri="{FF2B5EF4-FFF2-40B4-BE49-F238E27FC236}">
                  <a16:creationId xmlns:a16="http://schemas.microsoft.com/office/drawing/2014/main" id="{6FBD0C40-6053-D1FC-9A82-69DAACD2962D}"/>
                </a:ext>
              </a:extLst>
            </p:cNvPr>
            <p:cNvSpPr/>
            <p:nvPr/>
          </p:nvSpPr>
          <p:spPr>
            <a:xfrm>
              <a:off x="4829743"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Rectangle: Rounded Corners 25">
              <a:extLst>
                <a:ext uri="{FF2B5EF4-FFF2-40B4-BE49-F238E27FC236}">
                  <a16:creationId xmlns:a16="http://schemas.microsoft.com/office/drawing/2014/main" id="{763B97CD-9E69-0E43-3BDB-E05DFE7BE3D2}"/>
                </a:ext>
              </a:extLst>
            </p:cNvPr>
            <p:cNvSpPr/>
            <p:nvPr/>
          </p:nvSpPr>
          <p:spPr>
            <a:xfrm>
              <a:off x="5114436"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CF949820-D017-88B0-503E-93D4FA677206}"/>
                </a:ext>
              </a:extLst>
            </p:cNvPr>
            <p:cNvSpPr/>
            <p:nvPr/>
          </p:nvSpPr>
          <p:spPr>
            <a:xfrm>
              <a:off x="5395764" y="1437267"/>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E0FC3DB7-A314-B271-DB13-08554205B05F}"/>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TextBox 1">
            <a:extLst>
              <a:ext uri="{FF2B5EF4-FFF2-40B4-BE49-F238E27FC236}">
                <a16:creationId xmlns:a16="http://schemas.microsoft.com/office/drawing/2014/main" id="{14A0BE97-357B-E1BE-A20C-A34BD0156077}"/>
              </a:ext>
            </a:extLst>
          </p:cNvPr>
          <p:cNvSpPr txBox="1"/>
          <p:nvPr/>
        </p:nvSpPr>
        <p:spPr>
          <a:xfrm>
            <a:off x="754146" y="3667904"/>
            <a:ext cx="2288684" cy="507831"/>
          </a:xfrm>
          <a:prstGeom prst="rect">
            <a:avLst/>
          </a:prstGeom>
          <a:noFill/>
        </p:spPr>
        <p:txBody>
          <a:bodyPr wrap="square" rtlCol="0">
            <a:spAutoFit/>
          </a:bodyPr>
          <a:lstStyle/>
          <a:p>
            <a:pPr algn="r"/>
            <a:r>
              <a:rPr lang="en-US" sz="900" dirty="0">
                <a:solidFill>
                  <a:schemeClr val="bg1">
                    <a:lumMod val="65000"/>
                  </a:schemeClr>
                </a:solidFill>
              </a:rPr>
              <a:t>This is an optional screen. Few validation may require, few may not. Hawksyn will follow the taxonomy and run accordingly.</a:t>
            </a:r>
            <a:endParaRPr lang="en-IN" sz="900" dirty="0">
              <a:solidFill>
                <a:schemeClr val="bg1">
                  <a:lumMod val="65000"/>
                </a:schemeClr>
              </a:solidFill>
            </a:endParaRPr>
          </a:p>
        </p:txBody>
      </p:sp>
      <p:cxnSp>
        <p:nvCxnSpPr>
          <p:cNvPr id="7" name="Connector: Elbow 6">
            <a:extLst>
              <a:ext uri="{FF2B5EF4-FFF2-40B4-BE49-F238E27FC236}">
                <a16:creationId xmlns:a16="http://schemas.microsoft.com/office/drawing/2014/main" id="{7295563C-C1F0-8936-6AB5-70A8F48B4D6C}"/>
              </a:ext>
            </a:extLst>
          </p:cNvPr>
          <p:cNvCxnSpPr>
            <a:cxnSpLocks/>
            <a:stCxn id="2" idx="3"/>
          </p:cNvCxnSpPr>
          <p:nvPr/>
        </p:nvCxnSpPr>
        <p:spPr>
          <a:xfrm flipV="1">
            <a:off x="3042830" y="3561142"/>
            <a:ext cx="1041876" cy="36067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32376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439C3-8A09-F5E8-3150-3B328A0E2413}"/>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808C859F-6833-5356-97FA-4F88E7923E3B}"/>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9782FE16-0F8F-C088-9200-F2FDA5212F89}"/>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3EA0179C-8393-B724-416A-DC36C7589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BDEBBB8D-7A03-E2A0-B927-F9F9EFE8436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F6CCE6A9-2ED4-E5EF-4DE0-DB583D7B376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D674FAD2-D755-D856-D881-6913DE824AC1}"/>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BECD56AF-2BE6-0C93-91BD-F8D2EB4E2B45}"/>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0ADC9BDF-E8C7-E8EA-E4AE-9902B306677A}"/>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B549CE2A-1682-7D39-058B-DFEE2D2F79A6}"/>
                </a:ext>
              </a:extLst>
            </p:cNvPr>
            <p:cNvSpPr txBox="1"/>
            <p:nvPr/>
          </p:nvSpPr>
          <p:spPr>
            <a:xfrm>
              <a:off x="6848402" y="1349079"/>
              <a:ext cx="569388" cy="215444"/>
            </a:xfrm>
            <a:prstGeom prst="rect">
              <a:avLst/>
            </a:prstGeom>
            <a:noFill/>
          </p:spPr>
          <p:txBody>
            <a:bodyPr wrap="none" rtlCol="0">
              <a:spAutoFit/>
            </a:bodyPr>
            <a:lstStyle/>
            <a:p>
              <a:pPr algn="r"/>
              <a:r>
                <a:rPr lang="en-US" sz="800" dirty="0">
                  <a:solidFill>
                    <a:schemeClr val="tx1">
                      <a:lumMod val="50000"/>
                      <a:lumOff val="50000"/>
                    </a:schemeClr>
                  </a:solidFill>
                </a:rPr>
                <a:t>00:05:12</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FF84B491-83A7-A710-2E0A-0BFD126DD70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grpSp>
        <p:nvGrpSpPr>
          <p:cNvPr id="23" name="Group 22">
            <a:extLst>
              <a:ext uri="{FF2B5EF4-FFF2-40B4-BE49-F238E27FC236}">
                <a16:creationId xmlns:a16="http://schemas.microsoft.com/office/drawing/2014/main" id="{B9FAE121-1A63-0482-AFBD-F6E6B0A90744}"/>
              </a:ext>
            </a:extLst>
          </p:cNvPr>
          <p:cNvGrpSpPr/>
          <p:nvPr/>
        </p:nvGrpSpPr>
        <p:grpSpPr>
          <a:xfrm>
            <a:off x="4545050" y="1437267"/>
            <a:ext cx="1403256" cy="80550"/>
            <a:chOff x="4545050" y="1437267"/>
            <a:chExt cx="1403256" cy="80550"/>
          </a:xfrm>
        </p:grpSpPr>
        <p:sp>
          <p:nvSpPr>
            <p:cNvPr id="24" name="Rectangle: Rounded Corners 23">
              <a:extLst>
                <a:ext uri="{FF2B5EF4-FFF2-40B4-BE49-F238E27FC236}">
                  <a16:creationId xmlns:a16="http://schemas.microsoft.com/office/drawing/2014/main" id="{BF94FE6A-F8FB-CA0C-7D7F-C55539796CF0}"/>
                </a:ext>
              </a:extLst>
            </p:cNvPr>
            <p:cNvSpPr/>
            <p:nvPr/>
          </p:nvSpPr>
          <p:spPr>
            <a:xfrm>
              <a:off x="4545050" y="1437267"/>
              <a:ext cx="267849" cy="75791"/>
            </a:xfrm>
            <a:prstGeom prst="roundRect">
              <a:avLst>
                <a:gd name="adj" fmla="val 14001"/>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Rounded Corners 24">
              <a:extLst>
                <a:ext uri="{FF2B5EF4-FFF2-40B4-BE49-F238E27FC236}">
                  <a16:creationId xmlns:a16="http://schemas.microsoft.com/office/drawing/2014/main" id="{67D12A4B-7D8A-9B75-D899-5E09FD8E3DC6}"/>
                </a:ext>
              </a:extLst>
            </p:cNvPr>
            <p:cNvSpPr/>
            <p:nvPr/>
          </p:nvSpPr>
          <p:spPr>
            <a:xfrm>
              <a:off x="4829743"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Rectangle: Rounded Corners 25">
              <a:extLst>
                <a:ext uri="{FF2B5EF4-FFF2-40B4-BE49-F238E27FC236}">
                  <a16:creationId xmlns:a16="http://schemas.microsoft.com/office/drawing/2014/main" id="{E87DC639-145B-0B9F-3248-4F87F28010B8}"/>
                </a:ext>
              </a:extLst>
            </p:cNvPr>
            <p:cNvSpPr/>
            <p:nvPr/>
          </p:nvSpPr>
          <p:spPr>
            <a:xfrm>
              <a:off x="5114436"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149AB2DF-FB79-94AD-F8D1-5BDA3BC8A412}"/>
                </a:ext>
              </a:extLst>
            </p:cNvPr>
            <p:cNvSpPr/>
            <p:nvPr/>
          </p:nvSpPr>
          <p:spPr>
            <a:xfrm>
              <a:off x="5395764" y="1437267"/>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B85A07D0-4955-CB54-89C5-B57D47D9A836}"/>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0" name="Rectangle: Rounded Corners 9">
            <a:extLst>
              <a:ext uri="{FF2B5EF4-FFF2-40B4-BE49-F238E27FC236}">
                <a16:creationId xmlns:a16="http://schemas.microsoft.com/office/drawing/2014/main" id="{34E636EC-21B6-C5D8-5972-72B0128D19C0}"/>
              </a:ext>
            </a:extLst>
          </p:cNvPr>
          <p:cNvSpPr/>
          <p:nvPr/>
        </p:nvSpPr>
        <p:spPr>
          <a:xfrm>
            <a:off x="5416020" y="5613598"/>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a:t>
            </a:r>
            <a:endParaRPr lang="en-IN" sz="1000" dirty="0"/>
          </a:p>
        </p:txBody>
      </p:sp>
      <p:grpSp>
        <p:nvGrpSpPr>
          <p:cNvPr id="37" name="Group 36">
            <a:extLst>
              <a:ext uri="{FF2B5EF4-FFF2-40B4-BE49-F238E27FC236}">
                <a16:creationId xmlns:a16="http://schemas.microsoft.com/office/drawing/2014/main" id="{6F359AF4-9999-20A9-4644-51C4A688F1ED}"/>
              </a:ext>
            </a:extLst>
          </p:cNvPr>
          <p:cNvGrpSpPr/>
          <p:nvPr/>
        </p:nvGrpSpPr>
        <p:grpSpPr>
          <a:xfrm>
            <a:off x="4505539" y="1732960"/>
            <a:ext cx="2912251" cy="3527158"/>
            <a:chOff x="4505539" y="1639441"/>
            <a:chExt cx="2912251" cy="3527158"/>
          </a:xfrm>
        </p:grpSpPr>
        <p:sp>
          <p:nvSpPr>
            <p:cNvPr id="38" name="Rectangle: Rounded Corners 37">
              <a:extLst>
                <a:ext uri="{FF2B5EF4-FFF2-40B4-BE49-F238E27FC236}">
                  <a16:creationId xmlns:a16="http://schemas.microsoft.com/office/drawing/2014/main" id="{BDC1FA8D-5DDB-A7B7-B782-C8B62CDF9844}"/>
                </a:ext>
              </a:extLst>
            </p:cNvPr>
            <p:cNvSpPr/>
            <p:nvPr/>
          </p:nvSpPr>
          <p:spPr>
            <a:xfrm>
              <a:off x="4505539" y="1639441"/>
              <a:ext cx="2912251" cy="3527158"/>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39" name="Rectangle: Rounded Corners 38">
              <a:extLst>
                <a:ext uri="{FF2B5EF4-FFF2-40B4-BE49-F238E27FC236}">
                  <a16:creationId xmlns:a16="http://schemas.microsoft.com/office/drawing/2014/main" id="{0E0E027A-260F-9C22-D581-4D947B6E8215}"/>
                </a:ext>
              </a:extLst>
            </p:cNvPr>
            <p:cNvSpPr/>
            <p:nvPr/>
          </p:nvSpPr>
          <p:spPr>
            <a:xfrm>
              <a:off x="4546025" y="1691398"/>
              <a:ext cx="2807345" cy="2703958"/>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40" name="TextBox 39">
              <a:extLst>
                <a:ext uri="{FF2B5EF4-FFF2-40B4-BE49-F238E27FC236}">
                  <a16:creationId xmlns:a16="http://schemas.microsoft.com/office/drawing/2014/main" id="{47221732-1D02-1035-C8A4-11FBABD4E474}"/>
                </a:ext>
              </a:extLst>
            </p:cNvPr>
            <p:cNvSpPr txBox="1"/>
            <p:nvPr/>
          </p:nvSpPr>
          <p:spPr>
            <a:xfrm>
              <a:off x="4610100" y="1809030"/>
              <a:ext cx="2679405" cy="2400657"/>
            </a:xfrm>
            <a:prstGeom prst="rect">
              <a:avLst/>
            </a:prstGeom>
            <a:noFill/>
          </p:spPr>
          <p:txBody>
            <a:bodyPr wrap="square" rtlCol="0">
              <a:spAutoFit/>
            </a:bodyPr>
            <a:lstStyle/>
            <a:p>
              <a:r>
                <a:rPr lang="en-US" sz="1050" b="1" dirty="0">
                  <a:solidFill>
                    <a:schemeClr val="bg1">
                      <a:lumMod val="95000"/>
                    </a:schemeClr>
                  </a:solidFill>
                </a:rPr>
                <a:t>Confirm your inputs:</a:t>
              </a:r>
            </a:p>
            <a:p>
              <a:r>
                <a:rPr lang="en-US" sz="900" dirty="0">
                  <a:solidFill>
                    <a:schemeClr val="bg2">
                      <a:lumMod val="50000"/>
                    </a:schemeClr>
                  </a:solidFill>
                </a:rPr>
                <a:t>(You can edit anything)</a:t>
              </a:r>
            </a:p>
            <a:p>
              <a:endParaRPr lang="en-US" sz="1050" dirty="0">
                <a:solidFill>
                  <a:schemeClr val="bg1">
                    <a:lumMod val="95000"/>
                  </a:schemeClr>
                </a:solidFill>
              </a:endParaRPr>
            </a:p>
            <a:p>
              <a:r>
                <a:rPr lang="en-US" sz="900" b="1" dirty="0">
                  <a:solidFill>
                    <a:schemeClr val="bg1">
                      <a:lumMod val="95000"/>
                    </a:schemeClr>
                  </a:solidFill>
                </a:rPr>
                <a:t>Q1</a:t>
              </a:r>
            </a:p>
            <a:p>
              <a:endParaRPr lang="en-US" sz="1050" dirty="0">
                <a:solidFill>
                  <a:schemeClr val="bg1">
                    <a:lumMod val="95000"/>
                  </a:schemeClr>
                </a:solidFill>
              </a:endParaRPr>
            </a:p>
            <a:p>
              <a:endParaRPr lang="en-US" sz="1050" dirty="0">
                <a:solidFill>
                  <a:schemeClr val="bg1">
                    <a:lumMod val="95000"/>
                  </a:schemeClr>
                </a:solidFill>
              </a:endParaRPr>
            </a:p>
            <a:p>
              <a:r>
                <a:rPr lang="en-US" sz="900" b="1" dirty="0">
                  <a:solidFill>
                    <a:schemeClr val="bg1">
                      <a:lumMod val="95000"/>
                    </a:schemeClr>
                  </a:solidFill>
                </a:rPr>
                <a:t>Q2</a:t>
              </a: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900" b="1" dirty="0">
                <a:solidFill>
                  <a:schemeClr val="bg1">
                    <a:lumMod val="95000"/>
                  </a:schemeClr>
                </a:solidFill>
              </a:endParaRPr>
            </a:p>
            <a:p>
              <a:r>
                <a:rPr lang="en-US" sz="900" b="1" dirty="0">
                  <a:solidFill>
                    <a:schemeClr val="bg1">
                      <a:lumMod val="95000"/>
                    </a:schemeClr>
                  </a:solidFill>
                </a:rPr>
                <a:t>Q3</a:t>
              </a:r>
            </a:p>
          </p:txBody>
        </p:sp>
        <p:grpSp>
          <p:nvGrpSpPr>
            <p:cNvPr id="41" name="Group 40">
              <a:extLst>
                <a:ext uri="{FF2B5EF4-FFF2-40B4-BE49-F238E27FC236}">
                  <a16:creationId xmlns:a16="http://schemas.microsoft.com/office/drawing/2014/main" id="{2D10D5CE-90DA-E6A0-11F4-B294BADACE15}"/>
                </a:ext>
              </a:extLst>
            </p:cNvPr>
            <p:cNvGrpSpPr/>
            <p:nvPr/>
          </p:nvGrpSpPr>
          <p:grpSpPr>
            <a:xfrm>
              <a:off x="7118588" y="1809030"/>
              <a:ext cx="135233" cy="131253"/>
              <a:chOff x="7215685" y="2769327"/>
              <a:chExt cx="135233" cy="131253"/>
            </a:xfrm>
          </p:grpSpPr>
          <p:sp>
            <p:nvSpPr>
              <p:cNvPr id="49" name="Flowchart: Connector 48">
                <a:extLst>
                  <a:ext uri="{FF2B5EF4-FFF2-40B4-BE49-F238E27FC236}">
                    <a16:creationId xmlns:a16="http://schemas.microsoft.com/office/drawing/2014/main" id="{DA8E7E28-B566-D4AB-6BFD-6E422B580B54}"/>
                  </a:ext>
                </a:extLst>
              </p:cNvPr>
              <p:cNvSpPr/>
              <p:nvPr/>
            </p:nvSpPr>
            <p:spPr>
              <a:xfrm>
                <a:off x="7215685" y="2769327"/>
                <a:ext cx="135233" cy="131253"/>
              </a:xfrm>
              <a:prstGeom prst="flowChartConnector">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0" name="Graphic 49" descr="Pencil with solid fill">
                <a:extLst>
                  <a:ext uri="{FF2B5EF4-FFF2-40B4-BE49-F238E27FC236}">
                    <a16:creationId xmlns:a16="http://schemas.microsoft.com/office/drawing/2014/main" id="{50BDE23A-B21D-92C6-1F1F-C6EACB91A45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34565" y="2786217"/>
                <a:ext cx="97472" cy="97472"/>
              </a:xfrm>
              <a:prstGeom prst="rect">
                <a:avLst/>
              </a:prstGeom>
            </p:spPr>
          </p:pic>
        </p:grpSp>
        <p:sp>
          <p:nvSpPr>
            <p:cNvPr id="42" name="Rectangle: Rounded Corners 41">
              <a:extLst>
                <a:ext uri="{FF2B5EF4-FFF2-40B4-BE49-F238E27FC236}">
                  <a16:creationId xmlns:a16="http://schemas.microsoft.com/office/drawing/2014/main" id="{FD21BE71-0B5C-0F61-42D9-3A6413D064A1}"/>
                </a:ext>
              </a:extLst>
            </p:cNvPr>
            <p:cNvSpPr/>
            <p:nvPr/>
          </p:nvSpPr>
          <p:spPr>
            <a:xfrm>
              <a:off x="4718134" y="2535917"/>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43" name="Rectangle: Rounded Corners 42">
              <a:extLst>
                <a:ext uri="{FF2B5EF4-FFF2-40B4-BE49-F238E27FC236}">
                  <a16:creationId xmlns:a16="http://schemas.microsoft.com/office/drawing/2014/main" id="{2382BD32-9401-E3E3-C88E-E619F973720A}"/>
                </a:ext>
              </a:extLst>
            </p:cNvPr>
            <p:cNvSpPr/>
            <p:nvPr/>
          </p:nvSpPr>
          <p:spPr>
            <a:xfrm>
              <a:off x="4718134" y="2986138"/>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44" name="Rectangle: Rounded Corners 43">
              <a:extLst>
                <a:ext uri="{FF2B5EF4-FFF2-40B4-BE49-F238E27FC236}">
                  <a16:creationId xmlns:a16="http://schemas.microsoft.com/office/drawing/2014/main" id="{CC0D754A-4546-2D1B-9B57-2753DF266368}"/>
                </a:ext>
              </a:extLst>
            </p:cNvPr>
            <p:cNvSpPr/>
            <p:nvPr/>
          </p:nvSpPr>
          <p:spPr>
            <a:xfrm>
              <a:off x="4718134" y="3218132"/>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45" name="Rectangle: Rounded Corners 44">
              <a:extLst>
                <a:ext uri="{FF2B5EF4-FFF2-40B4-BE49-F238E27FC236}">
                  <a16:creationId xmlns:a16="http://schemas.microsoft.com/office/drawing/2014/main" id="{291D3EE3-89DB-D1FC-D050-DF721BBAD8E5}"/>
                </a:ext>
              </a:extLst>
            </p:cNvPr>
            <p:cNvSpPr/>
            <p:nvPr/>
          </p:nvSpPr>
          <p:spPr>
            <a:xfrm>
              <a:off x="4718134" y="3462703"/>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46" name="Rectangle: Rounded Corners 45">
              <a:extLst>
                <a:ext uri="{FF2B5EF4-FFF2-40B4-BE49-F238E27FC236}">
                  <a16:creationId xmlns:a16="http://schemas.microsoft.com/office/drawing/2014/main" id="{26484529-ABC9-3B9E-F0CC-4AFCA50B9CF3}"/>
                </a:ext>
              </a:extLst>
            </p:cNvPr>
            <p:cNvSpPr/>
            <p:nvPr/>
          </p:nvSpPr>
          <p:spPr>
            <a:xfrm>
              <a:off x="4718134" y="3696543"/>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47" name="Rectangle: Rounded Corners 46">
              <a:extLst>
                <a:ext uri="{FF2B5EF4-FFF2-40B4-BE49-F238E27FC236}">
                  <a16:creationId xmlns:a16="http://schemas.microsoft.com/office/drawing/2014/main" id="{3967A3F0-36FE-2F08-18DB-79A12D455CFD}"/>
                </a:ext>
              </a:extLst>
            </p:cNvPr>
            <p:cNvSpPr/>
            <p:nvPr/>
          </p:nvSpPr>
          <p:spPr>
            <a:xfrm>
              <a:off x="4718134" y="4185411"/>
              <a:ext cx="2319284" cy="345024"/>
            </a:xfrm>
            <a:prstGeom prst="roundRect">
              <a:avLst>
                <a:gd name="adj" fmla="val 4147"/>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IN" sz="800" dirty="0">
                <a:solidFill>
                  <a:schemeClr val="bg1">
                    <a:lumMod val="65000"/>
                  </a:schemeClr>
                </a:solidFill>
              </a:endParaRPr>
            </a:p>
          </p:txBody>
        </p:sp>
        <p:sp>
          <p:nvSpPr>
            <p:cNvPr id="48" name="Rectangle: Rounded Corners 47">
              <a:extLst>
                <a:ext uri="{FF2B5EF4-FFF2-40B4-BE49-F238E27FC236}">
                  <a16:creationId xmlns:a16="http://schemas.microsoft.com/office/drawing/2014/main" id="{9BA9254D-DB6F-38DC-7DC9-858AB60819C6}"/>
                </a:ext>
              </a:extLst>
            </p:cNvPr>
            <p:cNvSpPr/>
            <p:nvPr/>
          </p:nvSpPr>
          <p:spPr>
            <a:xfrm>
              <a:off x="4718134" y="4591550"/>
              <a:ext cx="2319284" cy="345024"/>
            </a:xfrm>
            <a:prstGeom prst="roundRect">
              <a:avLst>
                <a:gd name="adj" fmla="val 4147"/>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IN" sz="800" dirty="0">
                <a:solidFill>
                  <a:schemeClr val="bg1">
                    <a:lumMod val="65000"/>
                  </a:schemeClr>
                </a:solidFill>
              </a:endParaRPr>
            </a:p>
          </p:txBody>
        </p:sp>
      </p:grpSp>
      <p:sp>
        <p:nvSpPr>
          <p:cNvPr id="2" name="TextBox 1">
            <a:extLst>
              <a:ext uri="{FF2B5EF4-FFF2-40B4-BE49-F238E27FC236}">
                <a16:creationId xmlns:a16="http://schemas.microsoft.com/office/drawing/2014/main" id="{A3216A87-3A34-FA81-093F-7E2B1CE564EB}"/>
              </a:ext>
            </a:extLst>
          </p:cNvPr>
          <p:cNvSpPr txBox="1"/>
          <p:nvPr/>
        </p:nvSpPr>
        <p:spPr>
          <a:xfrm>
            <a:off x="754146" y="3667904"/>
            <a:ext cx="2288684" cy="369332"/>
          </a:xfrm>
          <a:prstGeom prst="rect">
            <a:avLst/>
          </a:prstGeom>
          <a:noFill/>
        </p:spPr>
        <p:txBody>
          <a:bodyPr wrap="square" rtlCol="0">
            <a:spAutoFit/>
          </a:bodyPr>
          <a:lstStyle/>
          <a:p>
            <a:pPr algn="r"/>
            <a:r>
              <a:rPr lang="en-US" sz="900" dirty="0">
                <a:solidFill>
                  <a:schemeClr val="bg1">
                    <a:lumMod val="65000"/>
                  </a:schemeClr>
                </a:solidFill>
              </a:rPr>
              <a:t>After any input hawksyn will re-validate with user before moving ahead.</a:t>
            </a:r>
            <a:endParaRPr lang="en-IN" sz="900" dirty="0">
              <a:solidFill>
                <a:schemeClr val="bg1">
                  <a:lumMod val="65000"/>
                </a:schemeClr>
              </a:solidFill>
            </a:endParaRPr>
          </a:p>
        </p:txBody>
      </p:sp>
      <p:cxnSp>
        <p:nvCxnSpPr>
          <p:cNvPr id="3" name="Connector: Elbow 2">
            <a:extLst>
              <a:ext uri="{FF2B5EF4-FFF2-40B4-BE49-F238E27FC236}">
                <a16:creationId xmlns:a16="http://schemas.microsoft.com/office/drawing/2014/main" id="{C8FA08B1-1F74-7A04-456F-764CEED2BA97}"/>
              </a:ext>
            </a:extLst>
          </p:cNvPr>
          <p:cNvCxnSpPr>
            <a:cxnSpLocks/>
            <a:stCxn id="2" idx="3"/>
          </p:cNvCxnSpPr>
          <p:nvPr/>
        </p:nvCxnSpPr>
        <p:spPr>
          <a:xfrm flipV="1">
            <a:off x="3042830" y="3561142"/>
            <a:ext cx="1041876" cy="29142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64264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AD1D2-2CBA-17D9-962F-F76FD11FF52B}"/>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FD65448C-7C03-DFA0-802F-2F98CE00FB7D}"/>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74A17135-E3BB-FF6F-9E8D-1A7B6D7C807F}"/>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E082D5D4-36B3-FACF-3CE7-8311740291D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AFF2017F-E6A8-A197-C073-A2902E7560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A2748D8A-E675-982C-AC58-C23250FD58A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1CEDDB33-4448-01F2-AFD9-A65862CDB50D}"/>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41952E1F-FA11-C998-04B8-688349DF6352}"/>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280A1022-F37B-EC7A-E19C-58EF63F6F43C}"/>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0B08CBCB-E55A-1DB8-D1B9-9C5E2B09837F}"/>
                </a:ext>
              </a:extLst>
            </p:cNvPr>
            <p:cNvSpPr txBox="1"/>
            <p:nvPr/>
          </p:nvSpPr>
          <p:spPr>
            <a:xfrm>
              <a:off x="6848402" y="1349079"/>
              <a:ext cx="569388" cy="215444"/>
            </a:xfrm>
            <a:prstGeom prst="rect">
              <a:avLst/>
            </a:prstGeom>
            <a:noFill/>
          </p:spPr>
          <p:txBody>
            <a:bodyPr wrap="none" rtlCol="0">
              <a:spAutoFit/>
            </a:bodyPr>
            <a:lstStyle/>
            <a:p>
              <a:pPr algn="r"/>
              <a:r>
                <a:rPr lang="en-US" sz="800" dirty="0">
                  <a:solidFill>
                    <a:schemeClr val="tx1">
                      <a:lumMod val="50000"/>
                      <a:lumOff val="50000"/>
                    </a:schemeClr>
                  </a:solidFill>
                </a:rPr>
                <a:t>00:05:58</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16B165E6-B09E-FAF4-1E43-A497CC67CB3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sp>
        <p:nvSpPr>
          <p:cNvPr id="3" name="TextBox 2">
            <a:extLst>
              <a:ext uri="{FF2B5EF4-FFF2-40B4-BE49-F238E27FC236}">
                <a16:creationId xmlns:a16="http://schemas.microsoft.com/office/drawing/2014/main" id="{50DAD4D6-666C-B8F2-655B-743681B4EBC3}"/>
              </a:ext>
            </a:extLst>
          </p:cNvPr>
          <p:cNvSpPr txBox="1"/>
          <p:nvPr/>
        </p:nvSpPr>
        <p:spPr>
          <a:xfrm>
            <a:off x="4699283" y="3123100"/>
            <a:ext cx="2622465" cy="246221"/>
          </a:xfrm>
          <a:prstGeom prst="rect">
            <a:avLst/>
          </a:prstGeom>
          <a:noFill/>
        </p:spPr>
        <p:txBody>
          <a:bodyPr wrap="square" rtlCol="0">
            <a:spAutoFit/>
          </a:bodyPr>
          <a:lstStyle/>
          <a:p>
            <a:pPr algn="ctr"/>
            <a:r>
              <a:rPr lang="en-US" sz="1000" spc="300" dirty="0">
                <a:solidFill>
                  <a:schemeClr val="bg1">
                    <a:lumMod val="50000"/>
                  </a:schemeClr>
                </a:solidFill>
              </a:rPr>
              <a:t>ANALYZING</a:t>
            </a:r>
            <a:endParaRPr lang="en-IN" sz="900" spc="300" dirty="0">
              <a:solidFill>
                <a:schemeClr val="bg1">
                  <a:lumMod val="50000"/>
                </a:schemeClr>
              </a:solidFill>
            </a:endParaRPr>
          </a:p>
        </p:txBody>
      </p:sp>
      <p:sp>
        <p:nvSpPr>
          <p:cNvPr id="4" name="Rectangle 3">
            <a:extLst>
              <a:ext uri="{FF2B5EF4-FFF2-40B4-BE49-F238E27FC236}">
                <a16:creationId xmlns:a16="http://schemas.microsoft.com/office/drawing/2014/main" id="{6A9C5947-0B05-39DE-D897-1B8C9CCD31B1}"/>
              </a:ext>
            </a:extLst>
          </p:cNvPr>
          <p:cNvSpPr/>
          <p:nvPr/>
        </p:nvSpPr>
        <p:spPr>
          <a:xfrm>
            <a:off x="4864371" y="3515423"/>
            <a:ext cx="2234045" cy="45719"/>
          </a:xfrm>
          <a:prstGeom prst="rect">
            <a:avLst/>
          </a:prstGeom>
          <a:gradFill flip="none" rotWithShape="1">
            <a:gsLst>
              <a:gs pos="53000">
                <a:schemeClr val="bg1">
                  <a:lumMod val="50000"/>
                </a:schemeClr>
              </a:gs>
              <a:gs pos="0">
                <a:srgbClr val="0D0D0D"/>
              </a:gs>
              <a:gs pos="100000">
                <a:srgbClr val="0D0D0D"/>
              </a:gs>
            </a:gsLst>
            <a:lin ang="0" scaled="1"/>
            <a:tileRect/>
          </a:gradFill>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grpSp>
        <p:nvGrpSpPr>
          <p:cNvPr id="38" name="Group 37">
            <a:extLst>
              <a:ext uri="{FF2B5EF4-FFF2-40B4-BE49-F238E27FC236}">
                <a16:creationId xmlns:a16="http://schemas.microsoft.com/office/drawing/2014/main" id="{B9F3DF31-58C5-9049-52F8-791BDD785452}"/>
              </a:ext>
            </a:extLst>
          </p:cNvPr>
          <p:cNvGrpSpPr/>
          <p:nvPr/>
        </p:nvGrpSpPr>
        <p:grpSpPr>
          <a:xfrm>
            <a:off x="4545050" y="1437267"/>
            <a:ext cx="1403256" cy="80550"/>
            <a:chOff x="4545050" y="1437267"/>
            <a:chExt cx="1403256" cy="80550"/>
          </a:xfrm>
        </p:grpSpPr>
        <p:sp>
          <p:nvSpPr>
            <p:cNvPr id="39" name="Rectangle: Rounded Corners 38">
              <a:extLst>
                <a:ext uri="{FF2B5EF4-FFF2-40B4-BE49-F238E27FC236}">
                  <a16:creationId xmlns:a16="http://schemas.microsoft.com/office/drawing/2014/main" id="{2F54EE43-F735-AB55-B028-CBECFD1F69E4}"/>
                </a:ext>
              </a:extLst>
            </p:cNvPr>
            <p:cNvSpPr/>
            <p:nvPr/>
          </p:nvSpPr>
          <p:spPr>
            <a:xfrm>
              <a:off x="4545050" y="1437267"/>
              <a:ext cx="267849" cy="75791"/>
            </a:xfrm>
            <a:prstGeom prst="roundRect">
              <a:avLst>
                <a:gd name="adj" fmla="val 14001"/>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C0D6E176-A845-0D51-67C5-2BBF4CEF1194}"/>
                </a:ext>
              </a:extLst>
            </p:cNvPr>
            <p:cNvSpPr/>
            <p:nvPr/>
          </p:nvSpPr>
          <p:spPr>
            <a:xfrm>
              <a:off x="4829743"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1" name="Rectangle: Rounded Corners 40">
              <a:extLst>
                <a:ext uri="{FF2B5EF4-FFF2-40B4-BE49-F238E27FC236}">
                  <a16:creationId xmlns:a16="http://schemas.microsoft.com/office/drawing/2014/main" id="{D4774F85-306A-1A62-25D7-595B06A27BA1}"/>
                </a:ext>
              </a:extLst>
            </p:cNvPr>
            <p:cNvSpPr/>
            <p:nvPr/>
          </p:nvSpPr>
          <p:spPr>
            <a:xfrm>
              <a:off x="5114436"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Rectangle: Rounded Corners 41">
              <a:extLst>
                <a:ext uri="{FF2B5EF4-FFF2-40B4-BE49-F238E27FC236}">
                  <a16:creationId xmlns:a16="http://schemas.microsoft.com/office/drawing/2014/main" id="{4874FBAC-8CF8-A90B-FEDE-9C0510E5B825}"/>
                </a:ext>
              </a:extLst>
            </p:cNvPr>
            <p:cNvSpPr/>
            <p:nvPr/>
          </p:nvSpPr>
          <p:spPr>
            <a:xfrm>
              <a:off x="5395764" y="1437267"/>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ectangle: Rounded Corners 42">
              <a:extLst>
                <a:ext uri="{FF2B5EF4-FFF2-40B4-BE49-F238E27FC236}">
                  <a16:creationId xmlns:a16="http://schemas.microsoft.com/office/drawing/2014/main" id="{B09A4E23-168E-B0CE-99C3-021219F36A87}"/>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TextBox 1">
            <a:extLst>
              <a:ext uri="{FF2B5EF4-FFF2-40B4-BE49-F238E27FC236}">
                <a16:creationId xmlns:a16="http://schemas.microsoft.com/office/drawing/2014/main" id="{F9EC7FD0-1912-F288-1DDF-5CF070B88F84}"/>
              </a:ext>
            </a:extLst>
          </p:cNvPr>
          <p:cNvSpPr txBox="1"/>
          <p:nvPr/>
        </p:nvSpPr>
        <p:spPr>
          <a:xfrm>
            <a:off x="1173018" y="2697075"/>
            <a:ext cx="2382350" cy="230832"/>
          </a:xfrm>
          <a:prstGeom prst="rect">
            <a:avLst/>
          </a:prstGeom>
          <a:noFill/>
        </p:spPr>
        <p:txBody>
          <a:bodyPr wrap="square" rtlCol="0">
            <a:spAutoFit/>
          </a:bodyPr>
          <a:lstStyle/>
          <a:p>
            <a:pPr algn="r"/>
            <a:r>
              <a:rPr lang="en-US" sz="900" dirty="0">
                <a:solidFill>
                  <a:schemeClr val="bg1">
                    <a:lumMod val="65000"/>
                  </a:schemeClr>
                </a:solidFill>
              </a:rPr>
              <a:t>Hawksyn will continue validation process</a:t>
            </a:r>
            <a:endParaRPr lang="en-IN" sz="900" dirty="0">
              <a:solidFill>
                <a:schemeClr val="bg1">
                  <a:lumMod val="65000"/>
                </a:schemeClr>
              </a:solidFill>
            </a:endParaRPr>
          </a:p>
        </p:txBody>
      </p:sp>
      <p:cxnSp>
        <p:nvCxnSpPr>
          <p:cNvPr id="6" name="Connector: Elbow 5">
            <a:extLst>
              <a:ext uri="{FF2B5EF4-FFF2-40B4-BE49-F238E27FC236}">
                <a16:creationId xmlns:a16="http://schemas.microsoft.com/office/drawing/2014/main" id="{3ABC9B2A-984A-3862-AF11-77A321608FBB}"/>
              </a:ext>
            </a:extLst>
          </p:cNvPr>
          <p:cNvCxnSpPr>
            <a:cxnSpLocks/>
            <a:stCxn id="2" idx="3"/>
          </p:cNvCxnSpPr>
          <p:nvPr/>
        </p:nvCxnSpPr>
        <p:spPr>
          <a:xfrm>
            <a:off x="3555368" y="2812491"/>
            <a:ext cx="753601" cy="7029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02838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2E7CA-9769-8693-7595-AC294C6F25F3}"/>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A1087404-44D8-A223-9075-E0557EE28827}"/>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BDAFBC6B-446A-BD4A-62C8-3F4DD38E7A36}"/>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19D45373-B909-C388-67A6-C8A2C52553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343488B1-A625-6172-B9C7-C7719A43608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0544E6E7-CF2A-DBF6-1055-674092B57D9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1EFFFBFB-AB93-D74F-A997-0FBC8F57D2D9}"/>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7E62C9A8-3677-939D-4099-D61C840F3916}"/>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B5D2B043-3850-C1C6-3D6B-D9F1C39DA914}"/>
              </a:ext>
            </a:extLst>
          </p:cNvPr>
          <p:cNvSpPr/>
          <p:nvPr/>
        </p:nvSpPr>
        <p:spPr>
          <a:xfrm>
            <a:off x="5441752" y="6031045"/>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a:t>
            </a:r>
            <a:endParaRPr lang="en-IN" sz="1000" dirty="0"/>
          </a:p>
        </p:txBody>
      </p:sp>
      <p:grpSp>
        <p:nvGrpSpPr>
          <p:cNvPr id="18" name="Group 17">
            <a:extLst>
              <a:ext uri="{FF2B5EF4-FFF2-40B4-BE49-F238E27FC236}">
                <a16:creationId xmlns:a16="http://schemas.microsoft.com/office/drawing/2014/main" id="{EE89518D-32B4-D8F0-821E-6004B68D59AA}"/>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964D72DB-AE43-B588-CF34-9C05327593BB}"/>
                </a:ext>
              </a:extLst>
            </p:cNvPr>
            <p:cNvSpPr txBox="1"/>
            <p:nvPr/>
          </p:nvSpPr>
          <p:spPr>
            <a:xfrm>
              <a:off x="6848402" y="1349079"/>
              <a:ext cx="569388" cy="215444"/>
            </a:xfrm>
            <a:prstGeom prst="rect">
              <a:avLst/>
            </a:prstGeom>
            <a:noFill/>
          </p:spPr>
          <p:txBody>
            <a:bodyPr wrap="none" rtlCol="0">
              <a:spAutoFit/>
            </a:bodyPr>
            <a:lstStyle/>
            <a:p>
              <a:pPr algn="r"/>
              <a:r>
                <a:rPr lang="en-US" sz="800" dirty="0">
                  <a:solidFill>
                    <a:schemeClr val="tx1">
                      <a:lumMod val="50000"/>
                      <a:lumOff val="50000"/>
                    </a:schemeClr>
                  </a:solidFill>
                </a:rPr>
                <a:t>00:06:12</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5E001681-4B77-0887-1D97-543CBFD2791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sp>
        <p:nvSpPr>
          <p:cNvPr id="6" name="TextBox 5">
            <a:extLst>
              <a:ext uri="{FF2B5EF4-FFF2-40B4-BE49-F238E27FC236}">
                <a16:creationId xmlns:a16="http://schemas.microsoft.com/office/drawing/2014/main" id="{2F1869EC-FADA-0315-8BFC-1F8AB5C80F36}"/>
              </a:ext>
            </a:extLst>
          </p:cNvPr>
          <p:cNvSpPr txBox="1"/>
          <p:nvPr/>
        </p:nvSpPr>
        <p:spPr>
          <a:xfrm>
            <a:off x="4545050" y="2015557"/>
            <a:ext cx="2860759" cy="1261884"/>
          </a:xfrm>
          <a:prstGeom prst="rect">
            <a:avLst/>
          </a:prstGeom>
          <a:noFill/>
        </p:spPr>
        <p:txBody>
          <a:bodyPr wrap="square">
            <a:spAutoFit/>
          </a:bodyPr>
          <a:lstStyle/>
          <a:p>
            <a:pPr>
              <a:buNone/>
            </a:pPr>
            <a:r>
              <a:rPr lang="en-US" sz="1100" b="1" dirty="0">
                <a:solidFill>
                  <a:schemeClr val="bg1"/>
                </a:solidFill>
              </a:rPr>
              <a:t>Has your organization introduced AI tools in the last 12 months?</a:t>
            </a:r>
          </a:p>
          <a:p>
            <a:pPr>
              <a:buNone/>
            </a:pPr>
            <a:endParaRPr lang="en-US" sz="1100" b="1" dirty="0">
              <a:solidFill>
                <a:schemeClr val="bg1"/>
              </a:solidFill>
            </a:endParaRPr>
          </a:p>
          <a:p>
            <a:pPr marL="171450" indent="-171450">
              <a:spcAft>
                <a:spcPts val="600"/>
              </a:spcAft>
              <a:buFont typeface="Arial" panose="020B0604020202020204" pitchFamily="34" charset="0"/>
              <a:buChar char="•"/>
            </a:pPr>
            <a:r>
              <a:rPr lang="en-US" sz="1100" dirty="0">
                <a:solidFill>
                  <a:schemeClr val="bg1"/>
                </a:solidFill>
              </a:rPr>
              <a:t>Yes</a:t>
            </a:r>
          </a:p>
          <a:p>
            <a:pPr marL="171450" indent="-171450">
              <a:spcAft>
                <a:spcPts val="600"/>
              </a:spcAft>
              <a:buFont typeface="Arial" panose="020B0604020202020204" pitchFamily="34" charset="0"/>
              <a:buChar char="•"/>
            </a:pPr>
            <a:r>
              <a:rPr lang="en-US" sz="1100" dirty="0">
                <a:solidFill>
                  <a:schemeClr val="bg1"/>
                </a:solidFill>
              </a:rPr>
              <a:t>No</a:t>
            </a:r>
          </a:p>
          <a:p>
            <a:pPr marL="171450" indent="-171450">
              <a:spcAft>
                <a:spcPts val="600"/>
              </a:spcAft>
              <a:buFont typeface="Arial" panose="020B0604020202020204" pitchFamily="34" charset="0"/>
              <a:buChar char="•"/>
            </a:pPr>
            <a:r>
              <a:rPr lang="en-US" sz="1100" dirty="0">
                <a:solidFill>
                  <a:schemeClr val="bg1"/>
                </a:solidFill>
              </a:rPr>
              <a:t>Not sure</a:t>
            </a:r>
          </a:p>
        </p:txBody>
      </p:sp>
      <p:sp>
        <p:nvSpPr>
          <p:cNvPr id="13" name="TextBox 12">
            <a:extLst>
              <a:ext uri="{FF2B5EF4-FFF2-40B4-BE49-F238E27FC236}">
                <a16:creationId xmlns:a16="http://schemas.microsoft.com/office/drawing/2014/main" id="{F345FDEF-DA65-CC69-019D-4B99603052CE}"/>
              </a:ext>
            </a:extLst>
          </p:cNvPr>
          <p:cNvSpPr txBox="1"/>
          <p:nvPr/>
        </p:nvSpPr>
        <p:spPr>
          <a:xfrm>
            <a:off x="4545050" y="1781723"/>
            <a:ext cx="437940" cy="215444"/>
          </a:xfrm>
          <a:prstGeom prst="rect">
            <a:avLst/>
          </a:prstGeom>
          <a:noFill/>
        </p:spPr>
        <p:txBody>
          <a:bodyPr wrap="none" rtlCol="0">
            <a:spAutoFit/>
          </a:bodyPr>
          <a:lstStyle/>
          <a:p>
            <a:pPr algn="r"/>
            <a:r>
              <a:rPr lang="en-US" sz="800" dirty="0">
                <a:solidFill>
                  <a:schemeClr val="tx1">
                    <a:lumMod val="50000"/>
                    <a:lumOff val="50000"/>
                  </a:schemeClr>
                </a:solidFill>
              </a:rPr>
              <a:t>02/08</a:t>
            </a:r>
            <a:endParaRPr lang="en-IN" sz="800" dirty="0">
              <a:solidFill>
                <a:schemeClr val="tx1">
                  <a:lumMod val="50000"/>
                  <a:lumOff val="50000"/>
                </a:schemeClr>
              </a:solidFill>
            </a:endParaRPr>
          </a:p>
        </p:txBody>
      </p:sp>
      <p:sp>
        <p:nvSpPr>
          <p:cNvPr id="3" name="TextBox 2">
            <a:extLst>
              <a:ext uri="{FF2B5EF4-FFF2-40B4-BE49-F238E27FC236}">
                <a16:creationId xmlns:a16="http://schemas.microsoft.com/office/drawing/2014/main" id="{040FD442-9F69-571A-0230-7C4E98676A7A}"/>
              </a:ext>
            </a:extLst>
          </p:cNvPr>
          <p:cNvSpPr txBox="1"/>
          <p:nvPr/>
        </p:nvSpPr>
        <p:spPr>
          <a:xfrm>
            <a:off x="4545050" y="3859008"/>
            <a:ext cx="2860759" cy="1261884"/>
          </a:xfrm>
          <a:prstGeom prst="rect">
            <a:avLst/>
          </a:prstGeom>
          <a:noFill/>
        </p:spPr>
        <p:txBody>
          <a:bodyPr wrap="square">
            <a:spAutoFit/>
          </a:bodyPr>
          <a:lstStyle/>
          <a:p>
            <a:pPr>
              <a:buNone/>
            </a:pPr>
            <a:r>
              <a:rPr lang="en-US" sz="1100" b="1" dirty="0">
                <a:solidFill>
                  <a:schemeClr val="bg1"/>
                </a:solidFill>
              </a:rPr>
              <a:t>Is automation or AI being discussed at leadership or planning level?</a:t>
            </a:r>
          </a:p>
          <a:p>
            <a:pPr>
              <a:buNone/>
            </a:pPr>
            <a:endParaRPr lang="en-US" sz="1100" b="1" dirty="0">
              <a:solidFill>
                <a:schemeClr val="bg1"/>
              </a:solidFill>
            </a:endParaRPr>
          </a:p>
          <a:p>
            <a:pPr marL="171450" indent="-171450">
              <a:spcAft>
                <a:spcPts val="600"/>
              </a:spcAft>
              <a:buFont typeface="Arial" panose="020B0604020202020204" pitchFamily="34" charset="0"/>
              <a:buChar char="•"/>
            </a:pPr>
            <a:r>
              <a:rPr lang="en-US" sz="1100" dirty="0">
                <a:solidFill>
                  <a:schemeClr val="bg1"/>
                </a:solidFill>
              </a:rPr>
              <a:t>Yes</a:t>
            </a:r>
          </a:p>
          <a:p>
            <a:pPr marL="171450" indent="-171450">
              <a:spcAft>
                <a:spcPts val="600"/>
              </a:spcAft>
              <a:buFont typeface="Arial" panose="020B0604020202020204" pitchFamily="34" charset="0"/>
              <a:buChar char="•"/>
            </a:pPr>
            <a:r>
              <a:rPr lang="en-US" sz="1100" dirty="0">
                <a:solidFill>
                  <a:schemeClr val="bg1"/>
                </a:solidFill>
              </a:rPr>
              <a:t>No</a:t>
            </a:r>
          </a:p>
          <a:p>
            <a:pPr marL="171450" indent="-171450">
              <a:spcAft>
                <a:spcPts val="600"/>
              </a:spcAft>
              <a:buFont typeface="Arial" panose="020B0604020202020204" pitchFamily="34" charset="0"/>
              <a:buChar char="•"/>
            </a:pPr>
            <a:r>
              <a:rPr lang="en-US" sz="1100" dirty="0">
                <a:solidFill>
                  <a:schemeClr val="bg1"/>
                </a:solidFill>
              </a:rPr>
              <a:t>Not sure</a:t>
            </a:r>
          </a:p>
        </p:txBody>
      </p:sp>
      <p:sp>
        <p:nvSpPr>
          <p:cNvPr id="4" name="TextBox 3">
            <a:extLst>
              <a:ext uri="{FF2B5EF4-FFF2-40B4-BE49-F238E27FC236}">
                <a16:creationId xmlns:a16="http://schemas.microsoft.com/office/drawing/2014/main" id="{5A8AF1C0-5E11-9684-CE24-5491A7750101}"/>
              </a:ext>
            </a:extLst>
          </p:cNvPr>
          <p:cNvSpPr txBox="1"/>
          <p:nvPr/>
        </p:nvSpPr>
        <p:spPr>
          <a:xfrm>
            <a:off x="4545050" y="3625174"/>
            <a:ext cx="437940" cy="215444"/>
          </a:xfrm>
          <a:prstGeom prst="rect">
            <a:avLst/>
          </a:prstGeom>
          <a:noFill/>
        </p:spPr>
        <p:txBody>
          <a:bodyPr wrap="none" rtlCol="0">
            <a:spAutoFit/>
          </a:bodyPr>
          <a:lstStyle/>
          <a:p>
            <a:pPr algn="r"/>
            <a:r>
              <a:rPr lang="en-US" sz="800" dirty="0">
                <a:solidFill>
                  <a:schemeClr val="tx1">
                    <a:lumMod val="50000"/>
                    <a:lumOff val="50000"/>
                  </a:schemeClr>
                </a:solidFill>
              </a:rPr>
              <a:t>03/08</a:t>
            </a:r>
            <a:endParaRPr lang="en-IN" sz="800" dirty="0">
              <a:solidFill>
                <a:schemeClr val="tx1">
                  <a:lumMod val="50000"/>
                  <a:lumOff val="50000"/>
                </a:schemeClr>
              </a:solidFill>
            </a:endParaRPr>
          </a:p>
        </p:txBody>
      </p:sp>
      <p:grpSp>
        <p:nvGrpSpPr>
          <p:cNvPr id="23" name="Group 22">
            <a:extLst>
              <a:ext uri="{FF2B5EF4-FFF2-40B4-BE49-F238E27FC236}">
                <a16:creationId xmlns:a16="http://schemas.microsoft.com/office/drawing/2014/main" id="{C83C2168-C7A1-6781-BCC3-1B3BE20F983B}"/>
              </a:ext>
            </a:extLst>
          </p:cNvPr>
          <p:cNvGrpSpPr/>
          <p:nvPr/>
        </p:nvGrpSpPr>
        <p:grpSpPr>
          <a:xfrm>
            <a:off x="4545050" y="1437267"/>
            <a:ext cx="1403256" cy="80550"/>
            <a:chOff x="4545050" y="1437267"/>
            <a:chExt cx="1403256" cy="80550"/>
          </a:xfrm>
        </p:grpSpPr>
        <p:sp>
          <p:nvSpPr>
            <p:cNvPr id="24" name="Rectangle: Rounded Corners 23">
              <a:extLst>
                <a:ext uri="{FF2B5EF4-FFF2-40B4-BE49-F238E27FC236}">
                  <a16:creationId xmlns:a16="http://schemas.microsoft.com/office/drawing/2014/main" id="{80689E1B-3024-315F-CCFA-AC39E111BBBF}"/>
                </a:ext>
              </a:extLst>
            </p:cNvPr>
            <p:cNvSpPr/>
            <p:nvPr/>
          </p:nvSpPr>
          <p:spPr>
            <a:xfrm>
              <a:off x="4545050" y="1437267"/>
              <a:ext cx="267849" cy="75791"/>
            </a:xfrm>
            <a:prstGeom prst="roundRect">
              <a:avLst>
                <a:gd name="adj" fmla="val 14001"/>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Rounded Corners 24">
              <a:extLst>
                <a:ext uri="{FF2B5EF4-FFF2-40B4-BE49-F238E27FC236}">
                  <a16:creationId xmlns:a16="http://schemas.microsoft.com/office/drawing/2014/main" id="{05F0A91B-A95A-F79A-B2B2-1728239A68E7}"/>
                </a:ext>
              </a:extLst>
            </p:cNvPr>
            <p:cNvSpPr/>
            <p:nvPr/>
          </p:nvSpPr>
          <p:spPr>
            <a:xfrm>
              <a:off x="4829743"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Rectangle: Rounded Corners 25">
              <a:extLst>
                <a:ext uri="{FF2B5EF4-FFF2-40B4-BE49-F238E27FC236}">
                  <a16:creationId xmlns:a16="http://schemas.microsoft.com/office/drawing/2014/main" id="{D30124F4-4171-D614-D4F7-B2FFA3254C56}"/>
                </a:ext>
              </a:extLst>
            </p:cNvPr>
            <p:cNvSpPr/>
            <p:nvPr/>
          </p:nvSpPr>
          <p:spPr>
            <a:xfrm>
              <a:off x="5114436"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1737AD45-C8FD-EA80-260A-B5E36492A4F3}"/>
                </a:ext>
              </a:extLst>
            </p:cNvPr>
            <p:cNvSpPr/>
            <p:nvPr/>
          </p:nvSpPr>
          <p:spPr>
            <a:xfrm>
              <a:off x="5395764" y="1437267"/>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3F104B34-E0F1-F7E7-3C28-1E2C47ADE4B3}"/>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TextBox 1">
            <a:extLst>
              <a:ext uri="{FF2B5EF4-FFF2-40B4-BE49-F238E27FC236}">
                <a16:creationId xmlns:a16="http://schemas.microsoft.com/office/drawing/2014/main" id="{100B7524-C5E3-D437-6B94-0E01EE0D3178}"/>
              </a:ext>
            </a:extLst>
          </p:cNvPr>
          <p:cNvSpPr txBox="1"/>
          <p:nvPr/>
        </p:nvSpPr>
        <p:spPr>
          <a:xfrm>
            <a:off x="754146" y="3667904"/>
            <a:ext cx="2288684" cy="507831"/>
          </a:xfrm>
          <a:prstGeom prst="rect">
            <a:avLst/>
          </a:prstGeom>
          <a:noFill/>
        </p:spPr>
        <p:txBody>
          <a:bodyPr wrap="square" rtlCol="0">
            <a:spAutoFit/>
          </a:bodyPr>
          <a:lstStyle/>
          <a:p>
            <a:pPr algn="r"/>
            <a:r>
              <a:rPr lang="en-US" sz="900" dirty="0">
                <a:solidFill>
                  <a:schemeClr val="bg1">
                    <a:lumMod val="65000"/>
                  </a:schemeClr>
                </a:solidFill>
              </a:rPr>
              <a:t>This is an optional screen. Few validation may require, few may not. Hawksyn will follow the taxonomy and run accordingly.</a:t>
            </a:r>
            <a:endParaRPr lang="en-IN" sz="900" dirty="0">
              <a:solidFill>
                <a:schemeClr val="bg1">
                  <a:lumMod val="65000"/>
                </a:schemeClr>
              </a:solidFill>
            </a:endParaRPr>
          </a:p>
        </p:txBody>
      </p:sp>
      <p:cxnSp>
        <p:nvCxnSpPr>
          <p:cNvPr id="7" name="Connector: Elbow 6">
            <a:extLst>
              <a:ext uri="{FF2B5EF4-FFF2-40B4-BE49-F238E27FC236}">
                <a16:creationId xmlns:a16="http://schemas.microsoft.com/office/drawing/2014/main" id="{5AEC02E5-33BE-AB08-2D08-072C8D49D25D}"/>
              </a:ext>
            </a:extLst>
          </p:cNvPr>
          <p:cNvCxnSpPr>
            <a:cxnSpLocks/>
            <a:stCxn id="2" idx="3"/>
          </p:cNvCxnSpPr>
          <p:nvPr/>
        </p:nvCxnSpPr>
        <p:spPr>
          <a:xfrm flipV="1">
            <a:off x="3042830" y="3561142"/>
            <a:ext cx="1041876" cy="36067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68219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EDA60-D773-8F08-1D1D-3BA6371DAE2B}"/>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4C9CD169-40EA-DD94-72D5-DCF1A5CAD279}"/>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20A1586E-BCB3-EAF2-ED14-4F14E4743A6C}"/>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BDF3683D-30D5-DBAE-E7D4-9B641D3DC7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4525D192-1607-4AF5-5BE6-F0FB010D9D2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AAC4642B-735E-11D8-F9AC-5C7D4F3E9D7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665831BE-3A7A-B0B1-3969-BAC2165C2B12}"/>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BB96B852-18B3-B237-6E9F-768F97CF7CBA}"/>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F12B9770-1FA2-E872-C4B6-B64DE6F49CFB}"/>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A85A2AEA-2A44-ACE8-037B-D5076CD40209}"/>
                </a:ext>
              </a:extLst>
            </p:cNvPr>
            <p:cNvSpPr txBox="1"/>
            <p:nvPr/>
          </p:nvSpPr>
          <p:spPr>
            <a:xfrm>
              <a:off x="6848402" y="1349079"/>
              <a:ext cx="569388" cy="215444"/>
            </a:xfrm>
            <a:prstGeom prst="rect">
              <a:avLst/>
            </a:prstGeom>
            <a:noFill/>
          </p:spPr>
          <p:txBody>
            <a:bodyPr wrap="none" rtlCol="0">
              <a:spAutoFit/>
            </a:bodyPr>
            <a:lstStyle/>
            <a:p>
              <a:pPr algn="r"/>
              <a:r>
                <a:rPr lang="en-US" sz="800" dirty="0">
                  <a:solidFill>
                    <a:schemeClr val="tx1">
                      <a:lumMod val="50000"/>
                      <a:lumOff val="50000"/>
                    </a:schemeClr>
                  </a:solidFill>
                </a:rPr>
                <a:t>00:06:12</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F662C0C0-B82E-2F46-B2C4-AAB58D45752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grpSp>
        <p:nvGrpSpPr>
          <p:cNvPr id="23" name="Group 22">
            <a:extLst>
              <a:ext uri="{FF2B5EF4-FFF2-40B4-BE49-F238E27FC236}">
                <a16:creationId xmlns:a16="http://schemas.microsoft.com/office/drawing/2014/main" id="{B55F7411-6456-F8D4-4747-109F372B8425}"/>
              </a:ext>
            </a:extLst>
          </p:cNvPr>
          <p:cNvGrpSpPr/>
          <p:nvPr/>
        </p:nvGrpSpPr>
        <p:grpSpPr>
          <a:xfrm>
            <a:off x="4545050" y="1437267"/>
            <a:ext cx="1403256" cy="80550"/>
            <a:chOff x="4545050" y="1437267"/>
            <a:chExt cx="1403256" cy="80550"/>
          </a:xfrm>
        </p:grpSpPr>
        <p:sp>
          <p:nvSpPr>
            <p:cNvPr id="24" name="Rectangle: Rounded Corners 23">
              <a:extLst>
                <a:ext uri="{FF2B5EF4-FFF2-40B4-BE49-F238E27FC236}">
                  <a16:creationId xmlns:a16="http://schemas.microsoft.com/office/drawing/2014/main" id="{5240D516-7062-8873-4926-0927661A82C2}"/>
                </a:ext>
              </a:extLst>
            </p:cNvPr>
            <p:cNvSpPr/>
            <p:nvPr/>
          </p:nvSpPr>
          <p:spPr>
            <a:xfrm>
              <a:off x="4545050" y="1437267"/>
              <a:ext cx="267849" cy="75791"/>
            </a:xfrm>
            <a:prstGeom prst="roundRect">
              <a:avLst>
                <a:gd name="adj" fmla="val 14001"/>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Rounded Corners 24">
              <a:extLst>
                <a:ext uri="{FF2B5EF4-FFF2-40B4-BE49-F238E27FC236}">
                  <a16:creationId xmlns:a16="http://schemas.microsoft.com/office/drawing/2014/main" id="{9A3A7633-6A26-424D-DD8F-7AEE0D028609}"/>
                </a:ext>
              </a:extLst>
            </p:cNvPr>
            <p:cNvSpPr/>
            <p:nvPr/>
          </p:nvSpPr>
          <p:spPr>
            <a:xfrm>
              <a:off x="4829743"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Rectangle: Rounded Corners 25">
              <a:extLst>
                <a:ext uri="{FF2B5EF4-FFF2-40B4-BE49-F238E27FC236}">
                  <a16:creationId xmlns:a16="http://schemas.microsoft.com/office/drawing/2014/main" id="{38609D8D-2B10-1A1D-E270-66E4046D6553}"/>
                </a:ext>
              </a:extLst>
            </p:cNvPr>
            <p:cNvSpPr/>
            <p:nvPr/>
          </p:nvSpPr>
          <p:spPr>
            <a:xfrm>
              <a:off x="5114436"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740235A3-C641-17F0-29E6-FC14190F8F13}"/>
                </a:ext>
              </a:extLst>
            </p:cNvPr>
            <p:cNvSpPr/>
            <p:nvPr/>
          </p:nvSpPr>
          <p:spPr>
            <a:xfrm>
              <a:off x="5395764" y="1437267"/>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311C7BFE-AC16-D513-7D47-AE5EC0F979E0}"/>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0" name="Rectangle: Rounded Corners 9">
            <a:extLst>
              <a:ext uri="{FF2B5EF4-FFF2-40B4-BE49-F238E27FC236}">
                <a16:creationId xmlns:a16="http://schemas.microsoft.com/office/drawing/2014/main" id="{91DAF4C2-B900-A346-FE82-6AADACB65072}"/>
              </a:ext>
            </a:extLst>
          </p:cNvPr>
          <p:cNvSpPr/>
          <p:nvPr/>
        </p:nvSpPr>
        <p:spPr>
          <a:xfrm>
            <a:off x="5416020" y="5613598"/>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a:t>
            </a:r>
            <a:endParaRPr lang="en-IN" sz="1000" dirty="0"/>
          </a:p>
        </p:txBody>
      </p:sp>
      <p:grpSp>
        <p:nvGrpSpPr>
          <p:cNvPr id="2" name="Group 1">
            <a:extLst>
              <a:ext uri="{FF2B5EF4-FFF2-40B4-BE49-F238E27FC236}">
                <a16:creationId xmlns:a16="http://schemas.microsoft.com/office/drawing/2014/main" id="{F6BA5090-36AF-6E3D-26BD-AD61D1A77973}"/>
              </a:ext>
            </a:extLst>
          </p:cNvPr>
          <p:cNvGrpSpPr/>
          <p:nvPr/>
        </p:nvGrpSpPr>
        <p:grpSpPr>
          <a:xfrm>
            <a:off x="4505539" y="1732960"/>
            <a:ext cx="2912251" cy="3527158"/>
            <a:chOff x="4505539" y="1639441"/>
            <a:chExt cx="2912251" cy="3527158"/>
          </a:xfrm>
        </p:grpSpPr>
        <p:sp>
          <p:nvSpPr>
            <p:cNvPr id="3" name="Rectangle: Rounded Corners 2">
              <a:extLst>
                <a:ext uri="{FF2B5EF4-FFF2-40B4-BE49-F238E27FC236}">
                  <a16:creationId xmlns:a16="http://schemas.microsoft.com/office/drawing/2014/main" id="{62293AC1-C97E-AB22-43DF-80DEF2D79CF9}"/>
                </a:ext>
              </a:extLst>
            </p:cNvPr>
            <p:cNvSpPr/>
            <p:nvPr/>
          </p:nvSpPr>
          <p:spPr>
            <a:xfrm>
              <a:off x="4505539" y="1639441"/>
              <a:ext cx="2912251" cy="3527158"/>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4" name="Rectangle: Rounded Corners 3">
              <a:extLst>
                <a:ext uri="{FF2B5EF4-FFF2-40B4-BE49-F238E27FC236}">
                  <a16:creationId xmlns:a16="http://schemas.microsoft.com/office/drawing/2014/main" id="{502C07E4-85C2-D623-94CC-6C93AC80118C}"/>
                </a:ext>
              </a:extLst>
            </p:cNvPr>
            <p:cNvSpPr/>
            <p:nvPr/>
          </p:nvSpPr>
          <p:spPr>
            <a:xfrm>
              <a:off x="4546025" y="1691398"/>
              <a:ext cx="2807345" cy="2703958"/>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6" name="TextBox 5">
              <a:extLst>
                <a:ext uri="{FF2B5EF4-FFF2-40B4-BE49-F238E27FC236}">
                  <a16:creationId xmlns:a16="http://schemas.microsoft.com/office/drawing/2014/main" id="{6E49BFE5-F0CD-1B39-EBE6-2F79AB45B133}"/>
                </a:ext>
              </a:extLst>
            </p:cNvPr>
            <p:cNvSpPr txBox="1"/>
            <p:nvPr/>
          </p:nvSpPr>
          <p:spPr>
            <a:xfrm>
              <a:off x="4610100" y="1809030"/>
              <a:ext cx="2679405" cy="2400657"/>
            </a:xfrm>
            <a:prstGeom prst="rect">
              <a:avLst/>
            </a:prstGeom>
            <a:noFill/>
          </p:spPr>
          <p:txBody>
            <a:bodyPr wrap="square" rtlCol="0">
              <a:spAutoFit/>
            </a:bodyPr>
            <a:lstStyle/>
            <a:p>
              <a:r>
                <a:rPr lang="en-US" sz="1050" b="1" dirty="0">
                  <a:solidFill>
                    <a:schemeClr val="bg1">
                      <a:lumMod val="95000"/>
                    </a:schemeClr>
                  </a:solidFill>
                </a:rPr>
                <a:t>Confirm your inputs:</a:t>
              </a:r>
            </a:p>
            <a:p>
              <a:r>
                <a:rPr lang="en-US" sz="900" dirty="0">
                  <a:solidFill>
                    <a:schemeClr val="bg2">
                      <a:lumMod val="50000"/>
                    </a:schemeClr>
                  </a:solidFill>
                </a:rPr>
                <a:t>(You can edit anything)</a:t>
              </a:r>
            </a:p>
            <a:p>
              <a:endParaRPr lang="en-US" sz="1050" dirty="0">
                <a:solidFill>
                  <a:schemeClr val="bg1">
                    <a:lumMod val="95000"/>
                  </a:schemeClr>
                </a:solidFill>
              </a:endParaRPr>
            </a:p>
            <a:p>
              <a:r>
                <a:rPr lang="en-US" sz="900" b="1" dirty="0">
                  <a:solidFill>
                    <a:schemeClr val="bg1">
                      <a:lumMod val="95000"/>
                    </a:schemeClr>
                  </a:solidFill>
                </a:rPr>
                <a:t>Q1</a:t>
              </a:r>
            </a:p>
            <a:p>
              <a:endParaRPr lang="en-US" sz="1050" dirty="0">
                <a:solidFill>
                  <a:schemeClr val="bg1">
                    <a:lumMod val="95000"/>
                  </a:schemeClr>
                </a:solidFill>
              </a:endParaRPr>
            </a:p>
            <a:p>
              <a:endParaRPr lang="en-US" sz="1050" dirty="0">
                <a:solidFill>
                  <a:schemeClr val="bg1">
                    <a:lumMod val="95000"/>
                  </a:schemeClr>
                </a:solidFill>
              </a:endParaRPr>
            </a:p>
            <a:p>
              <a:r>
                <a:rPr lang="en-US" sz="900" b="1" dirty="0">
                  <a:solidFill>
                    <a:schemeClr val="bg1">
                      <a:lumMod val="95000"/>
                    </a:schemeClr>
                  </a:solidFill>
                </a:rPr>
                <a:t>Q2</a:t>
              </a: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900" b="1" dirty="0">
                <a:solidFill>
                  <a:schemeClr val="bg1">
                    <a:lumMod val="95000"/>
                  </a:schemeClr>
                </a:solidFill>
              </a:endParaRPr>
            </a:p>
            <a:p>
              <a:r>
                <a:rPr lang="en-US" sz="900" b="1" dirty="0">
                  <a:solidFill>
                    <a:schemeClr val="bg1">
                      <a:lumMod val="95000"/>
                    </a:schemeClr>
                  </a:solidFill>
                </a:rPr>
                <a:t>Q3</a:t>
              </a:r>
            </a:p>
          </p:txBody>
        </p:sp>
        <p:grpSp>
          <p:nvGrpSpPr>
            <p:cNvPr id="7" name="Group 6">
              <a:extLst>
                <a:ext uri="{FF2B5EF4-FFF2-40B4-BE49-F238E27FC236}">
                  <a16:creationId xmlns:a16="http://schemas.microsoft.com/office/drawing/2014/main" id="{A1C48293-64BD-18C2-8502-C976866FBD48}"/>
                </a:ext>
              </a:extLst>
            </p:cNvPr>
            <p:cNvGrpSpPr/>
            <p:nvPr/>
          </p:nvGrpSpPr>
          <p:grpSpPr>
            <a:xfrm>
              <a:off x="7118588" y="1809030"/>
              <a:ext cx="135233" cy="131253"/>
              <a:chOff x="7215685" y="2769327"/>
              <a:chExt cx="135233" cy="131253"/>
            </a:xfrm>
          </p:grpSpPr>
          <p:sp>
            <p:nvSpPr>
              <p:cNvPr id="16" name="Flowchart: Connector 15">
                <a:extLst>
                  <a:ext uri="{FF2B5EF4-FFF2-40B4-BE49-F238E27FC236}">
                    <a16:creationId xmlns:a16="http://schemas.microsoft.com/office/drawing/2014/main" id="{FA55FC35-957C-7524-EC96-23A68F1DCC75}"/>
                  </a:ext>
                </a:extLst>
              </p:cNvPr>
              <p:cNvSpPr/>
              <p:nvPr/>
            </p:nvSpPr>
            <p:spPr>
              <a:xfrm>
                <a:off x="7215685" y="2769327"/>
                <a:ext cx="135233" cy="131253"/>
              </a:xfrm>
              <a:prstGeom prst="flowChartConnector">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Graphic 16" descr="Pencil with solid fill">
                <a:extLst>
                  <a:ext uri="{FF2B5EF4-FFF2-40B4-BE49-F238E27FC236}">
                    <a16:creationId xmlns:a16="http://schemas.microsoft.com/office/drawing/2014/main" id="{13100027-05C4-4B46-BF33-3939A6F562E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34565" y="2786217"/>
                <a:ext cx="97472" cy="97472"/>
              </a:xfrm>
              <a:prstGeom prst="rect">
                <a:avLst/>
              </a:prstGeom>
            </p:spPr>
          </p:pic>
        </p:grpSp>
        <p:sp>
          <p:nvSpPr>
            <p:cNvPr id="8" name="Rectangle: Rounded Corners 7">
              <a:extLst>
                <a:ext uri="{FF2B5EF4-FFF2-40B4-BE49-F238E27FC236}">
                  <a16:creationId xmlns:a16="http://schemas.microsoft.com/office/drawing/2014/main" id="{ED61C761-FC5F-93B9-A060-B75E78BDAC98}"/>
                </a:ext>
              </a:extLst>
            </p:cNvPr>
            <p:cNvSpPr/>
            <p:nvPr/>
          </p:nvSpPr>
          <p:spPr>
            <a:xfrm>
              <a:off x="4718134" y="2535917"/>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9" name="Rectangle: Rounded Corners 8">
              <a:extLst>
                <a:ext uri="{FF2B5EF4-FFF2-40B4-BE49-F238E27FC236}">
                  <a16:creationId xmlns:a16="http://schemas.microsoft.com/office/drawing/2014/main" id="{EE7B949D-F28A-998B-1514-F7659D2A4177}"/>
                </a:ext>
              </a:extLst>
            </p:cNvPr>
            <p:cNvSpPr/>
            <p:nvPr/>
          </p:nvSpPr>
          <p:spPr>
            <a:xfrm>
              <a:off x="4718134" y="2986138"/>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11" name="Rectangle: Rounded Corners 10">
              <a:extLst>
                <a:ext uri="{FF2B5EF4-FFF2-40B4-BE49-F238E27FC236}">
                  <a16:creationId xmlns:a16="http://schemas.microsoft.com/office/drawing/2014/main" id="{48A8568A-916F-6328-A514-880065EF26E6}"/>
                </a:ext>
              </a:extLst>
            </p:cNvPr>
            <p:cNvSpPr/>
            <p:nvPr/>
          </p:nvSpPr>
          <p:spPr>
            <a:xfrm>
              <a:off x="4718134" y="3218132"/>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12" name="Rectangle: Rounded Corners 11">
              <a:extLst>
                <a:ext uri="{FF2B5EF4-FFF2-40B4-BE49-F238E27FC236}">
                  <a16:creationId xmlns:a16="http://schemas.microsoft.com/office/drawing/2014/main" id="{99E33B19-1957-40CC-D308-19732FDA2F9C}"/>
                </a:ext>
              </a:extLst>
            </p:cNvPr>
            <p:cNvSpPr/>
            <p:nvPr/>
          </p:nvSpPr>
          <p:spPr>
            <a:xfrm>
              <a:off x="4718134" y="3462703"/>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13" name="Rectangle: Rounded Corners 12">
              <a:extLst>
                <a:ext uri="{FF2B5EF4-FFF2-40B4-BE49-F238E27FC236}">
                  <a16:creationId xmlns:a16="http://schemas.microsoft.com/office/drawing/2014/main" id="{F4C46F00-7979-A537-B3E7-C6B7510AF3C5}"/>
                </a:ext>
              </a:extLst>
            </p:cNvPr>
            <p:cNvSpPr/>
            <p:nvPr/>
          </p:nvSpPr>
          <p:spPr>
            <a:xfrm>
              <a:off x="4718134" y="3696543"/>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14" name="Rectangle: Rounded Corners 13">
              <a:extLst>
                <a:ext uri="{FF2B5EF4-FFF2-40B4-BE49-F238E27FC236}">
                  <a16:creationId xmlns:a16="http://schemas.microsoft.com/office/drawing/2014/main" id="{60FB1253-E811-E5A7-0E8F-804C14150FEF}"/>
                </a:ext>
              </a:extLst>
            </p:cNvPr>
            <p:cNvSpPr/>
            <p:nvPr/>
          </p:nvSpPr>
          <p:spPr>
            <a:xfrm>
              <a:off x="4718134" y="4185411"/>
              <a:ext cx="2319284" cy="345024"/>
            </a:xfrm>
            <a:prstGeom prst="roundRect">
              <a:avLst>
                <a:gd name="adj" fmla="val 4147"/>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IN" sz="800" dirty="0">
                <a:solidFill>
                  <a:schemeClr val="bg1">
                    <a:lumMod val="65000"/>
                  </a:schemeClr>
                </a:solidFill>
              </a:endParaRPr>
            </a:p>
          </p:txBody>
        </p:sp>
        <p:sp>
          <p:nvSpPr>
            <p:cNvPr id="15" name="Rectangle: Rounded Corners 14">
              <a:extLst>
                <a:ext uri="{FF2B5EF4-FFF2-40B4-BE49-F238E27FC236}">
                  <a16:creationId xmlns:a16="http://schemas.microsoft.com/office/drawing/2014/main" id="{E48497E3-0730-F7C4-128E-093259F35455}"/>
                </a:ext>
              </a:extLst>
            </p:cNvPr>
            <p:cNvSpPr/>
            <p:nvPr/>
          </p:nvSpPr>
          <p:spPr>
            <a:xfrm>
              <a:off x="4718134" y="4591550"/>
              <a:ext cx="2319284" cy="345024"/>
            </a:xfrm>
            <a:prstGeom prst="roundRect">
              <a:avLst>
                <a:gd name="adj" fmla="val 4147"/>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IN" sz="800" dirty="0">
                <a:solidFill>
                  <a:schemeClr val="bg1">
                    <a:lumMod val="65000"/>
                  </a:schemeClr>
                </a:solidFill>
              </a:endParaRPr>
            </a:p>
          </p:txBody>
        </p:sp>
      </p:grpSp>
      <p:sp>
        <p:nvSpPr>
          <p:cNvPr id="21" name="TextBox 20">
            <a:extLst>
              <a:ext uri="{FF2B5EF4-FFF2-40B4-BE49-F238E27FC236}">
                <a16:creationId xmlns:a16="http://schemas.microsoft.com/office/drawing/2014/main" id="{E974DD30-D396-6F06-5539-9B6B0F36CDBF}"/>
              </a:ext>
            </a:extLst>
          </p:cNvPr>
          <p:cNvSpPr txBox="1"/>
          <p:nvPr/>
        </p:nvSpPr>
        <p:spPr>
          <a:xfrm>
            <a:off x="754146" y="3667904"/>
            <a:ext cx="2288684" cy="369332"/>
          </a:xfrm>
          <a:prstGeom prst="rect">
            <a:avLst/>
          </a:prstGeom>
          <a:noFill/>
        </p:spPr>
        <p:txBody>
          <a:bodyPr wrap="square" rtlCol="0">
            <a:spAutoFit/>
          </a:bodyPr>
          <a:lstStyle/>
          <a:p>
            <a:pPr algn="r"/>
            <a:r>
              <a:rPr lang="en-US" sz="900" dirty="0">
                <a:solidFill>
                  <a:schemeClr val="bg1">
                    <a:lumMod val="65000"/>
                  </a:schemeClr>
                </a:solidFill>
              </a:rPr>
              <a:t>After any input hawksyn will re-validate with user before moving ahead.</a:t>
            </a:r>
            <a:endParaRPr lang="en-IN" sz="900" dirty="0">
              <a:solidFill>
                <a:schemeClr val="bg1">
                  <a:lumMod val="65000"/>
                </a:schemeClr>
              </a:solidFill>
            </a:endParaRPr>
          </a:p>
        </p:txBody>
      </p:sp>
      <p:cxnSp>
        <p:nvCxnSpPr>
          <p:cNvPr id="22" name="Connector: Elbow 21">
            <a:extLst>
              <a:ext uri="{FF2B5EF4-FFF2-40B4-BE49-F238E27FC236}">
                <a16:creationId xmlns:a16="http://schemas.microsoft.com/office/drawing/2014/main" id="{08F64FCC-A585-807F-32C1-B6BFC8EB6E32}"/>
              </a:ext>
            </a:extLst>
          </p:cNvPr>
          <p:cNvCxnSpPr>
            <a:cxnSpLocks/>
            <a:stCxn id="21" idx="3"/>
          </p:cNvCxnSpPr>
          <p:nvPr/>
        </p:nvCxnSpPr>
        <p:spPr>
          <a:xfrm flipV="1">
            <a:off x="3042830" y="3561142"/>
            <a:ext cx="1041876" cy="29142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54117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09ACB-C71B-2361-7771-23A8D67BEEAB}"/>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A1FAA944-334E-3A0B-41FC-3796857B2EA7}"/>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44A63CF9-5224-32F6-AE9E-6E43C4F68E7D}"/>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3D59293F-753C-61E3-EA6B-E37984DEB7A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AE001E49-C5C5-03A7-068F-5183667F7E4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5BFE809B-B284-DA7D-0620-B369D1AB342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6972B4E1-6564-431A-FF71-934C2EA38049}"/>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C3684FDC-EDB6-C693-EFFC-94CBC54276CD}"/>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ADD17CAE-C575-9894-FE7F-9709ED61E49F}"/>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AC32D09A-09BF-94B7-546E-A10935EA3175}"/>
                </a:ext>
              </a:extLst>
            </p:cNvPr>
            <p:cNvSpPr txBox="1"/>
            <p:nvPr/>
          </p:nvSpPr>
          <p:spPr>
            <a:xfrm>
              <a:off x="6848402" y="1349079"/>
              <a:ext cx="569388" cy="215444"/>
            </a:xfrm>
            <a:prstGeom prst="rect">
              <a:avLst/>
            </a:prstGeom>
            <a:noFill/>
          </p:spPr>
          <p:txBody>
            <a:bodyPr wrap="none" rtlCol="0">
              <a:spAutoFit/>
            </a:bodyPr>
            <a:lstStyle/>
            <a:p>
              <a:pPr algn="r"/>
              <a:r>
                <a:rPr lang="en-US" sz="800" dirty="0">
                  <a:solidFill>
                    <a:schemeClr val="tx1">
                      <a:lumMod val="50000"/>
                      <a:lumOff val="50000"/>
                    </a:schemeClr>
                  </a:solidFill>
                </a:rPr>
                <a:t>00:06:58</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7560626F-865D-876E-7CDB-E169F19B3AB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sp>
        <p:nvSpPr>
          <p:cNvPr id="3" name="TextBox 2">
            <a:extLst>
              <a:ext uri="{FF2B5EF4-FFF2-40B4-BE49-F238E27FC236}">
                <a16:creationId xmlns:a16="http://schemas.microsoft.com/office/drawing/2014/main" id="{419F7B75-8F67-5BAC-F2DA-55A66E4D7A17}"/>
              </a:ext>
            </a:extLst>
          </p:cNvPr>
          <p:cNvSpPr txBox="1"/>
          <p:nvPr/>
        </p:nvSpPr>
        <p:spPr>
          <a:xfrm>
            <a:off x="4699283" y="3123100"/>
            <a:ext cx="2622465" cy="246221"/>
          </a:xfrm>
          <a:prstGeom prst="rect">
            <a:avLst/>
          </a:prstGeom>
          <a:noFill/>
        </p:spPr>
        <p:txBody>
          <a:bodyPr wrap="square" rtlCol="0">
            <a:spAutoFit/>
          </a:bodyPr>
          <a:lstStyle/>
          <a:p>
            <a:pPr algn="ctr"/>
            <a:r>
              <a:rPr lang="en-US" sz="1000" spc="300" dirty="0">
                <a:solidFill>
                  <a:schemeClr val="bg1">
                    <a:lumMod val="50000"/>
                  </a:schemeClr>
                </a:solidFill>
              </a:rPr>
              <a:t>ANALYZING</a:t>
            </a:r>
            <a:endParaRPr lang="en-IN" sz="900" spc="300" dirty="0">
              <a:solidFill>
                <a:schemeClr val="bg1">
                  <a:lumMod val="50000"/>
                </a:schemeClr>
              </a:solidFill>
            </a:endParaRPr>
          </a:p>
        </p:txBody>
      </p:sp>
      <p:sp>
        <p:nvSpPr>
          <p:cNvPr id="4" name="Rectangle 3">
            <a:extLst>
              <a:ext uri="{FF2B5EF4-FFF2-40B4-BE49-F238E27FC236}">
                <a16:creationId xmlns:a16="http://schemas.microsoft.com/office/drawing/2014/main" id="{22FFB982-A890-FE19-4DFE-323F588336C0}"/>
              </a:ext>
            </a:extLst>
          </p:cNvPr>
          <p:cNvSpPr/>
          <p:nvPr/>
        </p:nvSpPr>
        <p:spPr>
          <a:xfrm>
            <a:off x="4864371" y="3515423"/>
            <a:ext cx="2234045" cy="45719"/>
          </a:xfrm>
          <a:prstGeom prst="rect">
            <a:avLst/>
          </a:prstGeom>
          <a:gradFill flip="none" rotWithShape="1">
            <a:gsLst>
              <a:gs pos="53000">
                <a:schemeClr val="bg1">
                  <a:lumMod val="50000"/>
                </a:schemeClr>
              </a:gs>
              <a:gs pos="0">
                <a:srgbClr val="0D0D0D"/>
              </a:gs>
              <a:gs pos="100000">
                <a:srgbClr val="0D0D0D"/>
              </a:gs>
            </a:gsLst>
            <a:lin ang="0" scaled="1"/>
            <a:tileRect/>
          </a:gradFill>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grpSp>
        <p:nvGrpSpPr>
          <p:cNvPr id="17" name="Group 16">
            <a:extLst>
              <a:ext uri="{FF2B5EF4-FFF2-40B4-BE49-F238E27FC236}">
                <a16:creationId xmlns:a16="http://schemas.microsoft.com/office/drawing/2014/main" id="{94CC1E47-F309-6373-E3C5-292D68CFCE17}"/>
              </a:ext>
            </a:extLst>
          </p:cNvPr>
          <p:cNvGrpSpPr/>
          <p:nvPr/>
        </p:nvGrpSpPr>
        <p:grpSpPr>
          <a:xfrm>
            <a:off x="4545050" y="1437267"/>
            <a:ext cx="1403256" cy="80550"/>
            <a:chOff x="4545050" y="1437267"/>
            <a:chExt cx="1403256" cy="80550"/>
          </a:xfrm>
        </p:grpSpPr>
        <p:sp>
          <p:nvSpPr>
            <p:cNvPr id="21" name="Rectangle: Rounded Corners 20">
              <a:extLst>
                <a:ext uri="{FF2B5EF4-FFF2-40B4-BE49-F238E27FC236}">
                  <a16:creationId xmlns:a16="http://schemas.microsoft.com/office/drawing/2014/main" id="{2F3FDECE-7AC2-44DE-D4F2-FB505D762EDE}"/>
                </a:ext>
              </a:extLst>
            </p:cNvPr>
            <p:cNvSpPr/>
            <p:nvPr/>
          </p:nvSpPr>
          <p:spPr>
            <a:xfrm>
              <a:off x="4545050" y="1437267"/>
              <a:ext cx="267849" cy="75791"/>
            </a:xfrm>
            <a:prstGeom prst="roundRect">
              <a:avLst>
                <a:gd name="adj" fmla="val 14001"/>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C2FA2D23-1C33-D647-C6CE-E278CF59FC10}"/>
                </a:ext>
              </a:extLst>
            </p:cNvPr>
            <p:cNvSpPr/>
            <p:nvPr/>
          </p:nvSpPr>
          <p:spPr>
            <a:xfrm>
              <a:off x="4829743"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3" name="Rectangle: Rounded Corners 22">
              <a:extLst>
                <a:ext uri="{FF2B5EF4-FFF2-40B4-BE49-F238E27FC236}">
                  <a16:creationId xmlns:a16="http://schemas.microsoft.com/office/drawing/2014/main" id="{EC60EB31-D189-4377-9FD7-600041FE03D2}"/>
                </a:ext>
              </a:extLst>
            </p:cNvPr>
            <p:cNvSpPr/>
            <p:nvPr/>
          </p:nvSpPr>
          <p:spPr>
            <a:xfrm>
              <a:off x="5114436"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Rounded Corners 23">
              <a:extLst>
                <a:ext uri="{FF2B5EF4-FFF2-40B4-BE49-F238E27FC236}">
                  <a16:creationId xmlns:a16="http://schemas.microsoft.com/office/drawing/2014/main" id="{C5B6DB65-6EFF-302C-5757-89BF01115473}"/>
                </a:ext>
              </a:extLst>
            </p:cNvPr>
            <p:cNvSpPr/>
            <p:nvPr/>
          </p:nvSpPr>
          <p:spPr>
            <a:xfrm>
              <a:off x="5395764" y="1437267"/>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Rounded Corners 24">
              <a:extLst>
                <a:ext uri="{FF2B5EF4-FFF2-40B4-BE49-F238E27FC236}">
                  <a16:creationId xmlns:a16="http://schemas.microsoft.com/office/drawing/2014/main" id="{E52A0FF5-BC37-6461-32DE-2299C11991B8}"/>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TextBox 1">
            <a:extLst>
              <a:ext uri="{FF2B5EF4-FFF2-40B4-BE49-F238E27FC236}">
                <a16:creationId xmlns:a16="http://schemas.microsoft.com/office/drawing/2014/main" id="{F43CCB2A-D5F0-68E9-B958-9C5BCD21E890}"/>
              </a:ext>
            </a:extLst>
          </p:cNvPr>
          <p:cNvSpPr txBox="1"/>
          <p:nvPr/>
        </p:nvSpPr>
        <p:spPr>
          <a:xfrm>
            <a:off x="1173018" y="2697075"/>
            <a:ext cx="2382350" cy="230832"/>
          </a:xfrm>
          <a:prstGeom prst="rect">
            <a:avLst/>
          </a:prstGeom>
          <a:noFill/>
        </p:spPr>
        <p:txBody>
          <a:bodyPr wrap="square" rtlCol="0">
            <a:spAutoFit/>
          </a:bodyPr>
          <a:lstStyle/>
          <a:p>
            <a:pPr algn="r"/>
            <a:r>
              <a:rPr lang="en-US" sz="900" dirty="0">
                <a:solidFill>
                  <a:schemeClr val="bg1">
                    <a:lumMod val="65000"/>
                  </a:schemeClr>
                </a:solidFill>
              </a:rPr>
              <a:t>Hawksyn will continue validation process</a:t>
            </a:r>
            <a:endParaRPr lang="en-IN" sz="900" dirty="0">
              <a:solidFill>
                <a:schemeClr val="bg1">
                  <a:lumMod val="65000"/>
                </a:schemeClr>
              </a:solidFill>
            </a:endParaRPr>
          </a:p>
        </p:txBody>
      </p:sp>
      <p:cxnSp>
        <p:nvCxnSpPr>
          <p:cNvPr id="6" name="Connector: Elbow 5">
            <a:extLst>
              <a:ext uri="{FF2B5EF4-FFF2-40B4-BE49-F238E27FC236}">
                <a16:creationId xmlns:a16="http://schemas.microsoft.com/office/drawing/2014/main" id="{7FB5DD22-5C64-6EE8-D632-46544E5A1F13}"/>
              </a:ext>
            </a:extLst>
          </p:cNvPr>
          <p:cNvCxnSpPr>
            <a:cxnSpLocks/>
            <a:stCxn id="2" idx="3"/>
          </p:cNvCxnSpPr>
          <p:nvPr/>
        </p:nvCxnSpPr>
        <p:spPr>
          <a:xfrm>
            <a:off x="3555368" y="2812491"/>
            <a:ext cx="753601" cy="7029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44081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8E95F-D39D-EF38-A3D2-BE798A3AF1E2}"/>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EBB06413-3120-A9EA-FB07-1102B1420FE7}"/>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F34960C3-3B7D-1002-8CDE-46ED877A4D56}"/>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EFD67820-BF0B-8B64-DC44-3236B09F71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77B17AE1-9A24-22C2-4B1E-ADD1C440273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1EBEDD03-E487-6304-AADF-71E2DCE3486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7DC83D8C-268D-ACF4-B271-B28F79F99D91}"/>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FC3EA38E-1148-B9DF-345C-1C0D75BA81C1}"/>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31EF9604-C7BC-AC8D-18EB-75C9D270C961}"/>
              </a:ext>
            </a:extLst>
          </p:cNvPr>
          <p:cNvSpPr/>
          <p:nvPr/>
        </p:nvSpPr>
        <p:spPr>
          <a:xfrm>
            <a:off x="5441752" y="6031045"/>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a:t>
            </a:r>
            <a:endParaRPr lang="en-IN" sz="1000" dirty="0"/>
          </a:p>
        </p:txBody>
      </p:sp>
      <p:grpSp>
        <p:nvGrpSpPr>
          <p:cNvPr id="18" name="Group 17">
            <a:extLst>
              <a:ext uri="{FF2B5EF4-FFF2-40B4-BE49-F238E27FC236}">
                <a16:creationId xmlns:a16="http://schemas.microsoft.com/office/drawing/2014/main" id="{436E0BE3-ECB9-14BC-FE25-1DA460DB0212}"/>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82061760-600E-A664-7D79-562261516683}"/>
                </a:ext>
              </a:extLst>
            </p:cNvPr>
            <p:cNvSpPr txBox="1"/>
            <p:nvPr/>
          </p:nvSpPr>
          <p:spPr>
            <a:xfrm>
              <a:off x="6848402" y="1349079"/>
              <a:ext cx="569388" cy="215444"/>
            </a:xfrm>
            <a:prstGeom prst="rect">
              <a:avLst/>
            </a:prstGeom>
            <a:noFill/>
          </p:spPr>
          <p:txBody>
            <a:bodyPr wrap="none" rtlCol="0">
              <a:spAutoFit/>
            </a:bodyPr>
            <a:lstStyle/>
            <a:p>
              <a:pPr algn="r"/>
              <a:r>
                <a:rPr lang="en-US" sz="800" dirty="0">
                  <a:solidFill>
                    <a:schemeClr val="tx1">
                      <a:lumMod val="50000"/>
                      <a:lumOff val="50000"/>
                    </a:schemeClr>
                  </a:solidFill>
                </a:rPr>
                <a:t>00:07:12</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9D9502A5-BA7F-9145-8B56-9797328F8D3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sp>
        <p:nvSpPr>
          <p:cNvPr id="6" name="TextBox 5">
            <a:extLst>
              <a:ext uri="{FF2B5EF4-FFF2-40B4-BE49-F238E27FC236}">
                <a16:creationId xmlns:a16="http://schemas.microsoft.com/office/drawing/2014/main" id="{3138AA5E-20DA-A504-1993-8827AB7D0833}"/>
              </a:ext>
            </a:extLst>
          </p:cNvPr>
          <p:cNvSpPr txBox="1"/>
          <p:nvPr/>
        </p:nvSpPr>
        <p:spPr>
          <a:xfrm>
            <a:off x="4545050" y="1920307"/>
            <a:ext cx="2860759" cy="1508105"/>
          </a:xfrm>
          <a:prstGeom prst="rect">
            <a:avLst/>
          </a:prstGeom>
          <a:noFill/>
        </p:spPr>
        <p:txBody>
          <a:bodyPr wrap="square">
            <a:spAutoFit/>
          </a:bodyPr>
          <a:lstStyle/>
          <a:p>
            <a:pPr>
              <a:buNone/>
            </a:pPr>
            <a:r>
              <a:rPr lang="en-US" sz="1100" b="1" dirty="0">
                <a:solidFill>
                  <a:schemeClr val="bg1"/>
                </a:solidFill>
              </a:rPr>
              <a:t>If your role is disrupted, how dependent is your income on this job?</a:t>
            </a:r>
          </a:p>
          <a:p>
            <a:pPr>
              <a:buNone/>
            </a:pPr>
            <a:endParaRPr lang="en-US" sz="1100" b="1" dirty="0">
              <a:solidFill>
                <a:schemeClr val="bg1"/>
              </a:solidFill>
            </a:endParaRPr>
          </a:p>
          <a:p>
            <a:pPr marL="171450" indent="-171450">
              <a:spcAft>
                <a:spcPts val="600"/>
              </a:spcAft>
              <a:buFont typeface="Arial" panose="020B0604020202020204" pitchFamily="34" charset="0"/>
              <a:buChar char="•"/>
            </a:pPr>
            <a:r>
              <a:rPr lang="en-US" sz="1100" dirty="0">
                <a:solidFill>
                  <a:schemeClr val="bg1"/>
                </a:solidFill>
              </a:rPr>
              <a:t>Fully dependent</a:t>
            </a:r>
          </a:p>
          <a:p>
            <a:pPr marL="171450" indent="-171450">
              <a:spcAft>
                <a:spcPts val="600"/>
              </a:spcAft>
              <a:buFont typeface="Arial" panose="020B0604020202020204" pitchFamily="34" charset="0"/>
              <a:buChar char="•"/>
            </a:pPr>
            <a:r>
              <a:rPr lang="en-US" sz="1100" dirty="0">
                <a:solidFill>
                  <a:schemeClr val="bg1"/>
                </a:solidFill>
              </a:rPr>
              <a:t>Mostly dependent</a:t>
            </a:r>
          </a:p>
          <a:p>
            <a:pPr marL="171450" indent="-171450">
              <a:spcAft>
                <a:spcPts val="600"/>
              </a:spcAft>
              <a:buFont typeface="Arial" panose="020B0604020202020204" pitchFamily="34" charset="0"/>
              <a:buChar char="•"/>
            </a:pPr>
            <a:r>
              <a:rPr lang="en-US" sz="1100" dirty="0">
                <a:solidFill>
                  <a:schemeClr val="bg1"/>
                </a:solidFill>
              </a:rPr>
              <a:t>Partially dependent</a:t>
            </a:r>
          </a:p>
          <a:p>
            <a:pPr marL="171450" indent="-171450">
              <a:spcAft>
                <a:spcPts val="600"/>
              </a:spcAft>
              <a:buFont typeface="Arial" panose="020B0604020202020204" pitchFamily="34" charset="0"/>
              <a:buChar char="•"/>
            </a:pPr>
            <a:r>
              <a:rPr lang="en-US" sz="1100" dirty="0">
                <a:solidFill>
                  <a:schemeClr val="bg1"/>
                </a:solidFill>
              </a:rPr>
              <a:t>Not dependent</a:t>
            </a:r>
          </a:p>
        </p:txBody>
      </p:sp>
      <p:sp>
        <p:nvSpPr>
          <p:cNvPr id="13" name="TextBox 12">
            <a:extLst>
              <a:ext uri="{FF2B5EF4-FFF2-40B4-BE49-F238E27FC236}">
                <a16:creationId xmlns:a16="http://schemas.microsoft.com/office/drawing/2014/main" id="{B5B611FC-E002-362D-2941-115EE59CDFA8}"/>
              </a:ext>
            </a:extLst>
          </p:cNvPr>
          <p:cNvSpPr txBox="1"/>
          <p:nvPr/>
        </p:nvSpPr>
        <p:spPr>
          <a:xfrm>
            <a:off x="4545050" y="1686473"/>
            <a:ext cx="437940" cy="215444"/>
          </a:xfrm>
          <a:prstGeom prst="rect">
            <a:avLst/>
          </a:prstGeom>
          <a:noFill/>
        </p:spPr>
        <p:txBody>
          <a:bodyPr wrap="none" rtlCol="0">
            <a:spAutoFit/>
          </a:bodyPr>
          <a:lstStyle/>
          <a:p>
            <a:pPr algn="r"/>
            <a:r>
              <a:rPr lang="en-US" sz="800" dirty="0">
                <a:solidFill>
                  <a:schemeClr val="tx1">
                    <a:lumMod val="50000"/>
                    <a:lumOff val="50000"/>
                  </a:schemeClr>
                </a:solidFill>
              </a:rPr>
              <a:t>02/08</a:t>
            </a:r>
            <a:endParaRPr lang="en-IN" sz="800" dirty="0">
              <a:solidFill>
                <a:schemeClr val="tx1">
                  <a:lumMod val="50000"/>
                  <a:lumOff val="50000"/>
                </a:schemeClr>
              </a:solidFill>
            </a:endParaRPr>
          </a:p>
        </p:txBody>
      </p:sp>
      <p:sp>
        <p:nvSpPr>
          <p:cNvPr id="3" name="TextBox 2">
            <a:extLst>
              <a:ext uri="{FF2B5EF4-FFF2-40B4-BE49-F238E27FC236}">
                <a16:creationId xmlns:a16="http://schemas.microsoft.com/office/drawing/2014/main" id="{D2656B32-C327-FDBE-1F1B-6A0E0F86A197}"/>
              </a:ext>
            </a:extLst>
          </p:cNvPr>
          <p:cNvSpPr txBox="1"/>
          <p:nvPr/>
        </p:nvSpPr>
        <p:spPr>
          <a:xfrm>
            <a:off x="4545050" y="3763758"/>
            <a:ext cx="2860759" cy="1431161"/>
          </a:xfrm>
          <a:prstGeom prst="rect">
            <a:avLst/>
          </a:prstGeom>
          <a:noFill/>
        </p:spPr>
        <p:txBody>
          <a:bodyPr wrap="square">
            <a:spAutoFit/>
          </a:bodyPr>
          <a:lstStyle/>
          <a:p>
            <a:pPr>
              <a:buNone/>
            </a:pPr>
            <a:r>
              <a:rPr lang="en-US" sz="1100" b="1" dirty="0">
                <a:solidFill>
                  <a:schemeClr val="bg1"/>
                </a:solidFill>
              </a:rPr>
              <a:t>If needed, how long could you manage before finding an alternative role or income?</a:t>
            </a:r>
          </a:p>
          <a:p>
            <a:pPr>
              <a:buNone/>
            </a:pPr>
            <a:endParaRPr lang="en-US" sz="1100" b="1" dirty="0">
              <a:solidFill>
                <a:schemeClr val="bg1"/>
              </a:solidFill>
            </a:endParaRPr>
          </a:p>
          <a:p>
            <a:pPr marL="171450" indent="-171450">
              <a:spcAft>
                <a:spcPts val="600"/>
              </a:spcAft>
              <a:buFont typeface="Arial" panose="020B0604020202020204" pitchFamily="34" charset="0"/>
              <a:buChar char="•"/>
            </a:pPr>
            <a:r>
              <a:rPr lang="en-US" sz="1100" dirty="0">
                <a:solidFill>
                  <a:schemeClr val="bg1"/>
                </a:solidFill>
              </a:rPr>
              <a:t>Less than 3 months</a:t>
            </a:r>
          </a:p>
          <a:p>
            <a:pPr marL="171450" indent="-171450">
              <a:spcAft>
                <a:spcPts val="600"/>
              </a:spcAft>
              <a:buFont typeface="Arial" panose="020B0604020202020204" pitchFamily="34" charset="0"/>
              <a:buChar char="•"/>
            </a:pPr>
            <a:r>
              <a:rPr lang="en-US" sz="1100" dirty="0">
                <a:solidFill>
                  <a:schemeClr val="bg1"/>
                </a:solidFill>
              </a:rPr>
              <a:t>3–6 months</a:t>
            </a:r>
          </a:p>
          <a:p>
            <a:pPr marL="171450" indent="-171450">
              <a:spcAft>
                <a:spcPts val="600"/>
              </a:spcAft>
              <a:buFont typeface="Arial" panose="020B0604020202020204" pitchFamily="34" charset="0"/>
              <a:buChar char="•"/>
            </a:pPr>
            <a:r>
              <a:rPr lang="en-US" sz="1100" dirty="0">
                <a:solidFill>
                  <a:schemeClr val="bg1"/>
                </a:solidFill>
              </a:rPr>
              <a:t>6–12 months</a:t>
            </a:r>
          </a:p>
        </p:txBody>
      </p:sp>
      <p:sp>
        <p:nvSpPr>
          <p:cNvPr id="4" name="TextBox 3">
            <a:extLst>
              <a:ext uri="{FF2B5EF4-FFF2-40B4-BE49-F238E27FC236}">
                <a16:creationId xmlns:a16="http://schemas.microsoft.com/office/drawing/2014/main" id="{7CD628BE-8178-BBD0-E75C-9A55FEC79B58}"/>
              </a:ext>
            </a:extLst>
          </p:cNvPr>
          <p:cNvSpPr txBox="1"/>
          <p:nvPr/>
        </p:nvSpPr>
        <p:spPr>
          <a:xfrm>
            <a:off x="4545050" y="3529924"/>
            <a:ext cx="437940" cy="215444"/>
          </a:xfrm>
          <a:prstGeom prst="rect">
            <a:avLst/>
          </a:prstGeom>
          <a:noFill/>
        </p:spPr>
        <p:txBody>
          <a:bodyPr wrap="none" rtlCol="0">
            <a:spAutoFit/>
          </a:bodyPr>
          <a:lstStyle/>
          <a:p>
            <a:pPr algn="r"/>
            <a:r>
              <a:rPr lang="en-US" sz="800" dirty="0">
                <a:solidFill>
                  <a:schemeClr val="tx1">
                    <a:lumMod val="50000"/>
                    <a:lumOff val="50000"/>
                  </a:schemeClr>
                </a:solidFill>
              </a:rPr>
              <a:t>03/08</a:t>
            </a:r>
            <a:endParaRPr lang="en-IN" sz="800" dirty="0">
              <a:solidFill>
                <a:schemeClr val="tx1">
                  <a:lumMod val="50000"/>
                  <a:lumOff val="50000"/>
                </a:schemeClr>
              </a:solidFill>
            </a:endParaRPr>
          </a:p>
        </p:txBody>
      </p:sp>
      <p:grpSp>
        <p:nvGrpSpPr>
          <p:cNvPr id="23" name="Group 22">
            <a:extLst>
              <a:ext uri="{FF2B5EF4-FFF2-40B4-BE49-F238E27FC236}">
                <a16:creationId xmlns:a16="http://schemas.microsoft.com/office/drawing/2014/main" id="{55045CAA-1FE7-22A0-7533-2CB6CB060D58}"/>
              </a:ext>
            </a:extLst>
          </p:cNvPr>
          <p:cNvGrpSpPr/>
          <p:nvPr/>
        </p:nvGrpSpPr>
        <p:grpSpPr>
          <a:xfrm>
            <a:off x="4545050" y="1437267"/>
            <a:ext cx="1403256" cy="80550"/>
            <a:chOff x="4545050" y="1437267"/>
            <a:chExt cx="1403256" cy="80550"/>
          </a:xfrm>
        </p:grpSpPr>
        <p:sp>
          <p:nvSpPr>
            <p:cNvPr id="24" name="Rectangle: Rounded Corners 23">
              <a:extLst>
                <a:ext uri="{FF2B5EF4-FFF2-40B4-BE49-F238E27FC236}">
                  <a16:creationId xmlns:a16="http://schemas.microsoft.com/office/drawing/2014/main" id="{9F6DD446-3AD6-5755-FCBC-6CD60D20DB92}"/>
                </a:ext>
              </a:extLst>
            </p:cNvPr>
            <p:cNvSpPr/>
            <p:nvPr/>
          </p:nvSpPr>
          <p:spPr>
            <a:xfrm>
              <a:off x="4545050" y="1437267"/>
              <a:ext cx="267849" cy="75791"/>
            </a:xfrm>
            <a:prstGeom prst="roundRect">
              <a:avLst>
                <a:gd name="adj" fmla="val 14001"/>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Rounded Corners 24">
              <a:extLst>
                <a:ext uri="{FF2B5EF4-FFF2-40B4-BE49-F238E27FC236}">
                  <a16:creationId xmlns:a16="http://schemas.microsoft.com/office/drawing/2014/main" id="{2E557279-3953-E78B-B800-A2226F089015}"/>
                </a:ext>
              </a:extLst>
            </p:cNvPr>
            <p:cNvSpPr/>
            <p:nvPr/>
          </p:nvSpPr>
          <p:spPr>
            <a:xfrm>
              <a:off x="4829743"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Rectangle: Rounded Corners 25">
              <a:extLst>
                <a:ext uri="{FF2B5EF4-FFF2-40B4-BE49-F238E27FC236}">
                  <a16:creationId xmlns:a16="http://schemas.microsoft.com/office/drawing/2014/main" id="{A04AA178-6DAE-2345-59F9-DFB706C1730C}"/>
                </a:ext>
              </a:extLst>
            </p:cNvPr>
            <p:cNvSpPr/>
            <p:nvPr/>
          </p:nvSpPr>
          <p:spPr>
            <a:xfrm>
              <a:off x="5114436"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69243B28-AE56-2DB9-7997-1328EEBFE669}"/>
                </a:ext>
              </a:extLst>
            </p:cNvPr>
            <p:cNvSpPr/>
            <p:nvPr/>
          </p:nvSpPr>
          <p:spPr>
            <a:xfrm>
              <a:off x="5395764" y="1437267"/>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B44D3937-3E60-E33A-10D5-34FD779A89C6}"/>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TextBox 1">
            <a:extLst>
              <a:ext uri="{FF2B5EF4-FFF2-40B4-BE49-F238E27FC236}">
                <a16:creationId xmlns:a16="http://schemas.microsoft.com/office/drawing/2014/main" id="{8285782B-BE37-F1A2-F746-8CB1E1C00796}"/>
              </a:ext>
            </a:extLst>
          </p:cNvPr>
          <p:cNvSpPr txBox="1"/>
          <p:nvPr/>
        </p:nvSpPr>
        <p:spPr>
          <a:xfrm>
            <a:off x="754146" y="3667904"/>
            <a:ext cx="2288684" cy="507831"/>
          </a:xfrm>
          <a:prstGeom prst="rect">
            <a:avLst/>
          </a:prstGeom>
          <a:noFill/>
        </p:spPr>
        <p:txBody>
          <a:bodyPr wrap="square" rtlCol="0">
            <a:spAutoFit/>
          </a:bodyPr>
          <a:lstStyle/>
          <a:p>
            <a:pPr algn="r"/>
            <a:r>
              <a:rPr lang="en-US" sz="900" dirty="0">
                <a:solidFill>
                  <a:schemeClr val="bg1">
                    <a:lumMod val="65000"/>
                  </a:schemeClr>
                </a:solidFill>
              </a:rPr>
              <a:t>This is an optional screen. Few validation may require, few may not. Hawksyn will follow the taxonomy and run accordingly.</a:t>
            </a:r>
            <a:endParaRPr lang="en-IN" sz="900" dirty="0">
              <a:solidFill>
                <a:schemeClr val="bg1">
                  <a:lumMod val="65000"/>
                </a:schemeClr>
              </a:solidFill>
            </a:endParaRPr>
          </a:p>
        </p:txBody>
      </p:sp>
      <p:cxnSp>
        <p:nvCxnSpPr>
          <p:cNvPr id="7" name="Connector: Elbow 6">
            <a:extLst>
              <a:ext uri="{FF2B5EF4-FFF2-40B4-BE49-F238E27FC236}">
                <a16:creationId xmlns:a16="http://schemas.microsoft.com/office/drawing/2014/main" id="{1FDA093F-824E-6A3A-7EE3-03DC6BFA744D}"/>
              </a:ext>
            </a:extLst>
          </p:cNvPr>
          <p:cNvCxnSpPr>
            <a:cxnSpLocks/>
            <a:stCxn id="2" idx="3"/>
          </p:cNvCxnSpPr>
          <p:nvPr/>
        </p:nvCxnSpPr>
        <p:spPr>
          <a:xfrm flipV="1">
            <a:off x="3042830" y="3561142"/>
            <a:ext cx="1041876" cy="36067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28161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6C008-C6A7-F301-DF27-2DD6C6F2AEAC}"/>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6B89FB5A-7A39-C2F9-041A-0D19299BADE5}"/>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638145D9-8A1C-7578-B37F-745058E5710B}"/>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6E7EEBA1-9149-7780-8CFF-1426082981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1C4F82F8-ABA0-4C5D-077A-102D89C5F52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1CF66762-0493-984B-F747-A014B973A22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E394CBCD-48D9-92E1-6EE2-D307BC1B1F19}"/>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88544DEA-F78F-CD4E-2762-762CCEB5C62D}"/>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3496FE36-6AF6-8D16-3264-366248CDED04}"/>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6F56D974-6D71-0DC3-F665-B7A5793D4E5B}"/>
                </a:ext>
              </a:extLst>
            </p:cNvPr>
            <p:cNvSpPr txBox="1"/>
            <p:nvPr/>
          </p:nvSpPr>
          <p:spPr>
            <a:xfrm>
              <a:off x="6848402" y="1349079"/>
              <a:ext cx="569388" cy="215444"/>
            </a:xfrm>
            <a:prstGeom prst="rect">
              <a:avLst/>
            </a:prstGeom>
            <a:noFill/>
          </p:spPr>
          <p:txBody>
            <a:bodyPr wrap="none" rtlCol="0">
              <a:spAutoFit/>
            </a:bodyPr>
            <a:lstStyle/>
            <a:p>
              <a:pPr algn="r"/>
              <a:r>
                <a:rPr lang="en-US" sz="800" dirty="0">
                  <a:solidFill>
                    <a:schemeClr val="tx1">
                      <a:lumMod val="50000"/>
                      <a:lumOff val="50000"/>
                    </a:schemeClr>
                  </a:solidFill>
                </a:rPr>
                <a:t>00:07:12</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21659AE2-3FC1-CEBD-8D47-D9208F8388F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grpSp>
        <p:nvGrpSpPr>
          <p:cNvPr id="23" name="Group 22">
            <a:extLst>
              <a:ext uri="{FF2B5EF4-FFF2-40B4-BE49-F238E27FC236}">
                <a16:creationId xmlns:a16="http://schemas.microsoft.com/office/drawing/2014/main" id="{7D0B42EE-0C40-CB5A-4EC9-7373ED1AEDE8}"/>
              </a:ext>
            </a:extLst>
          </p:cNvPr>
          <p:cNvGrpSpPr/>
          <p:nvPr/>
        </p:nvGrpSpPr>
        <p:grpSpPr>
          <a:xfrm>
            <a:off x="4545050" y="1437267"/>
            <a:ext cx="1403256" cy="80550"/>
            <a:chOff x="4545050" y="1437267"/>
            <a:chExt cx="1403256" cy="80550"/>
          </a:xfrm>
        </p:grpSpPr>
        <p:sp>
          <p:nvSpPr>
            <p:cNvPr id="24" name="Rectangle: Rounded Corners 23">
              <a:extLst>
                <a:ext uri="{FF2B5EF4-FFF2-40B4-BE49-F238E27FC236}">
                  <a16:creationId xmlns:a16="http://schemas.microsoft.com/office/drawing/2014/main" id="{1A5580B9-8F28-AC16-344C-8452C81EB5C9}"/>
                </a:ext>
              </a:extLst>
            </p:cNvPr>
            <p:cNvSpPr/>
            <p:nvPr/>
          </p:nvSpPr>
          <p:spPr>
            <a:xfrm>
              <a:off x="4545050" y="1437267"/>
              <a:ext cx="267849" cy="75791"/>
            </a:xfrm>
            <a:prstGeom prst="roundRect">
              <a:avLst>
                <a:gd name="adj" fmla="val 14001"/>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Rounded Corners 24">
              <a:extLst>
                <a:ext uri="{FF2B5EF4-FFF2-40B4-BE49-F238E27FC236}">
                  <a16:creationId xmlns:a16="http://schemas.microsoft.com/office/drawing/2014/main" id="{0EB57A5E-3999-6A69-9410-DE9ABD2950F0}"/>
                </a:ext>
              </a:extLst>
            </p:cNvPr>
            <p:cNvSpPr/>
            <p:nvPr/>
          </p:nvSpPr>
          <p:spPr>
            <a:xfrm>
              <a:off x="4829743"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Rectangle: Rounded Corners 25">
              <a:extLst>
                <a:ext uri="{FF2B5EF4-FFF2-40B4-BE49-F238E27FC236}">
                  <a16:creationId xmlns:a16="http://schemas.microsoft.com/office/drawing/2014/main" id="{B6590081-E88D-703C-4063-FCFF1717FC5F}"/>
                </a:ext>
              </a:extLst>
            </p:cNvPr>
            <p:cNvSpPr/>
            <p:nvPr/>
          </p:nvSpPr>
          <p:spPr>
            <a:xfrm>
              <a:off x="5114436"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3587E9B3-3B86-C490-319D-5418AF721129}"/>
                </a:ext>
              </a:extLst>
            </p:cNvPr>
            <p:cNvSpPr/>
            <p:nvPr/>
          </p:nvSpPr>
          <p:spPr>
            <a:xfrm>
              <a:off x="5395764" y="1437267"/>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01942775-4510-0DD4-4624-7672F3851602}"/>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0" name="Rectangle: Rounded Corners 9">
            <a:extLst>
              <a:ext uri="{FF2B5EF4-FFF2-40B4-BE49-F238E27FC236}">
                <a16:creationId xmlns:a16="http://schemas.microsoft.com/office/drawing/2014/main" id="{09D13A15-8420-9353-EA03-D78A23593D05}"/>
              </a:ext>
            </a:extLst>
          </p:cNvPr>
          <p:cNvSpPr/>
          <p:nvPr/>
        </p:nvSpPr>
        <p:spPr>
          <a:xfrm>
            <a:off x="5416020" y="5613598"/>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Continue</a:t>
            </a:r>
            <a:endParaRPr lang="en-IN" sz="1000" dirty="0"/>
          </a:p>
        </p:txBody>
      </p:sp>
      <p:grpSp>
        <p:nvGrpSpPr>
          <p:cNvPr id="2" name="Group 1">
            <a:extLst>
              <a:ext uri="{FF2B5EF4-FFF2-40B4-BE49-F238E27FC236}">
                <a16:creationId xmlns:a16="http://schemas.microsoft.com/office/drawing/2014/main" id="{E9887F43-F877-0375-9B8A-921A0B0646BD}"/>
              </a:ext>
            </a:extLst>
          </p:cNvPr>
          <p:cNvGrpSpPr/>
          <p:nvPr/>
        </p:nvGrpSpPr>
        <p:grpSpPr>
          <a:xfrm>
            <a:off x="4505539" y="1732960"/>
            <a:ext cx="2912251" cy="3527158"/>
            <a:chOff x="4505539" y="1639441"/>
            <a:chExt cx="2912251" cy="3527158"/>
          </a:xfrm>
        </p:grpSpPr>
        <p:sp>
          <p:nvSpPr>
            <p:cNvPr id="3" name="Rectangle: Rounded Corners 2">
              <a:extLst>
                <a:ext uri="{FF2B5EF4-FFF2-40B4-BE49-F238E27FC236}">
                  <a16:creationId xmlns:a16="http://schemas.microsoft.com/office/drawing/2014/main" id="{A99847AF-8EC6-3D1B-C14E-1C4E40651F38}"/>
                </a:ext>
              </a:extLst>
            </p:cNvPr>
            <p:cNvSpPr/>
            <p:nvPr/>
          </p:nvSpPr>
          <p:spPr>
            <a:xfrm>
              <a:off x="4505539" y="1639441"/>
              <a:ext cx="2912251" cy="3527158"/>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4" name="Rectangle: Rounded Corners 3">
              <a:extLst>
                <a:ext uri="{FF2B5EF4-FFF2-40B4-BE49-F238E27FC236}">
                  <a16:creationId xmlns:a16="http://schemas.microsoft.com/office/drawing/2014/main" id="{3439E465-5D8C-875F-6F9E-9083BAF81758}"/>
                </a:ext>
              </a:extLst>
            </p:cNvPr>
            <p:cNvSpPr/>
            <p:nvPr/>
          </p:nvSpPr>
          <p:spPr>
            <a:xfrm>
              <a:off x="4546025" y="1691398"/>
              <a:ext cx="2807345" cy="2703958"/>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6" name="TextBox 5">
              <a:extLst>
                <a:ext uri="{FF2B5EF4-FFF2-40B4-BE49-F238E27FC236}">
                  <a16:creationId xmlns:a16="http://schemas.microsoft.com/office/drawing/2014/main" id="{4EF279A6-B29F-0C0B-0C64-228AAB4B30C7}"/>
                </a:ext>
              </a:extLst>
            </p:cNvPr>
            <p:cNvSpPr txBox="1"/>
            <p:nvPr/>
          </p:nvSpPr>
          <p:spPr>
            <a:xfrm>
              <a:off x="4610100" y="1809030"/>
              <a:ext cx="2679405" cy="2400657"/>
            </a:xfrm>
            <a:prstGeom prst="rect">
              <a:avLst/>
            </a:prstGeom>
            <a:noFill/>
          </p:spPr>
          <p:txBody>
            <a:bodyPr wrap="square" rtlCol="0">
              <a:spAutoFit/>
            </a:bodyPr>
            <a:lstStyle/>
            <a:p>
              <a:r>
                <a:rPr lang="en-US" sz="1050" b="1" dirty="0">
                  <a:solidFill>
                    <a:schemeClr val="bg1">
                      <a:lumMod val="95000"/>
                    </a:schemeClr>
                  </a:solidFill>
                </a:rPr>
                <a:t>Confirm your inputs:</a:t>
              </a:r>
            </a:p>
            <a:p>
              <a:r>
                <a:rPr lang="en-US" sz="900" dirty="0">
                  <a:solidFill>
                    <a:schemeClr val="bg2">
                      <a:lumMod val="50000"/>
                    </a:schemeClr>
                  </a:solidFill>
                </a:rPr>
                <a:t>(You can edit anything)</a:t>
              </a:r>
            </a:p>
            <a:p>
              <a:endParaRPr lang="en-US" sz="1050" dirty="0">
                <a:solidFill>
                  <a:schemeClr val="bg1">
                    <a:lumMod val="95000"/>
                  </a:schemeClr>
                </a:solidFill>
              </a:endParaRPr>
            </a:p>
            <a:p>
              <a:r>
                <a:rPr lang="en-US" sz="900" b="1" dirty="0">
                  <a:solidFill>
                    <a:schemeClr val="bg1">
                      <a:lumMod val="95000"/>
                    </a:schemeClr>
                  </a:solidFill>
                </a:rPr>
                <a:t>Q1</a:t>
              </a:r>
            </a:p>
            <a:p>
              <a:endParaRPr lang="en-US" sz="1050" dirty="0">
                <a:solidFill>
                  <a:schemeClr val="bg1">
                    <a:lumMod val="95000"/>
                  </a:schemeClr>
                </a:solidFill>
              </a:endParaRPr>
            </a:p>
            <a:p>
              <a:endParaRPr lang="en-US" sz="1050" dirty="0">
                <a:solidFill>
                  <a:schemeClr val="bg1">
                    <a:lumMod val="95000"/>
                  </a:schemeClr>
                </a:solidFill>
              </a:endParaRPr>
            </a:p>
            <a:p>
              <a:r>
                <a:rPr lang="en-US" sz="900" b="1" dirty="0">
                  <a:solidFill>
                    <a:schemeClr val="bg1">
                      <a:lumMod val="95000"/>
                    </a:schemeClr>
                  </a:solidFill>
                </a:rPr>
                <a:t>Q2</a:t>
              </a: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1050" dirty="0">
                <a:solidFill>
                  <a:schemeClr val="bg1">
                    <a:lumMod val="95000"/>
                  </a:schemeClr>
                </a:solidFill>
              </a:endParaRPr>
            </a:p>
            <a:p>
              <a:endParaRPr lang="en-US" sz="900" b="1" dirty="0">
                <a:solidFill>
                  <a:schemeClr val="bg1">
                    <a:lumMod val="95000"/>
                  </a:schemeClr>
                </a:solidFill>
              </a:endParaRPr>
            </a:p>
            <a:p>
              <a:r>
                <a:rPr lang="en-US" sz="900" b="1" dirty="0">
                  <a:solidFill>
                    <a:schemeClr val="bg1">
                      <a:lumMod val="95000"/>
                    </a:schemeClr>
                  </a:solidFill>
                </a:rPr>
                <a:t>Q3</a:t>
              </a:r>
            </a:p>
          </p:txBody>
        </p:sp>
        <p:grpSp>
          <p:nvGrpSpPr>
            <p:cNvPr id="7" name="Group 6">
              <a:extLst>
                <a:ext uri="{FF2B5EF4-FFF2-40B4-BE49-F238E27FC236}">
                  <a16:creationId xmlns:a16="http://schemas.microsoft.com/office/drawing/2014/main" id="{F80E3055-D5B7-E25F-7918-8C2EC77DECDB}"/>
                </a:ext>
              </a:extLst>
            </p:cNvPr>
            <p:cNvGrpSpPr/>
            <p:nvPr/>
          </p:nvGrpSpPr>
          <p:grpSpPr>
            <a:xfrm>
              <a:off x="7118588" y="1809030"/>
              <a:ext cx="135233" cy="131253"/>
              <a:chOff x="7215685" y="2769327"/>
              <a:chExt cx="135233" cy="131253"/>
            </a:xfrm>
          </p:grpSpPr>
          <p:sp>
            <p:nvSpPr>
              <p:cNvPr id="16" name="Flowchart: Connector 15">
                <a:extLst>
                  <a:ext uri="{FF2B5EF4-FFF2-40B4-BE49-F238E27FC236}">
                    <a16:creationId xmlns:a16="http://schemas.microsoft.com/office/drawing/2014/main" id="{4A67FF86-4ABF-E2E0-1AE1-ECF5412957F6}"/>
                  </a:ext>
                </a:extLst>
              </p:cNvPr>
              <p:cNvSpPr/>
              <p:nvPr/>
            </p:nvSpPr>
            <p:spPr>
              <a:xfrm>
                <a:off x="7215685" y="2769327"/>
                <a:ext cx="135233" cy="131253"/>
              </a:xfrm>
              <a:prstGeom prst="flowChartConnector">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Graphic 16" descr="Pencil with solid fill">
                <a:extLst>
                  <a:ext uri="{FF2B5EF4-FFF2-40B4-BE49-F238E27FC236}">
                    <a16:creationId xmlns:a16="http://schemas.microsoft.com/office/drawing/2014/main" id="{90DA4704-46F0-7031-7640-A9526667293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34565" y="2786217"/>
                <a:ext cx="97472" cy="97472"/>
              </a:xfrm>
              <a:prstGeom prst="rect">
                <a:avLst/>
              </a:prstGeom>
            </p:spPr>
          </p:pic>
        </p:grpSp>
        <p:sp>
          <p:nvSpPr>
            <p:cNvPr id="8" name="Rectangle: Rounded Corners 7">
              <a:extLst>
                <a:ext uri="{FF2B5EF4-FFF2-40B4-BE49-F238E27FC236}">
                  <a16:creationId xmlns:a16="http://schemas.microsoft.com/office/drawing/2014/main" id="{F804267D-3680-7A16-0A53-CFA9BA4EC6D2}"/>
                </a:ext>
              </a:extLst>
            </p:cNvPr>
            <p:cNvSpPr/>
            <p:nvPr/>
          </p:nvSpPr>
          <p:spPr>
            <a:xfrm>
              <a:off x="4718134" y="2535917"/>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9" name="Rectangle: Rounded Corners 8">
              <a:extLst>
                <a:ext uri="{FF2B5EF4-FFF2-40B4-BE49-F238E27FC236}">
                  <a16:creationId xmlns:a16="http://schemas.microsoft.com/office/drawing/2014/main" id="{6D4B11E3-0D68-6127-2496-2D366BB2CBD0}"/>
                </a:ext>
              </a:extLst>
            </p:cNvPr>
            <p:cNvSpPr/>
            <p:nvPr/>
          </p:nvSpPr>
          <p:spPr>
            <a:xfrm>
              <a:off x="4718134" y="2986138"/>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11" name="Rectangle: Rounded Corners 10">
              <a:extLst>
                <a:ext uri="{FF2B5EF4-FFF2-40B4-BE49-F238E27FC236}">
                  <a16:creationId xmlns:a16="http://schemas.microsoft.com/office/drawing/2014/main" id="{B33D21A3-0236-223D-7488-F31045F8B467}"/>
                </a:ext>
              </a:extLst>
            </p:cNvPr>
            <p:cNvSpPr/>
            <p:nvPr/>
          </p:nvSpPr>
          <p:spPr>
            <a:xfrm>
              <a:off x="4718134" y="3218132"/>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12" name="Rectangle: Rounded Corners 11">
              <a:extLst>
                <a:ext uri="{FF2B5EF4-FFF2-40B4-BE49-F238E27FC236}">
                  <a16:creationId xmlns:a16="http://schemas.microsoft.com/office/drawing/2014/main" id="{B41D2D5D-1A94-EB19-FCD9-EBDA8ED4E28C}"/>
                </a:ext>
              </a:extLst>
            </p:cNvPr>
            <p:cNvSpPr/>
            <p:nvPr/>
          </p:nvSpPr>
          <p:spPr>
            <a:xfrm>
              <a:off x="4718134" y="3462703"/>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13" name="Rectangle: Rounded Corners 12">
              <a:extLst>
                <a:ext uri="{FF2B5EF4-FFF2-40B4-BE49-F238E27FC236}">
                  <a16:creationId xmlns:a16="http://schemas.microsoft.com/office/drawing/2014/main" id="{A666AEFB-C530-288E-4540-54EF5195B018}"/>
                </a:ext>
              </a:extLst>
            </p:cNvPr>
            <p:cNvSpPr/>
            <p:nvPr/>
          </p:nvSpPr>
          <p:spPr>
            <a:xfrm>
              <a:off x="4718134" y="3696543"/>
              <a:ext cx="2319284" cy="181883"/>
            </a:xfrm>
            <a:prstGeom prst="roundRect">
              <a:avLst>
                <a:gd name="adj" fmla="val 13494"/>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solidFill>
                  <a:schemeClr val="bg1">
                    <a:lumMod val="65000"/>
                  </a:schemeClr>
                </a:solidFill>
              </a:endParaRPr>
            </a:p>
          </p:txBody>
        </p:sp>
        <p:sp>
          <p:nvSpPr>
            <p:cNvPr id="14" name="Rectangle: Rounded Corners 13">
              <a:extLst>
                <a:ext uri="{FF2B5EF4-FFF2-40B4-BE49-F238E27FC236}">
                  <a16:creationId xmlns:a16="http://schemas.microsoft.com/office/drawing/2014/main" id="{256D9EFB-C4E7-6F87-E9D0-E98344F744DD}"/>
                </a:ext>
              </a:extLst>
            </p:cNvPr>
            <p:cNvSpPr/>
            <p:nvPr/>
          </p:nvSpPr>
          <p:spPr>
            <a:xfrm>
              <a:off x="4718134" y="4185411"/>
              <a:ext cx="2319284" cy="345024"/>
            </a:xfrm>
            <a:prstGeom prst="roundRect">
              <a:avLst>
                <a:gd name="adj" fmla="val 4147"/>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IN" sz="800" dirty="0">
                <a:solidFill>
                  <a:schemeClr val="bg1">
                    <a:lumMod val="65000"/>
                  </a:schemeClr>
                </a:solidFill>
              </a:endParaRPr>
            </a:p>
          </p:txBody>
        </p:sp>
        <p:sp>
          <p:nvSpPr>
            <p:cNvPr id="15" name="Rectangle: Rounded Corners 14">
              <a:extLst>
                <a:ext uri="{FF2B5EF4-FFF2-40B4-BE49-F238E27FC236}">
                  <a16:creationId xmlns:a16="http://schemas.microsoft.com/office/drawing/2014/main" id="{8E9A5023-3887-3B22-412B-9AF0F5D929B4}"/>
                </a:ext>
              </a:extLst>
            </p:cNvPr>
            <p:cNvSpPr/>
            <p:nvPr/>
          </p:nvSpPr>
          <p:spPr>
            <a:xfrm>
              <a:off x="4718134" y="4591550"/>
              <a:ext cx="2319284" cy="345024"/>
            </a:xfrm>
            <a:prstGeom prst="roundRect">
              <a:avLst>
                <a:gd name="adj" fmla="val 4147"/>
              </a:avLst>
            </a:prstGeom>
            <a:solidFill>
              <a:schemeClr val="tx1">
                <a:lumMod val="85000"/>
                <a:lumOff val="15000"/>
              </a:schemeClr>
            </a:solidFill>
            <a:ln w="31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IN" sz="800" dirty="0">
                <a:solidFill>
                  <a:schemeClr val="bg1">
                    <a:lumMod val="65000"/>
                  </a:schemeClr>
                </a:solidFill>
              </a:endParaRPr>
            </a:p>
          </p:txBody>
        </p:sp>
      </p:grpSp>
      <p:sp>
        <p:nvSpPr>
          <p:cNvPr id="21" name="TextBox 20">
            <a:extLst>
              <a:ext uri="{FF2B5EF4-FFF2-40B4-BE49-F238E27FC236}">
                <a16:creationId xmlns:a16="http://schemas.microsoft.com/office/drawing/2014/main" id="{97ED160B-5689-47AA-9572-071CBE3AA6F7}"/>
              </a:ext>
            </a:extLst>
          </p:cNvPr>
          <p:cNvSpPr txBox="1"/>
          <p:nvPr/>
        </p:nvSpPr>
        <p:spPr>
          <a:xfrm>
            <a:off x="754146" y="3667904"/>
            <a:ext cx="2288684" cy="369332"/>
          </a:xfrm>
          <a:prstGeom prst="rect">
            <a:avLst/>
          </a:prstGeom>
          <a:noFill/>
        </p:spPr>
        <p:txBody>
          <a:bodyPr wrap="square" rtlCol="0">
            <a:spAutoFit/>
          </a:bodyPr>
          <a:lstStyle/>
          <a:p>
            <a:pPr algn="r"/>
            <a:r>
              <a:rPr lang="en-US" sz="900" dirty="0">
                <a:solidFill>
                  <a:schemeClr val="bg1">
                    <a:lumMod val="65000"/>
                  </a:schemeClr>
                </a:solidFill>
              </a:rPr>
              <a:t>After any input hawksyn will re-validate with user before moving ahead.</a:t>
            </a:r>
            <a:endParaRPr lang="en-IN" sz="900" dirty="0">
              <a:solidFill>
                <a:schemeClr val="bg1">
                  <a:lumMod val="65000"/>
                </a:schemeClr>
              </a:solidFill>
            </a:endParaRPr>
          </a:p>
        </p:txBody>
      </p:sp>
      <p:cxnSp>
        <p:nvCxnSpPr>
          <p:cNvPr id="22" name="Connector: Elbow 21">
            <a:extLst>
              <a:ext uri="{FF2B5EF4-FFF2-40B4-BE49-F238E27FC236}">
                <a16:creationId xmlns:a16="http://schemas.microsoft.com/office/drawing/2014/main" id="{4DA807CF-16AD-E4FB-ECB5-FFC658A20D61}"/>
              </a:ext>
            </a:extLst>
          </p:cNvPr>
          <p:cNvCxnSpPr>
            <a:cxnSpLocks/>
            <a:stCxn id="21" idx="3"/>
          </p:cNvCxnSpPr>
          <p:nvPr/>
        </p:nvCxnSpPr>
        <p:spPr>
          <a:xfrm flipV="1">
            <a:off x="3042830" y="3561142"/>
            <a:ext cx="1041876" cy="291428"/>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50924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CA487-6E3D-A912-78E4-201504E44B36}"/>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9D022E8E-CF46-2B9A-9AC6-78561962EC94}"/>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F2D0BBDA-CC92-174D-BF80-F49CB294A677}"/>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F6975FDA-C983-2FDA-AA86-A275AA0845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18167E0D-F16D-8732-43FB-BDADA385E41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A9BA9E10-6C68-7789-C8C2-D067DF1944C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51B62B4B-FDCD-1172-8AE1-E2526126A197}"/>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7D8C4545-CAE3-D6CF-0BE7-A21E5455742C}"/>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5211D2B2-C706-1AA4-BE5E-0E89D3E3DDAB}"/>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A2AF7F52-0964-55D1-8A71-5285B4E5DDAD}"/>
                </a:ext>
              </a:extLst>
            </p:cNvPr>
            <p:cNvSpPr txBox="1"/>
            <p:nvPr/>
          </p:nvSpPr>
          <p:spPr>
            <a:xfrm>
              <a:off x="6848402" y="1349079"/>
              <a:ext cx="569388" cy="215444"/>
            </a:xfrm>
            <a:prstGeom prst="rect">
              <a:avLst/>
            </a:prstGeom>
            <a:noFill/>
          </p:spPr>
          <p:txBody>
            <a:bodyPr wrap="none" rtlCol="0">
              <a:spAutoFit/>
            </a:bodyPr>
            <a:lstStyle/>
            <a:p>
              <a:pPr algn="r"/>
              <a:r>
                <a:rPr lang="en-US" sz="800" dirty="0">
                  <a:solidFill>
                    <a:schemeClr val="tx1">
                      <a:lumMod val="50000"/>
                      <a:lumOff val="50000"/>
                    </a:schemeClr>
                  </a:solidFill>
                </a:rPr>
                <a:t>00:07:58</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5FF75929-2B0E-4BA8-9595-A58A292097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sp>
        <p:nvSpPr>
          <p:cNvPr id="3" name="TextBox 2">
            <a:extLst>
              <a:ext uri="{FF2B5EF4-FFF2-40B4-BE49-F238E27FC236}">
                <a16:creationId xmlns:a16="http://schemas.microsoft.com/office/drawing/2014/main" id="{25C8A242-9E17-59C2-3110-3C0226DC29ED}"/>
              </a:ext>
            </a:extLst>
          </p:cNvPr>
          <p:cNvSpPr txBox="1"/>
          <p:nvPr/>
        </p:nvSpPr>
        <p:spPr>
          <a:xfrm>
            <a:off x="4699283" y="3123100"/>
            <a:ext cx="2622465" cy="246221"/>
          </a:xfrm>
          <a:prstGeom prst="rect">
            <a:avLst/>
          </a:prstGeom>
          <a:noFill/>
        </p:spPr>
        <p:txBody>
          <a:bodyPr wrap="square" rtlCol="0">
            <a:spAutoFit/>
          </a:bodyPr>
          <a:lstStyle/>
          <a:p>
            <a:pPr algn="ctr"/>
            <a:r>
              <a:rPr lang="en-US" sz="1000" spc="300" dirty="0">
                <a:solidFill>
                  <a:schemeClr val="bg1">
                    <a:lumMod val="50000"/>
                  </a:schemeClr>
                </a:solidFill>
              </a:rPr>
              <a:t>ANALYZING</a:t>
            </a:r>
            <a:endParaRPr lang="en-IN" sz="900" spc="300" dirty="0">
              <a:solidFill>
                <a:schemeClr val="bg1">
                  <a:lumMod val="50000"/>
                </a:schemeClr>
              </a:solidFill>
            </a:endParaRPr>
          </a:p>
        </p:txBody>
      </p:sp>
      <p:sp>
        <p:nvSpPr>
          <p:cNvPr id="4" name="Rectangle 3">
            <a:extLst>
              <a:ext uri="{FF2B5EF4-FFF2-40B4-BE49-F238E27FC236}">
                <a16:creationId xmlns:a16="http://schemas.microsoft.com/office/drawing/2014/main" id="{73E640F0-F56B-4950-D3D9-A29B2057398D}"/>
              </a:ext>
            </a:extLst>
          </p:cNvPr>
          <p:cNvSpPr/>
          <p:nvPr/>
        </p:nvSpPr>
        <p:spPr>
          <a:xfrm>
            <a:off x="4864371" y="3515423"/>
            <a:ext cx="2234045" cy="45719"/>
          </a:xfrm>
          <a:prstGeom prst="rect">
            <a:avLst/>
          </a:prstGeom>
          <a:gradFill flip="none" rotWithShape="1">
            <a:gsLst>
              <a:gs pos="53000">
                <a:schemeClr val="bg1">
                  <a:lumMod val="50000"/>
                </a:schemeClr>
              </a:gs>
              <a:gs pos="0">
                <a:srgbClr val="0D0D0D"/>
              </a:gs>
              <a:gs pos="100000">
                <a:srgbClr val="0D0D0D"/>
              </a:gs>
            </a:gsLst>
            <a:lin ang="0" scaled="1"/>
            <a:tileRect/>
          </a:gradFill>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grpSp>
        <p:nvGrpSpPr>
          <p:cNvPr id="11" name="Group 10">
            <a:extLst>
              <a:ext uri="{FF2B5EF4-FFF2-40B4-BE49-F238E27FC236}">
                <a16:creationId xmlns:a16="http://schemas.microsoft.com/office/drawing/2014/main" id="{84886EC2-21C0-AFFD-856A-B1C342B17923}"/>
              </a:ext>
            </a:extLst>
          </p:cNvPr>
          <p:cNvGrpSpPr/>
          <p:nvPr/>
        </p:nvGrpSpPr>
        <p:grpSpPr>
          <a:xfrm>
            <a:off x="4545050" y="1437267"/>
            <a:ext cx="1403256" cy="80550"/>
            <a:chOff x="4545050" y="1437267"/>
            <a:chExt cx="1403256" cy="80550"/>
          </a:xfrm>
        </p:grpSpPr>
        <p:sp>
          <p:nvSpPr>
            <p:cNvPr id="12" name="Rectangle: Rounded Corners 11">
              <a:extLst>
                <a:ext uri="{FF2B5EF4-FFF2-40B4-BE49-F238E27FC236}">
                  <a16:creationId xmlns:a16="http://schemas.microsoft.com/office/drawing/2014/main" id="{8AC62DD6-FDFD-C34C-5CB3-261BFEB5B774}"/>
                </a:ext>
              </a:extLst>
            </p:cNvPr>
            <p:cNvSpPr/>
            <p:nvPr/>
          </p:nvSpPr>
          <p:spPr>
            <a:xfrm>
              <a:off x="4545050" y="1437267"/>
              <a:ext cx="267849" cy="75791"/>
            </a:xfrm>
            <a:prstGeom prst="roundRect">
              <a:avLst>
                <a:gd name="adj" fmla="val 14001"/>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BDD377FD-DF28-D078-8E8F-7AE646F992DB}"/>
                </a:ext>
              </a:extLst>
            </p:cNvPr>
            <p:cNvSpPr/>
            <p:nvPr/>
          </p:nvSpPr>
          <p:spPr>
            <a:xfrm>
              <a:off x="4829743"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Rectangle: Rounded Corners 13">
              <a:extLst>
                <a:ext uri="{FF2B5EF4-FFF2-40B4-BE49-F238E27FC236}">
                  <a16:creationId xmlns:a16="http://schemas.microsoft.com/office/drawing/2014/main" id="{B408884B-9867-F469-BEA7-2E8A7622244F}"/>
                </a:ext>
              </a:extLst>
            </p:cNvPr>
            <p:cNvSpPr/>
            <p:nvPr/>
          </p:nvSpPr>
          <p:spPr>
            <a:xfrm>
              <a:off x="5114436"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79391DE1-7C95-0DB1-C4B5-122F86FBEAA7}"/>
                </a:ext>
              </a:extLst>
            </p:cNvPr>
            <p:cNvSpPr/>
            <p:nvPr/>
          </p:nvSpPr>
          <p:spPr>
            <a:xfrm>
              <a:off x="5395764" y="1437267"/>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4F739AFE-B06F-6A4B-4349-7F1EFAAF5CD8}"/>
                </a:ext>
              </a:extLst>
            </p:cNvPr>
            <p:cNvSpPr/>
            <p:nvPr/>
          </p:nvSpPr>
          <p:spPr>
            <a:xfrm>
              <a:off x="5680457" y="1442026"/>
              <a:ext cx="267849" cy="75791"/>
            </a:xfrm>
            <a:prstGeom prst="roundRect">
              <a:avLst>
                <a:gd name="adj" fmla="val 14002"/>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TextBox 1">
            <a:extLst>
              <a:ext uri="{FF2B5EF4-FFF2-40B4-BE49-F238E27FC236}">
                <a16:creationId xmlns:a16="http://schemas.microsoft.com/office/drawing/2014/main" id="{491F8250-9F6F-F508-9BD2-59446B58D45A}"/>
              </a:ext>
            </a:extLst>
          </p:cNvPr>
          <p:cNvSpPr txBox="1"/>
          <p:nvPr/>
        </p:nvSpPr>
        <p:spPr>
          <a:xfrm>
            <a:off x="1173018" y="2697075"/>
            <a:ext cx="2382350" cy="230832"/>
          </a:xfrm>
          <a:prstGeom prst="rect">
            <a:avLst/>
          </a:prstGeom>
          <a:noFill/>
        </p:spPr>
        <p:txBody>
          <a:bodyPr wrap="square" rtlCol="0">
            <a:spAutoFit/>
          </a:bodyPr>
          <a:lstStyle/>
          <a:p>
            <a:pPr algn="r"/>
            <a:r>
              <a:rPr lang="en-US" sz="900" dirty="0">
                <a:solidFill>
                  <a:schemeClr val="bg1">
                    <a:lumMod val="65000"/>
                  </a:schemeClr>
                </a:solidFill>
              </a:rPr>
              <a:t>Hawksyn will continue validation process</a:t>
            </a:r>
            <a:endParaRPr lang="en-IN" sz="900" dirty="0">
              <a:solidFill>
                <a:schemeClr val="bg1">
                  <a:lumMod val="65000"/>
                </a:schemeClr>
              </a:solidFill>
            </a:endParaRPr>
          </a:p>
        </p:txBody>
      </p:sp>
      <p:cxnSp>
        <p:nvCxnSpPr>
          <p:cNvPr id="6" name="Connector: Elbow 5">
            <a:extLst>
              <a:ext uri="{FF2B5EF4-FFF2-40B4-BE49-F238E27FC236}">
                <a16:creationId xmlns:a16="http://schemas.microsoft.com/office/drawing/2014/main" id="{BCA7D8FC-23E7-15E0-7A85-813CF4FD636F}"/>
              </a:ext>
            </a:extLst>
          </p:cNvPr>
          <p:cNvCxnSpPr>
            <a:cxnSpLocks/>
            <a:stCxn id="2" idx="3"/>
          </p:cNvCxnSpPr>
          <p:nvPr/>
        </p:nvCxnSpPr>
        <p:spPr>
          <a:xfrm>
            <a:off x="3555368" y="2812491"/>
            <a:ext cx="753601" cy="7029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32851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E06D0-9851-A096-46F3-6F168D5C5BAC}"/>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A11C2F76-2AB8-DC2E-872C-6D2F764DC097}"/>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32050704-2D55-9117-0C7F-CB5DA33423D6}"/>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C0B0B6D7-F2BF-1C49-5B72-CF62677C87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9AD9829C-7D13-831C-399E-E0DD7CD217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pic>
        <p:nvPicPr>
          <p:cNvPr id="35" name="Graphic 34" descr="Shield Tick outline">
            <a:extLst>
              <a:ext uri="{FF2B5EF4-FFF2-40B4-BE49-F238E27FC236}">
                <a16:creationId xmlns:a16="http://schemas.microsoft.com/office/drawing/2014/main" id="{5DF1F749-CE3C-E381-1415-05FB1E54771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5539" y="912763"/>
            <a:ext cx="228656" cy="228656"/>
          </a:xfrm>
          <a:prstGeom prst="rect">
            <a:avLst/>
          </a:prstGeom>
        </p:spPr>
      </p:pic>
      <p:sp>
        <p:nvSpPr>
          <p:cNvPr id="36" name="TextBox 35">
            <a:extLst>
              <a:ext uri="{FF2B5EF4-FFF2-40B4-BE49-F238E27FC236}">
                <a16:creationId xmlns:a16="http://schemas.microsoft.com/office/drawing/2014/main" id="{7F96E635-8383-1D19-973F-DFF396D2692F}"/>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Check Job Safety</a:t>
            </a:r>
            <a:endParaRPr lang="en-IN" sz="1050" b="1" dirty="0">
              <a:solidFill>
                <a:srgbClr val="EE7723"/>
              </a:solidFill>
            </a:endParaRPr>
          </a:p>
        </p:txBody>
      </p:sp>
      <p:cxnSp>
        <p:nvCxnSpPr>
          <p:cNvPr id="5" name="Straight Connector 4">
            <a:extLst>
              <a:ext uri="{FF2B5EF4-FFF2-40B4-BE49-F238E27FC236}">
                <a16:creationId xmlns:a16="http://schemas.microsoft.com/office/drawing/2014/main" id="{5175CB43-D9D8-F30F-09B4-087B5AB29638}"/>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8FCBAD4B-3854-6B8F-DD4A-6A57CC783E51}"/>
              </a:ext>
            </a:extLst>
          </p:cNvPr>
          <p:cNvGrpSpPr/>
          <p:nvPr/>
        </p:nvGrpSpPr>
        <p:grpSpPr>
          <a:xfrm>
            <a:off x="6706414" y="1349079"/>
            <a:ext cx="711376" cy="215444"/>
            <a:chOff x="6706414" y="1349079"/>
            <a:chExt cx="711376" cy="215444"/>
          </a:xfrm>
        </p:grpSpPr>
        <p:sp>
          <p:nvSpPr>
            <p:cNvPr id="19" name="TextBox 18">
              <a:extLst>
                <a:ext uri="{FF2B5EF4-FFF2-40B4-BE49-F238E27FC236}">
                  <a16:creationId xmlns:a16="http://schemas.microsoft.com/office/drawing/2014/main" id="{E0C6CA57-DE22-7143-7C53-D6F68F96147D}"/>
                </a:ext>
              </a:extLst>
            </p:cNvPr>
            <p:cNvSpPr txBox="1"/>
            <p:nvPr/>
          </p:nvSpPr>
          <p:spPr>
            <a:xfrm>
              <a:off x="6848402" y="1349079"/>
              <a:ext cx="569388" cy="215444"/>
            </a:xfrm>
            <a:prstGeom prst="rect">
              <a:avLst/>
            </a:prstGeom>
            <a:noFill/>
          </p:spPr>
          <p:txBody>
            <a:bodyPr wrap="none" rtlCol="0">
              <a:spAutoFit/>
            </a:bodyPr>
            <a:lstStyle/>
            <a:p>
              <a:pPr algn="r"/>
              <a:r>
                <a:rPr lang="en-US" sz="800" dirty="0">
                  <a:solidFill>
                    <a:schemeClr val="tx1">
                      <a:lumMod val="50000"/>
                      <a:lumOff val="50000"/>
                    </a:schemeClr>
                  </a:solidFill>
                </a:rPr>
                <a:t>00:08:02</a:t>
              </a:r>
              <a:endParaRPr lang="en-IN" sz="800" dirty="0">
                <a:solidFill>
                  <a:schemeClr val="tx1">
                    <a:lumMod val="50000"/>
                    <a:lumOff val="50000"/>
                  </a:schemeClr>
                </a:solidFill>
              </a:endParaRPr>
            </a:p>
          </p:txBody>
        </p:sp>
        <p:pic>
          <p:nvPicPr>
            <p:cNvPr id="20" name="Graphic 19" descr="Stopwatch with solid fill">
              <a:extLst>
                <a:ext uri="{FF2B5EF4-FFF2-40B4-BE49-F238E27FC236}">
                  <a16:creationId xmlns:a16="http://schemas.microsoft.com/office/drawing/2014/main" id="{EC2C043D-D6CA-8EE2-F148-EC7A1013ABB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06414" y="1385806"/>
              <a:ext cx="141989" cy="141989"/>
            </a:xfrm>
            <a:prstGeom prst="rect">
              <a:avLst/>
            </a:prstGeom>
          </p:spPr>
        </p:pic>
      </p:grpSp>
      <p:sp>
        <p:nvSpPr>
          <p:cNvPr id="4" name="TextBox 3">
            <a:extLst>
              <a:ext uri="{FF2B5EF4-FFF2-40B4-BE49-F238E27FC236}">
                <a16:creationId xmlns:a16="http://schemas.microsoft.com/office/drawing/2014/main" id="{1980545F-FBA5-11F9-277F-AA2302B46520}"/>
              </a:ext>
            </a:extLst>
          </p:cNvPr>
          <p:cNvSpPr txBox="1"/>
          <p:nvPr/>
        </p:nvSpPr>
        <p:spPr>
          <a:xfrm>
            <a:off x="4589518" y="2054739"/>
            <a:ext cx="2860759" cy="261610"/>
          </a:xfrm>
          <a:prstGeom prst="rect">
            <a:avLst/>
          </a:prstGeom>
          <a:noFill/>
        </p:spPr>
        <p:txBody>
          <a:bodyPr wrap="square">
            <a:spAutoFit/>
          </a:bodyPr>
          <a:lstStyle/>
          <a:p>
            <a:pPr>
              <a:buNone/>
            </a:pPr>
            <a:r>
              <a:rPr lang="en-US" sz="1100" b="1" dirty="0">
                <a:solidFill>
                  <a:srgbClr val="EC6404"/>
                </a:solidFill>
              </a:rPr>
              <a:t>Your Decision Assurance Report is Ready.</a:t>
            </a:r>
            <a:endParaRPr lang="en-US" sz="1100" dirty="0">
              <a:solidFill>
                <a:srgbClr val="EC6404"/>
              </a:solidFill>
            </a:endParaRPr>
          </a:p>
        </p:txBody>
      </p:sp>
      <p:grpSp>
        <p:nvGrpSpPr>
          <p:cNvPr id="43" name="Group 42">
            <a:extLst>
              <a:ext uri="{FF2B5EF4-FFF2-40B4-BE49-F238E27FC236}">
                <a16:creationId xmlns:a16="http://schemas.microsoft.com/office/drawing/2014/main" id="{1A513DFE-141A-2874-113D-3A4C88F3E1A5}"/>
              </a:ext>
            </a:extLst>
          </p:cNvPr>
          <p:cNvGrpSpPr/>
          <p:nvPr/>
        </p:nvGrpSpPr>
        <p:grpSpPr>
          <a:xfrm>
            <a:off x="4545050" y="2724152"/>
            <a:ext cx="2881133" cy="687590"/>
            <a:chOff x="4545050" y="2724152"/>
            <a:chExt cx="2881133" cy="687590"/>
          </a:xfrm>
        </p:grpSpPr>
        <p:sp>
          <p:nvSpPr>
            <p:cNvPr id="27" name="Rectangle: Rounded Corners 26">
              <a:extLst>
                <a:ext uri="{FF2B5EF4-FFF2-40B4-BE49-F238E27FC236}">
                  <a16:creationId xmlns:a16="http://schemas.microsoft.com/office/drawing/2014/main" id="{BB85487A-9547-CEB8-D38E-0B64193DD7A7}"/>
                </a:ext>
              </a:extLst>
            </p:cNvPr>
            <p:cNvSpPr/>
            <p:nvPr/>
          </p:nvSpPr>
          <p:spPr>
            <a:xfrm>
              <a:off x="4545050" y="2724153"/>
              <a:ext cx="933873" cy="687589"/>
            </a:xfrm>
            <a:prstGeom prst="roundRect">
              <a:avLst>
                <a:gd name="adj" fmla="val 12145"/>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r>
                <a:rPr lang="en-US" sz="1000" dirty="0"/>
                <a:t>E-Mail</a:t>
              </a:r>
              <a:endParaRPr lang="en-IN" sz="1000" dirty="0"/>
            </a:p>
          </p:txBody>
        </p:sp>
        <p:sp>
          <p:nvSpPr>
            <p:cNvPr id="2" name="Rectangle: Rounded Corners 1">
              <a:extLst>
                <a:ext uri="{FF2B5EF4-FFF2-40B4-BE49-F238E27FC236}">
                  <a16:creationId xmlns:a16="http://schemas.microsoft.com/office/drawing/2014/main" id="{8860BD60-9490-7A56-F980-5E356A8D108A}"/>
                </a:ext>
              </a:extLst>
            </p:cNvPr>
            <p:cNvSpPr/>
            <p:nvPr/>
          </p:nvSpPr>
          <p:spPr>
            <a:xfrm>
              <a:off x="5518680" y="2724152"/>
              <a:ext cx="933873" cy="687589"/>
            </a:xfrm>
            <a:prstGeom prst="roundRect">
              <a:avLst>
                <a:gd name="adj" fmla="val 12145"/>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r>
                <a:rPr lang="en-US" sz="1000" dirty="0"/>
                <a:t>Download</a:t>
              </a:r>
              <a:endParaRPr lang="en-IN" sz="1000" dirty="0"/>
            </a:p>
          </p:txBody>
        </p:sp>
        <p:sp>
          <p:nvSpPr>
            <p:cNvPr id="3" name="Rectangle: Rounded Corners 2">
              <a:extLst>
                <a:ext uri="{FF2B5EF4-FFF2-40B4-BE49-F238E27FC236}">
                  <a16:creationId xmlns:a16="http://schemas.microsoft.com/office/drawing/2014/main" id="{5463615E-5BB2-A418-6779-9C8C333CB5DA}"/>
                </a:ext>
              </a:extLst>
            </p:cNvPr>
            <p:cNvSpPr/>
            <p:nvPr/>
          </p:nvSpPr>
          <p:spPr>
            <a:xfrm>
              <a:off x="6492310" y="2724152"/>
              <a:ext cx="933873" cy="687589"/>
            </a:xfrm>
            <a:prstGeom prst="roundRect">
              <a:avLst>
                <a:gd name="adj" fmla="val 12145"/>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r>
                <a:rPr lang="en-US" sz="1000" dirty="0"/>
                <a:t>Save &amp; Exit</a:t>
              </a:r>
              <a:endParaRPr lang="en-IN" sz="1000" dirty="0"/>
            </a:p>
          </p:txBody>
        </p:sp>
        <p:pic>
          <p:nvPicPr>
            <p:cNvPr id="8" name="Graphic 7" descr="Download with solid fill">
              <a:extLst>
                <a:ext uri="{FF2B5EF4-FFF2-40B4-BE49-F238E27FC236}">
                  <a16:creationId xmlns:a16="http://schemas.microsoft.com/office/drawing/2014/main" id="{94721721-9E92-C4A5-0638-6B8C6161381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857973" y="2794935"/>
              <a:ext cx="323850" cy="323850"/>
            </a:xfrm>
            <a:prstGeom prst="rect">
              <a:avLst/>
            </a:prstGeom>
          </p:spPr>
        </p:pic>
        <p:pic>
          <p:nvPicPr>
            <p:cNvPr id="39" name="Graphic 38" descr="Disk outline">
              <a:extLst>
                <a:ext uri="{FF2B5EF4-FFF2-40B4-BE49-F238E27FC236}">
                  <a16:creationId xmlns:a16="http://schemas.microsoft.com/office/drawing/2014/main" id="{80C9B32A-3260-BE6F-DD16-3485042201D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809246" y="2794935"/>
              <a:ext cx="323850" cy="323850"/>
            </a:xfrm>
            <a:prstGeom prst="rect">
              <a:avLst/>
            </a:prstGeom>
          </p:spPr>
        </p:pic>
        <p:pic>
          <p:nvPicPr>
            <p:cNvPr id="41" name="Graphic 40" descr="Envelope with solid fill">
              <a:extLst>
                <a:ext uri="{FF2B5EF4-FFF2-40B4-BE49-F238E27FC236}">
                  <a16:creationId xmlns:a16="http://schemas.microsoft.com/office/drawing/2014/main" id="{BDDF092F-140D-BD40-06A5-8839373C891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850061" y="2780198"/>
              <a:ext cx="323850" cy="323850"/>
            </a:xfrm>
            <a:prstGeom prst="rect">
              <a:avLst/>
            </a:prstGeom>
          </p:spPr>
        </p:pic>
      </p:grpSp>
      <p:grpSp>
        <p:nvGrpSpPr>
          <p:cNvPr id="44" name="Group 43">
            <a:extLst>
              <a:ext uri="{FF2B5EF4-FFF2-40B4-BE49-F238E27FC236}">
                <a16:creationId xmlns:a16="http://schemas.microsoft.com/office/drawing/2014/main" id="{E3ADE3C5-0642-0D19-FF61-EE8CA0F9BA60}"/>
              </a:ext>
            </a:extLst>
          </p:cNvPr>
          <p:cNvGrpSpPr/>
          <p:nvPr/>
        </p:nvGrpSpPr>
        <p:grpSpPr>
          <a:xfrm>
            <a:off x="4545050" y="1437267"/>
            <a:ext cx="1403256" cy="80550"/>
            <a:chOff x="4545050" y="1437267"/>
            <a:chExt cx="1403256" cy="80550"/>
          </a:xfrm>
        </p:grpSpPr>
        <p:sp>
          <p:nvSpPr>
            <p:cNvPr id="45" name="Rectangle: Rounded Corners 44">
              <a:extLst>
                <a:ext uri="{FF2B5EF4-FFF2-40B4-BE49-F238E27FC236}">
                  <a16:creationId xmlns:a16="http://schemas.microsoft.com/office/drawing/2014/main" id="{277BCDF0-8515-4A1E-FFC5-C2CA19CB1B5D}"/>
                </a:ext>
              </a:extLst>
            </p:cNvPr>
            <p:cNvSpPr/>
            <p:nvPr/>
          </p:nvSpPr>
          <p:spPr>
            <a:xfrm>
              <a:off x="4545050" y="1437267"/>
              <a:ext cx="267849" cy="75791"/>
            </a:xfrm>
            <a:prstGeom prst="roundRect">
              <a:avLst>
                <a:gd name="adj" fmla="val 14001"/>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Rounded Corners 45">
              <a:extLst>
                <a:ext uri="{FF2B5EF4-FFF2-40B4-BE49-F238E27FC236}">
                  <a16:creationId xmlns:a16="http://schemas.microsoft.com/office/drawing/2014/main" id="{1AC5935E-2CE6-02F0-5268-35DB1CB0A392}"/>
                </a:ext>
              </a:extLst>
            </p:cNvPr>
            <p:cNvSpPr/>
            <p:nvPr/>
          </p:nvSpPr>
          <p:spPr>
            <a:xfrm>
              <a:off x="4829743"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7" name="Rectangle: Rounded Corners 46">
              <a:extLst>
                <a:ext uri="{FF2B5EF4-FFF2-40B4-BE49-F238E27FC236}">
                  <a16:creationId xmlns:a16="http://schemas.microsoft.com/office/drawing/2014/main" id="{0B519EF9-F9B8-E61B-26B2-72D10EEC229D}"/>
                </a:ext>
              </a:extLst>
            </p:cNvPr>
            <p:cNvSpPr/>
            <p:nvPr/>
          </p:nvSpPr>
          <p:spPr>
            <a:xfrm>
              <a:off x="5114436"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Rectangle: Rounded Corners 47">
              <a:extLst>
                <a:ext uri="{FF2B5EF4-FFF2-40B4-BE49-F238E27FC236}">
                  <a16:creationId xmlns:a16="http://schemas.microsoft.com/office/drawing/2014/main" id="{25068572-8B35-4690-6CC6-CF995E9C07E6}"/>
                </a:ext>
              </a:extLst>
            </p:cNvPr>
            <p:cNvSpPr/>
            <p:nvPr/>
          </p:nvSpPr>
          <p:spPr>
            <a:xfrm>
              <a:off x="5395764" y="1437267"/>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Rectangle: Rounded Corners 48">
              <a:extLst>
                <a:ext uri="{FF2B5EF4-FFF2-40B4-BE49-F238E27FC236}">
                  <a16:creationId xmlns:a16="http://schemas.microsoft.com/office/drawing/2014/main" id="{0AB9EFE2-FD18-A22F-DC60-6B4F9457E6F9}"/>
                </a:ext>
              </a:extLst>
            </p:cNvPr>
            <p:cNvSpPr/>
            <p:nvPr/>
          </p:nvSpPr>
          <p:spPr>
            <a:xfrm>
              <a:off x="5680457" y="1442026"/>
              <a:ext cx="267849" cy="75791"/>
            </a:xfrm>
            <a:prstGeom prst="roundRect">
              <a:avLst>
                <a:gd name="adj" fmla="val 14002"/>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 name="TextBox 5">
            <a:extLst>
              <a:ext uri="{FF2B5EF4-FFF2-40B4-BE49-F238E27FC236}">
                <a16:creationId xmlns:a16="http://schemas.microsoft.com/office/drawing/2014/main" id="{62CDB807-265F-55D0-DA55-5C8BC698BAB7}"/>
              </a:ext>
            </a:extLst>
          </p:cNvPr>
          <p:cNvSpPr txBox="1"/>
          <p:nvPr/>
        </p:nvSpPr>
        <p:spPr>
          <a:xfrm>
            <a:off x="1064576" y="2285700"/>
            <a:ext cx="2382350" cy="507831"/>
          </a:xfrm>
          <a:prstGeom prst="rect">
            <a:avLst/>
          </a:prstGeom>
          <a:noFill/>
        </p:spPr>
        <p:txBody>
          <a:bodyPr wrap="square" rtlCol="0">
            <a:spAutoFit/>
          </a:bodyPr>
          <a:lstStyle/>
          <a:p>
            <a:pPr algn="r"/>
            <a:r>
              <a:rPr lang="en-US" sz="900" dirty="0">
                <a:solidFill>
                  <a:schemeClr val="bg1">
                    <a:lumMod val="65000"/>
                  </a:schemeClr>
                </a:solidFill>
              </a:rPr>
              <a:t>Once finished, Hawksyn will automatically email the user about the completion along with the PDF report.</a:t>
            </a:r>
            <a:endParaRPr lang="en-IN" sz="900" dirty="0">
              <a:solidFill>
                <a:schemeClr val="bg1">
                  <a:lumMod val="65000"/>
                </a:schemeClr>
              </a:solidFill>
            </a:endParaRPr>
          </a:p>
        </p:txBody>
      </p:sp>
      <p:cxnSp>
        <p:nvCxnSpPr>
          <p:cNvPr id="7" name="Connector: Elbow 6">
            <a:extLst>
              <a:ext uri="{FF2B5EF4-FFF2-40B4-BE49-F238E27FC236}">
                <a16:creationId xmlns:a16="http://schemas.microsoft.com/office/drawing/2014/main" id="{D14B346D-B14E-1366-1AF3-6D802ABE8E34}"/>
              </a:ext>
            </a:extLst>
          </p:cNvPr>
          <p:cNvCxnSpPr>
            <a:cxnSpLocks/>
            <a:stCxn id="6" idx="3"/>
          </p:cNvCxnSpPr>
          <p:nvPr/>
        </p:nvCxnSpPr>
        <p:spPr>
          <a:xfrm>
            <a:off x="3446926" y="2539616"/>
            <a:ext cx="753601" cy="5644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3206EBE1-DB2B-D546-99AF-49DDB1090754}"/>
              </a:ext>
            </a:extLst>
          </p:cNvPr>
          <p:cNvGrpSpPr/>
          <p:nvPr/>
        </p:nvGrpSpPr>
        <p:grpSpPr>
          <a:xfrm>
            <a:off x="4649348" y="5756143"/>
            <a:ext cx="2698497" cy="376111"/>
            <a:chOff x="4644378" y="1907231"/>
            <a:chExt cx="2698497" cy="376111"/>
          </a:xfrm>
        </p:grpSpPr>
        <p:pic>
          <p:nvPicPr>
            <p:cNvPr id="9" name="Picture 8">
              <a:extLst>
                <a:ext uri="{FF2B5EF4-FFF2-40B4-BE49-F238E27FC236}">
                  <a16:creationId xmlns:a16="http://schemas.microsoft.com/office/drawing/2014/main" id="{0C31EA56-E8B3-C577-E1DD-EB750DEF4559}"/>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644378" y="1907231"/>
              <a:ext cx="376111" cy="376111"/>
            </a:xfrm>
            <a:prstGeom prst="flowChartConnector">
              <a:avLst/>
            </a:prstGeom>
            <a:ln>
              <a:solidFill>
                <a:schemeClr val="bg1">
                  <a:lumMod val="65000"/>
                </a:schemeClr>
              </a:solidFill>
            </a:ln>
          </p:spPr>
        </p:pic>
        <p:sp>
          <p:nvSpPr>
            <p:cNvPr id="10" name="TextBox 9">
              <a:extLst>
                <a:ext uri="{FF2B5EF4-FFF2-40B4-BE49-F238E27FC236}">
                  <a16:creationId xmlns:a16="http://schemas.microsoft.com/office/drawing/2014/main" id="{6185A7DE-3D8D-1657-9A8D-CE10A4E1AAE4}"/>
                </a:ext>
              </a:extLst>
            </p:cNvPr>
            <p:cNvSpPr txBox="1"/>
            <p:nvPr/>
          </p:nvSpPr>
          <p:spPr>
            <a:xfrm>
              <a:off x="5062313" y="1935380"/>
              <a:ext cx="1479892" cy="307777"/>
            </a:xfrm>
            <a:prstGeom prst="rect">
              <a:avLst/>
            </a:prstGeom>
            <a:noFill/>
          </p:spPr>
          <p:txBody>
            <a:bodyPr wrap="none" rtlCol="0">
              <a:spAutoFit/>
            </a:bodyPr>
            <a:lstStyle/>
            <a:p>
              <a:r>
                <a:rPr lang="en-US" sz="700" b="1" dirty="0">
                  <a:solidFill>
                    <a:srgbClr val="0070C0"/>
                  </a:solidFill>
                </a:rPr>
                <a:t>RISK EXPERT</a:t>
              </a:r>
            </a:p>
            <a:p>
              <a:r>
                <a:rPr lang="en-US" sz="700" b="1" dirty="0">
                  <a:solidFill>
                    <a:schemeClr val="bg1">
                      <a:lumMod val="85000"/>
                    </a:schemeClr>
                  </a:solidFill>
                </a:rPr>
                <a:t>Ayush Verma, </a:t>
              </a:r>
              <a:r>
                <a:rPr lang="en-US" sz="700" dirty="0">
                  <a:solidFill>
                    <a:schemeClr val="bg1">
                      <a:lumMod val="85000"/>
                    </a:schemeClr>
                  </a:solidFill>
                </a:rPr>
                <a:t>Director, Yes Bank</a:t>
              </a:r>
              <a:endParaRPr lang="en-IN" sz="700" dirty="0">
                <a:solidFill>
                  <a:schemeClr val="bg1">
                    <a:lumMod val="85000"/>
                  </a:schemeClr>
                </a:solidFill>
              </a:endParaRPr>
            </a:p>
          </p:txBody>
        </p:sp>
        <p:sp>
          <p:nvSpPr>
            <p:cNvPr id="11" name="Rectangle: Rounded Corners 10">
              <a:extLst>
                <a:ext uri="{FF2B5EF4-FFF2-40B4-BE49-F238E27FC236}">
                  <a16:creationId xmlns:a16="http://schemas.microsoft.com/office/drawing/2014/main" id="{E7E8692F-348C-3407-CE62-00A7E6445F9D}"/>
                </a:ext>
              </a:extLst>
            </p:cNvPr>
            <p:cNvSpPr/>
            <p:nvPr/>
          </p:nvSpPr>
          <p:spPr>
            <a:xfrm>
              <a:off x="6896677" y="2005235"/>
              <a:ext cx="446198" cy="180101"/>
            </a:xfrm>
            <a:prstGeom prst="roundRect">
              <a:avLst>
                <a:gd name="adj" fmla="val 12145"/>
              </a:avLst>
            </a:prstGeom>
            <a:ln/>
          </p:spPr>
          <p:style>
            <a:lnRef idx="0">
              <a:schemeClr val="dk1"/>
            </a:lnRef>
            <a:fillRef idx="3">
              <a:schemeClr val="dk1"/>
            </a:fillRef>
            <a:effectRef idx="3">
              <a:schemeClr val="dk1"/>
            </a:effectRef>
            <a:fontRef idx="minor">
              <a:schemeClr val="lt1"/>
            </a:fontRef>
          </p:style>
          <p:txBody>
            <a:bodyPr rtlCol="0" anchor="ctr"/>
            <a:lstStyle/>
            <a:p>
              <a:pPr algn="ctr"/>
              <a:r>
                <a:rPr lang="en-US" sz="800" dirty="0">
                  <a:solidFill>
                    <a:schemeClr val="bg1"/>
                  </a:solidFill>
                </a:rPr>
                <a:t>Chat</a:t>
              </a:r>
              <a:endParaRPr lang="en-IN" sz="800" dirty="0">
                <a:solidFill>
                  <a:schemeClr val="bg1"/>
                </a:solidFill>
              </a:endParaRPr>
            </a:p>
          </p:txBody>
        </p:sp>
      </p:grpSp>
      <p:cxnSp>
        <p:nvCxnSpPr>
          <p:cNvPr id="13" name="Straight Connector 12">
            <a:extLst>
              <a:ext uri="{FF2B5EF4-FFF2-40B4-BE49-F238E27FC236}">
                <a16:creationId xmlns:a16="http://schemas.microsoft.com/office/drawing/2014/main" id="{EEDD87C5-D01C-25EE-0042-AA9063774E80}"/>
              </a:ext>
            </a:extLst>
          </p:cNvPr>
          <p:cNvCxnSpPr/>
          <p:nvPr/>
        </p:nvCxnSpPr>
        <p:spPr>
          <a:xfrm>
            <a:off x="4553443" y="36550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3B11D2B9-07AA-B164-4D85-23C380E4232E}"/>
              </a:ext>
            </a:extLst>
          </p:cNvPr>
          <p:cNvSpPr txBox="1"/>
          <p:nvPr/>
        </p:nvSpPr>
        <p:spPr>
          <a:xfrm>
            <a:off x="4562227" y="3777816"/>
            <a:ext cx="2872741" cy="707886"/>
          </a:xfrm>
          <a:prstGeom prst="rect">
            <a:avLst/>
          </a:prstGeom>
          <a:noFill/>
        </p:spPr>
        <p:txBody>
          <a:bodyPr wrap="square" rtlCol="0">
            <a:spAutoFit/>
          </a:bodyPr>
          <a:lstStyle/>
          <a:p>
            <a:pPr algn="just"/>
            <a:r>
              <a:rPr lang="en-US" sz="800" dirty="0">
                <a:solidFill>
                  <a:schemeClr val="bg1"/>
                </a:solidFill>
              </a:rPr>
              <a:t>Your case has been forwarded to a Hawksyn Risk Expert for independent validation. The expert’s review will be delivered within 72 hours. Your assigned Risk Expert is an experienced industry veteran who will evaluate your reasoning, highlight blind spots, and confirm or challenge the verdict.</a:t>
            </a:r>
            <a:endParaRPr lang="en-IN" sz="800" dirty="0">
              <a:solidFill>
                <a:schemeClr val="bg1"/>
              </a:solidFill>
            </a:endParaRPr>
          </a:p>
        </p:txBody>
      </p:sp>
      <p:sp>
        <p:nvSpPr>
          <p:cNvPr id="15" name="TextBox 14">
            <a:extLst>
              <a:ext uri="{FF2B5EF4-FFF2-40B4-BE49-F238E27FC236}">
                <a16:creationId xmlns:a16="http://schemas.microsoft.com/office/drawing/2014/main" id="{7310328E-747E-3042-E62A-FBF4AC6E67DC}"/>
              </a:ext>
            </a:extLst>
          </p:cNvPr>
          <p:cNvSpPr txBox="1"/>
          <p:nvPr/>
        </p:nvSpPr>
        <p:spPr>
          <a:xfrm>
            <a:off x="4619867" y="4547338"/>
            <a:ext cx="2872741" cy="215444"/>
          </a:xfrm>
          <a:prstGeom prst="rect">
            <a:avLst/>
          </a:prstGeom>
          <a:noFill/>
        </p:spPr>
        <p:txBody>
          <a:bodyPr wrap="square" rtlCol="0">
            <a:spAutoFit/>
          </a:bodyPr>
          <a:lstStyle/>
          <a:p>
            <a:pPr algn="r"/>
            <a:r>
              <a:rPr lang="en-US" sz="800" i="1" dirty="0">
                <a:solidFill>
                  <a:srgbClr val="00B0F0"/>
                </a:solidFill>
              </a:rPr>
              <a:t>Check Profile</a:t>
            </a:r>
            <a:endParaRPr lang="en-IN" sz="800" i="1" dirty="0">
              <a:solidFill>
                <a:srgbClr val="00B0F0"/>
              </a:solidFill>
            </a:endParaRPr>
          </a:p>
        </p:txBody>
      </p:sp>
      <p:sp>
        <p:nvSpPr>
          <p:cNvPr id="16" name="Speech Bubble: Rectangle with Corners Rounded 15">
            <a:extLst>
              <a:ext uri="{FF2B5EF4-FFF2-40B4-BE49-F238E27FC236}">
                <a16:creationId xmlns:a16="http://schemas.microsoft.com/office/drawing/2014/main" id="{B00B6E1D-B344-7D58-03F0-AD95E4779B1D}"/>
              </a:ext>
            </a:extLst>
          </p:cNvPr>
          <p:cNvSpPr/>
          <p:nvPr/>
        </p:nvSpPr>
        <p:spPr>
          <a:xfrm>
            <a:off x="4545049" y="4876800"/>
            <a:ext cx="2889919" cy="630412"/>
          </a:xfrm>
          <a:prstGeom prst="wedgeRoundRectCallout">
            <a:avLst>
              <a:gd name="adj1" fmla="val -21111"/>
              <a:gd name="adj2" fmla="val 83049"/>
              <a:gd name="adj3" fmla="val 16667"/>
            </a:avLst>
          </a:prstGeom>
          <a:solidFill>
            <a:schemeClr val="bg2">
              <a:lumMod val="10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t>While your Risk Expert reviews your case, what is the ONE thing you are most afraid of being wrong about? Type it here to include it in the Expert's brief.</a:t>
            </a:r>
            <a:endParaRPr lang="en-IN" sz="800" dirty="0"/>
          </a:p>
        </p:txBody>
      </p:sp>
      <p:sp>
        <p:nvSpPr>
          <p:cNvPr id="17" name="TextBox 16">
            <a:extLst>
              <a:ext uri="{FF2B5EF4-FFF2-40B4-BE49-F238E27FC236}">
                <a16:creationId xmlns:a16="http://schemas.microsoft.com/office/drawing/2014/main" id="{1F968DBD-D69D-9221-A3AD-0DDA5CC46947}"/>
              </a:ext>
            </a:extLst>
          </p:cNvPr>
          <p:cNvSpPr txBox="1"/>
          <p:nvPr/>
        </p:nvSpPr>
        <p:spPr>
          <a:xfrm>
            <a:off x="9065639" y="2135530"/>
            <a:ext cx="2288684" cy="230832"/>
          </a:xfrm>
          <a:prstGeom prst="rect">
            <a:avLst/>
          </a:prstGeom>
          <a:noFill/>
        </p:spPr>
        <p:txBody>
          <a:bodyPr wrap="square" rtlCol="0">
            <a:spAutoFit/>
          </a:bodyPr>
          <a:lstStyle/>
          <a:p>
            <a:r>
              <a:rPr lang="en-US" sz="900" dirty="0">
                <a:solidFill>
                  <a:schemeClr val="bg1">
                    <a:lumMod val="65000"/>
                  </a:schemeClr>
                </a:solidFill>
              </a:rPr>
              <a:t>User can download the report on mobile.</a:t>
            </a:r>
            <a:endParaRPr lang="en-IN" sz="900" dirty="0">
              <a:solidFill>
                <a:schemeClr val="bg1">
                  <a:lumMod val="65000"/>
                </a:schemeClr>
              </a:solidFill>
            </a:endParaRPr>
          </a:p>
        </p:txBody>
      </p:sp>
      <p:cxnSp>
        <p:nvCxnSpPr>
          <p:cNvPr id="21" name="Connector: Elbow 20">
            <a:extLst>
              <a:ext uri="{FF2B5EF4-FFF2-40B4-BE49-F238E27FC236}">
                <a16:creationId xmlns:a16="http://schemas.microsoft.com/office/drawing/2014/main" id="{A20EC733-0C58-6DA1-8669-59253E084630}"/>
              </a:ext>
            </a:extLst>
          </p:cNvPr>
          <p:cNvCxnSpPr>
            <a:cxnSpLocks/>
            <a:stCxn id="17" idx="1"/>
          </p:cNvCxnSpPr>
          <p:nvPr/>
        </p:nvCxnSpPr>
        <p:spPr>
          <a:xfrm rot="10800000" flipV="1">
            <a:off x="7860305" y="2250946"/>
            <a:ext cx="1205335" cy="807912"/>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4D755BD6-F487-CD0C-5F88-48212C8E616D}"/>
              </a:ext>
            </a:extLst>
          </p:cNvPr>
          <p:cNvSpPr txBox="1"/>
          <p:nvPr/>
        </p:nvSpPr>
        <p:spPr>
          <a:xfrm>
            <a:off x="1064576" y="3429000"/>
            <a:ext cx="2382350" cy="369332"/>
          </a:xfrm>
          <a:prstGeom prst="rect">
            <a:avLst/>
          </a:prstGeom>
          <a:noFill/>
        </p:spPr>
        <p:txBody>
          <a:bodyPr wrap="square" rtlCol="0">
            <a:spAutoFit/>
          </a:bodyPr>
          <a:lstStyle/>
          <a:p>
            <a:pPr algn="r"/>
            <a:r>
              <a:rPr lang="en-US" sz="900" dirty="0">
                <a:solidFill>
                  <a:schemeClr val="bg1">
                    <a:lumMod val="65000"/>
                  </a:schemeClr>
                </a:solidFill>
              </a:rPr>
              <a:t>Hawksyn will inform that a risk auditor is assigned for the case.</a:t>
            </a:r>
            <a:endParaRPr lang="en-IN" sz="900" dirty="0">
              <a:solidFill>
                <a:schemeClr val="bg1">
                  <a:lumMod val="65000"/>
                </a:schemeClr>
              </a:solidFill>
            </a:endParaRPr>
          </a:p>
        </p:txBody>
      </p:sp>
      <p:cxnSp>
        <p:nvCxnSpPr>
          <p:cNvPr id="23" name="Connector: Elbow 22">
            <a:extLst>
              <a:ext uri="{FF2B5EF4-FFF2-40B4-BE49-F238E27FC236}">
                <a16:creationId xmlns:a16="http://schemas.microsoft.com/office/drawing/2014/main" id="{1220B748-62D9-2A0F-804E-0A457AE3E000}"/>
              </a:ext>
            </a:extLst>
          </p:cNvPr>
          <p:cNvCxnSpPr>
            <a:cxnSpLocks/>
            <a:stCxn id="22" idx="3"/>
          </p:cNvCxnSpPr>
          <p:nvPr/>
        </p:nvCxnSpPr>
        <p:spPr>
          <a:xfrm>
            <a:off x="3446926" y="3613666"/>
            <a:ext cx="753601" cy="63368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B6F2FE02-29CD-43A8-7365-3FD8912778C3}"/>
              </a:ext>
            </a:extLst>
          </p:cNvPr>
          <p:cNvSpPr txBox="1"/>
          <p:nvPr/>
        </p:nvSpPr>
        <p:spPr>
          <a:xfrm>
            <a:off x="8994774" y="4987840"/>
            <a:ext cx="2288684" cy="369332"/>
          </a:xfrm>
          <a:prstGeom prst="rect">
            <a:avLst/>
          </a:prstGeom>
          <a:noFill/>
        </p:spPr>
        <p:txBody>
          <a:bodyPr wrap="square" rtlCol="0">
            <a:spAutoFit/>
          </a:bodyPr>
          <a:lstStyle/>
          <a:p>
            <a:r>
              <a:rPr lang="en-US" sz="900" dirty="0">
                <a:solidFill>
                  <a:schemeClr val="bg1">
                    <a:lumMod val="65000"/>
                  </a:schemeClr>
                </a:solidFill>
              </a:rPr>
              <a:t>User can directly open the chat window from here.</a:t>
            </a:r>
            <a:endParaRPr lang="en-IN" sz="900" dirty="0">
              <a:solidFill>
                <a:schemeClr val="bg1">
                  <a:lumMod val="65000"/>
                </a:schemeClr>
              </a:solidFill>
            </a:endParaRPr>
          </a:p>
        </p:txBody>
      </p:sp>
      <p:cxnSp>
        <p:nvCxnSpPr>
          <p:cNvPr id="25" name="Connector: Elbow 24">
            <a:extLst>
              <a:ext uri="{FF2B5EF4-FFF2-40B4-BE49-F238E27FC236}">
                <a16:creationId xmlns:a16="http://schemas.microsoft.com/office/drawing/2014/main" id="{1F1E5CCC-8234-BF0E-2739-827DD4503E5F}"/>
              </a:ext>
            </a:extLst>
          </p:cNvPr>
          <p:cNvCxnSpPr>
            <a:cxnSpLocks/>
            <a:stCxn id="24" idx="1"/>
          </p:cNvCxnSpPr>
          <p:nvPr/>
        </p:nvCxnSpPr>
        <p:spPr>
          <a:xfrm rot="10800000" flipV="1">
            <a:off x="7789442" y="5172506"/>
            <a:ext cx="1205333" cy="738662"/>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9555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4577C-0508-D8B8-6753-0E3F105CA6ED}"/>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2524F35A-5042-587A-F74A-8BD6468DBB90}"/>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9157DBCC-40F1-A8AF-E6E4-DE0B4582282E}"/>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0CB306B1-6227-53F4-85AC-9E8C658BF1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4AA8C396-9818-D355-FDC7-5735E839D00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grpSp>
        <p:nvGrpSpPr>
          <p:cNvPr id="7" name="Group 6">
            <a:extLst>
              <a:ext uri="{FF2B5EF4-FFF2-40B4-BE49-F238E27FC236}">
                <a16:creationId xmlns:a16="http://schemas.microsoft.com/office/drawing/2014/main" id="{F542B572-FB35-0054-12C1-B23EB179435B}"/>
              </a:ext>
            </a:extLst>
          </p:cNvPr>
          <p:cNvGrpSpPr/>
          <p:nvPr/>
        </p:nvGrpSpPr>
        <p:grpSpPr>
          <a:xfrm>
            <a:off x="4516548" y="900133"/>
            <a:ext cx="2019595" cy="253916"/>
            <a:chOff x="4516548" y="900133"/>
            <a:chExt cx="2019595" cy="253916"/>
          </a:xfrm>
        </p:grpSpPr>
        <p:sp>
          <p:nvSpPr>
            <p:cNvPr id="5" name="TextBox 4">
              <a:extLst>
                <a:ext uri="{FF2B5EF4-FFF2-40B4-BE49-F238E27FC236}">
                  <a16:creationId xmlns:a16="http://schemas.microsoft.com/office/drawing/2014/main" id="{554D9C9E-2E6C-3935-85B3-DE8A2A1D5007}"/>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My Records</a:t>
              </a:r>
              <a:endParaRPr lang="en-IN" sz="1050" b="1" dirty="0">
                <a:solidFill>
                  <a:srgbClr val="EE7723"/>
                </a:solidFill>
              </a:endParaRPr>
            </a:p>
          </p:txBody>
        </p:sp>
        <p:pic>
          <p:nvPicPr>
            <p:cNvPr id="6" name="Graphic 5" descr="Address Book outline">
              <a:extLst>
                <a:ext uri="{FF2B5EF4-FFF2-40B4-BE49-F238E27FC236}">
                  <a16:creationId xmlns:a16="http://schemas.microsoft.com/office/drawing/2014/main" id="{F4F8DCC2-4EDD-1193-C13A-1D0E37223A1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16548" y="931803"/>
              <a:ext cx="190575" cy="190575"/>
            </a:xfrm>
            <a:prstGeom prst="rect">
              <a:avLst/>
            </a:prstGeom>
          </p:spPr>
        </p:pic>
      </p:grpSp>
      <p:sp>
        <p:nvSpPr>
          <p:cNvPr id="8" name="TextBox 7">
            <a:extLst>
              <a:ext uri="{FF2B5EF4-FFF2-40B4-BE49-F238E27FC236}">
                <a16:creationId xmlns:a16="http://schemas.microsoft.com/office/drawing/2014/main" id="{2092A0BA-647D-9BE5-7C5C-4ED6B57C5E0B}"/>
              </a:ext>
            </a:extLst>
          </p:cNvPr>
          <p:cNvSpPr txBox="1"/>
          <p:nvPr/>
        </p:nvSpPr>
        <p:spPr>
          <a:xfrm>
            <a:off x="7259503" y="873429"/>
            <a:ext cx="264073" cy="246221"/>
          </a:xfrm>
          <a:prstGeom prst="rect">
            <a:avLst/>
          </a:prstGeom>
          <a:noFill/>
        </p:spPr>
        <p:txBody>
          <a:bodyPr wrap="square" rtlCol="0">
            <a:spAutoFit/>
          </a:bodyPr>
          <a:lstStyle/>
          <a:p>
            <a:r>
              <a:rPr lang="en-US" sz="1000" b="1" dirty="0">
                <a:solidFill>
                  <a:schemeClr val="bg1">
                    <a:lumMod val="75000"/>
                  </a:schemeClr>
                </a:solidFill>
              </a:rPr>
              <a:t>…</a:t>
            </a:r>
            <a:endParaRPr lang="en-IN" sz="1000" b="1" dirty="0">
              <a:solidFill>
                <a:schemeClr val="bg1">
                  <a:lumMod val="75000"/>
                </a:schemeClr>
              </a:solidFill>
            </a:endParaRPr>
          </a:p>
        </p:txBody>
      </p:sp>
      <p:grpSp>
        <p:nvGrpSpPr>
          <p:cNvPr id="20" name="Group 19">
            <a:extLst>
              <a:ext uri="{FF2B5EF4-FFF2-40B4-BE49-F238E27FC236}">
                <a16:creationId xmlns:a16="http://schemas.microsoft.com/office/drawing/2014/main" id="{DDA4E519-36EB-F929-D081-E581AE0250D2}"/>
              </a:ext>
            </a:extLst>
          </p:cNvPr>
          <p:cNvGrpSpPr/>
          <p:nvPr/>
        </p:nvGrpSpPr>
        <p:grpSpPr>
          <a:xfrm>
            <a:off x="7777443" y="991490"/>
            <a:ext cx="1957157" cy="1264661"/>
            <a:chOff x="8576926" y="1190094"/>
            <a:chExt cx="1957157" cy="1264661"/>
          </a:xfrm>
        </p:grpSpPr>
        <p:sp>
          <p:nvSpPr>
            <p:cNvPr id="21" name="Rectangle: Rounded Corners 20">
              <a:extLst>
                <a:ext uri="{FF2B5EF4-FFF2-40B4-BE49-F238E27FC236}">
                  <a16:creationId xmlns:a16="http://schemas.microsoft.com/office/drawing/2014/main" id="{F9B67A1E-F481-5297-F426-CF3685B95E4C}"/>
                </a:ext>
              </a:extLst>
            </p:cNvPr>
            <p:cNvSpPr/>
            <p:nvPr/>
          </p:nvSpPr>
          <p:spPr>
            <a:xfrm>
              <a:off x="8576926" y="1190094"/>
              <a:ext cx="1957157" cy="1264661"/>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22" name="Rectangle: Rounded Corners 21">
              <a:extLst>
                <a:ext uri="{FF2B5EF4-FFF2-40B4-BE49-F238E27FC236}">
                  <a16:creationId xmlns:a16="http://schemas.microsoft.com/office/drawing/2014/main" id="{EEFDA963-F13D-A1A6-AE8A-804F97F08338}"/>
                </a:ext>
              </a:extLst>
            </p:cNvPr>
            <p:cNvSpPr/>
            <p:nvPr/>
          </p:nvSpPr>
          <p:spPr>
            <a:xfrm>
              <a:off x="8617413" y="1242049"/>
              <a:ext cx="1876756" cy="1144753"/>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23" name="TextBox 22">
              <a:extLst>
                <a:ext uri="{FF2B5EF4-FFF2-40B4-BE49-F238E27FC236}">
                  <a16:creationId xmlns:a16="http://schemas.microsoft.com/office/drawing/2014/main" id="{4FCB634F-5FC6-005D-D768-A24C2E60593F}"/>
                </a:ext>
              </a:extLst>
            </p:cNvPr>
            <p:cNvSpPr txBox="1"/>
            <p:nvPr/>
          </p:nvSpPr>
          <p:spPr>
            <a:xfrm>
              <a:off x="8696134" y="1386799"/>
              <a:ext cx="1382110" cy="754053"/>
            </a:xfrm>
            <a:prstGeom prst="rect">
              <a:avLst/>
            </a:prstGeom>
            <a:noFill/>
          </p:spPr>
          <p:txBody>
            <a:bodyPr wrap="none" rtlCol="0">
              <a:spAutoFit/>
            </a:bodyPr>
            <a:lstStyle/>
            <a:p>
              <a:pPr>
                <a:spcAft>
                  <a:spcPts val="600"/>
                </a:spcAft>
              </a:pPr>
              <a:r>
                <a:rPr lang="en-US" sz="1100" b="1" dirty="0">
                  <a:solidFill>
                    <a:schemeClr val="bg1">
                      <a:lumMod val="65000"/>
                    </a:schemeClr>
                  </a:solidFill>
                </a:rPr>
                <a:t>Sort by</a:t>
              </a:r>
            </a:p>
            <a:p>
              <a:pPr marL="171450" indent="-171450">
                <a:spcAft>
                  <a:spcPts val="600"/>
                </a:spcAft>
                <a:buFontTx/>
                <a:buChar char="-"/>
              </a:pPr>
              <a:r>
                <a:rPr lang="en-US" sz="1100" dirty="0">
                  <a:solidFill>
                    <a:schemeClr val="bg1">
                      <a:lumMod val="65000"/>
                    </a:schemeClr>
                  </a:solidFill>
                </a:rPr>
                <a:t>Newest to oldest</a:t>
              </a:r>
            </a:p>
            <a:p>
              <a:pPr marL="171450" indent="-171450">
                <a:spcAft>
                  <a:spcPts val="600"/>
                </a:spcAft>
                <a:buFontTx/>
                <a:buChar char="-"/>
              </a:pPr>
              <a:r>
                <a:rPr lang="en-US" sz="1100" dirty="0">
                  <a:solidFill>
                    <a:schemeClr val="bg1">
                      <a:lumMod val="65000"/>
                    </a:schemeClr>
                  </a:solidFill>
                </a:rPr>
                <a:t>Oldest to newest</a:t>
              </a:r>
              <a:endParaRPr lang="en-IN" sz="1100" dirty="0">
                <a:solidFill>
                  <a:schemeClr val="bg1">
                    <a:lumMod val="65000"/>
                  </a:schemeClr>
                </a:solidFill>
              </a:endParaRPr>
            </a:p>
          </p:txBody>
        </p:sp>
      </p:grpSp>
      <p:grpSp>
        <p:nvGrpSpPr>
          <p:cNvPr id="49" name="Group 48">
            <a:extLst>
              <a:ext uri="{FF2B5EF4-FFF2-40B4-BE49-F238E27FC236}">
                <a16:creationId xmlns:a16="http://schemas.microsoft.com/office/drawing/2014/main" id="{04C0D440-FF20-CE52-B6FA-69DF9D01E6B2}"/>
              </a:ext>
            </a:extLst>
          </p:cNvPr>
          <p:cNvGrpSpPr/>
          <p:nvPr/>
        </p:nvGrpSpPr>
        <p:grpSpPr>
          <a:xfrm>
            <a:off x="4490299" y="1367627"/>
            <a:ext cx="3055776" cy="1231555"/>
            <a:chOff x="4490299" y="1367627"/>
            <a:chExt cx="3055776" cy="1231555"/>
          </a:xfrm>
        </p:grpSpPr>
        <p:sp>
          <p:nvSpPr>
            <p:cNvPr id="2" name="Rectangle: Rounded Corners 1">
              <a:extLst>
                <a:ext uri="{FF2B5EF4-FFF2-40B4-BE49-F238E27FC236}">
                  <a16:creationId xmlns:a16="http://schemas.microsoft.com/office/drawing/2014/main" id="{E253F91D-AD0A-0B2C-0971-3FF7D5CAB47F}"/>
                </a:ext>
              </a:extLst>
            </p:cNvPr>
            <p:cNvSpPr/>
            <p:nvPr/>
          </p:nvSpPr>
          <p:spPr>
            <a:xfrm>
              <a:off x="4490299" y="1367627"/>
              <a:ext cx="3055776" cy="1231555"/>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3" name="Rectangle: Rounded Corners 2">
              <a:extLst>
                <a:ext uri="{FF2B5EF4-FFF2-40B4-BE49-F238E27FC236}">
                  <a16:creationId xmlns:a16="http://schemas.microsoft.com/office/drawing/2014/main" id="{C0CF9853-2DBA-3571-B82A-5B827EDBCDAC}"/>
                </a:ext>
              </a:extLst>
            </p:cNvPr>
            <p:cNvSpPr/>
            <p:nvPr/>
          </p:nvSpPr>
          <p:spPr>
            <a:xfrm>
              <a:off x="4541184" y="1406037"/>
              <a:ext cx="2955925" cy="1134273"/>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pic>
          <p:nvPicPr>
            <p:cNvPr id="25" name="Graphic 24" descr="Shield Tick outline">
              <a:extLst>
                <a:ext uri="{FF2B5EF4-FFF2-40B4-BE49-F238E27FC236}">
                  <a16:creationId xmlns:a16="http://schemas.microsoft.com/office/drawing/2014/main" id="{A5FFAC8D-6B00-EB9B-852F-90DFC759249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61866" y="1474731"/>
              <a:ext cx="289004" cy="289004"/>
            </a:xfrm>
            <a:prstGeom prst="rect">
              <a:avLst/>
            </a:prstGeom>
          </p:spPr>
        </p:pic>
        <p:sp>
          <p:nvSpPr>
            <p:cNvPr id="27" name="TextBox 26">
              <a:extLst>
                <a:ext uri="{FF2B5EF4-FFF2-40B4-BE49-F238E27FC236}">
                  <a16:creationId xmlns:a16="http://schemas.microsoft.com/office/drawing/2014/main" id="{4DB39153-98FB-5D14-48A1-E07693183AF5}"/>
                </a:ext>
              </a:extLst>
            </p:cNvPr>
            <p:cNvSpPr txBox="1"/>
            <p:nvPr/>
          </p:nvSpPr>
          <p:spPr>
            <a:xfrm>
              <a:off x="4810511" y="1444861"/>
              <a:ext cx="1801948" cy="246221"/>
            </a:xfrm>
            <a:prstGeom prst="rect">
              <a:avLst/>
            </a:prstGeom>
            <a:noFill/>
          </p:spPr>
          <p:txBody>
            <a:bodyPr wrap="square" rtlCol="0">
              <a:spAutoFit/>
            </a:bodyPr>
            <a:lstStyle/>
            <a:p>
              <a:r>
                <a:rPr lang="en-US" sz="1000" b="1" dirty="0">
                  <a:solidFill>
                    <a:schemeClr val="bg1">
                      <a:lumMod val="75000"/>
                    </a:schemeClr>
                  </a:solidFill>
                </a:rPr>
                <a:t>Check Job Safety</a:t>
              </a:r>
              <a:endParaRPr lang="en-IN" sz="1000" b="1" dirty="0">
                <a:solidFill>
                  <a:schemeClr val="bg1">
                    <a:lumMod val="75000"/>
                  </a:schemeClr>
                </a:solidFill>
              </a:endParaRPr>
            </a:p>
          </p:txBody>
        </p:sp>
        <p:sp>
          <p:nvSpPr>
            <p:cNvPr id="29" name="TextBox 28">
              <a:extLst>
                <a:ext uri="{FF2B5EF4-FFF2-40B4-BE49-F238E27FC236}">
                  <a16:creationId xmlns:a16="http://schemas.microsoft.com/office/drawing/2014/main" id="{052F7790-9BA9-846B-E6D3-6DFFEA0C5ED6}"/>
                </a:ext>
              </a:extLst>
            </p:cNvPr>
            <p:cNvSpPr txBox="1"/>
            <p:nvPr/>
          </p:nvSpPr>
          <p:spPr>
            <a:xfrm>
              <a:off x="4810511" y="1799423"/>
              <a:ext cx="2581030" cy="384721"/>
            </a:xfrm>
            <a:prstGeom prst="rect">
              <a:avLst/>
            </a:prstGeom>
            <a:noFill/>
          </p:spPr>
          <p:txBody>
            <a:bodyPr wrap="square" rtlCol="0">
              <a:spAutoFit/>
            </a:bodyPr>
            <a:lstStyle/>
            <a:p>
              <a:pPr>
                <a:spcAft>
                  <a:spcPts val="600"/>
                </a:spcAft>
              </a:pPr>
              <a:r>
                <a:rPr lang="en-US" sz="700" dirty="0">
                  <a:solidFill>
                    <a:schemeClr val="bg1">
                      <a:lumMod val="95000"/>
                    </a:schemeClr>
                  </a:solidFill>
                </a:rPr>
                <a:t>“I am worried that AI or automation may affect my role soon.”</a:t>
              </a:r>
              <a:endParaRPr lang="en-US" sz="700" dirty="0">
                <a:solidFill>
                  <a:schemeClr val="bg1">
                    <a:lumMod val="50000"/>
                  </a:schemeClr>
                </a:solidFill>
              </a:endParaRPr>
            </a:p>
            <a:p>
              <a:pPr>
                <a:spcAft>
                  <a:spcPts val="600"/>
                </a:spcAft>
              </a:pPr>
              <a:r>
                <a:rPr lang="en-US" sz="700" dirty="0">
                  <a:solidFill>
                    <a:schemeClr val="bg1">
                      <a:lumMod val="50000"/>
                    </a:schemeClr>
                  </a:solidFill>
                </a:rPr>
                <a:t>Latest Verdict: </a:t>
              </a:r>
              <a:r>
                <a:rPr lang="en-US" sz="700" dirty="0">
                  <a:solidFill>
                    <a:schemeClr val="bg1"/>
                  </a:solidFill>
                </a:rPr>
                <a:t>Secured</a:t>
              </a:r>
            </a:p>
          </p:txBody>
        </p:sp>
        <p:sp>
          <p:nvSpPr>
            <p:cNvPr id="34" name="TextBox 33">
              <a:extLst>
                <a:ext uri="{FF2B5EF4-FFF2-40B4-BE49-F238E27FC236}">
                  <a16:creationId xmlns:a16="http://schemas.microsoft.com/office/drawing/2014/main" id="{93117568-4D5D-BBC7-0407-9A2D0AB9FE5D}"/>
                </a:ext>
              </a:extLst>
            </p:cNvPr>
            <p:cNvSpPr txBox="1"/>
            <p:nvPr/>
          </p:nvSpPr>
          <p:spPr>
            <a:xfrm>
              <a:off x="4801230" y="1628619"/>
              <a:ext cx="2307510" cy="184666"/>
            </a:xfrm>
            <a:prstGeom prst="rect">
              <a:avLst/>
            </a:prstGeom>
            <a:noFill/>
          </p:spPr>
          <p:txBody>
            <a:bodyPr wrap="square" rtlCol="0">
              <a:spAutoFit/>
            </a:bodyPr>
            <a:lstStyle/>
            <a:p>
              <a:r>
                <a:rPr lang="en-US" sz="600" dirty="0">
                  <a:solidFill>
                    <a:schemeClr val="bg1">
                      <a:lumMod val="75000"/>
                    </a:schemeClr>
                  </a:solidFill>
                </a:rPr>
                <a:t>Date 15 Jan 2026 | Duration 00:08:02 | Total </a:t>
              </a:r>
              <a:r>
                <a:rPr lang="en-US" sz="600" dirty="0">
                  <a:solidFill>
                    <a:schemeClr val="bg1"/>
                  </a:solidFill>
                </a:rPr>
                <a:t>3 Runs </a:t>
              </a:r>
              <a:r>
                <a:rPr lang="en-US" sz="600" dirty="0">
                  <a:solidFill>
                    <a:schemeClr val="bg1">
                      <a:lumMod val="75000"/>
                    </a:schemeClr>
                  </a:solidFill>
                </a:rPr>
                <a:t>Done</a:t>
              </a:r>
            </a:p>
          </p:txBody>
        </p:sp>
        <p:grpSp>
          <p:nvGrpSpPr>
            <p:cNvPr id="40" name="Group 39">
              <a:extLst>
                <a:ext uri="{FF2B5EF4-FFF2-40B4-BE49-F238E27FC236}">
                  <a16:creationId xmlns:a16="http://schemas.microsoft.com/office/drawing/2014/main" id="{77FFC845-663D-8931-52D6-D757F2D46C3B}"/>
                </a:ext>
              </a:extLst>
            </p:cNvPr>
            <p:cNvGrpSpPr/>
            <p:nvPr/>
          </p:nvGrpSpPr>
          <p:grpSpPr>
            <a:xfrm>
              <a:off x="7214309" y="1556176"/>
              <a:ext cx="177231" cy="178020"/>
              <a:chOff x="7149875" y="1745957"/>
              <a:chExt cx="177231" cy="178020"/>
            </a:xfrm>
          </p:grpSpPr>
          <p:sp>
            <p:nvSpPr>
              <p:cNvPr id="38" name="Oval 37">
                <a:extLst>
                  <a:ext uri="{FF2B5EF4-FFF2-40B4-BE49-F238E27FC236}">
                    <a16:creationId xmlns:a16="http://schemas.microsoft.com/office/drawing/2014/main" id="{189F0CFA-0908-1DFB-E682-57FE59070EE4}"/>
                  </a:ext>
                </a:extLst>
              </p:cNvPr>
              <p:cNvSpPr/>
              <p:nvPr/>
            </p:nvSpPr>
            <p:spPr>
              <a:xfrm>
                <a:off x="7149875" y="1745957"/>
                <a:ext cx="177231" cy="178020"/>
              </a:xfrm>
              <a:prstGeom prst="ellipse">
                <a:avLst/>
              </a:prstGeom>
              <a:ln w="6350">
                <a:solidFill>
                  <a:schemeClr val="bg1">
                    <a:lumMod val="7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9" name="Arrow: Right 38">
                <a:extLst>
                  <a:ext uri="{FF2B5EF4-FFF2-40B4-BE49-F238E27FC236}">
                    <a16:creationId xmlns:a16="http://schemas.microsoft.com/office/drawing/2014/main" id="{37353C88-C402-EF95-753A-B7859A5382D3}"/>
                  </a:ext>
                </a:extLst>
              </p:cNvPr>
              <p:cNvSpPr/>
              <p:nvPr/>
            </p:nvSpPr>
            <p:spPr>
              <a:xfrm>
                <a:off x="7207650" y="1793941"/>
                <a:ext cx="75144" cy="87949"/>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36" name="Group 35">
              <a:extLst>
                <a:ext uri="{FF2B5EF4-FFF2-40B4-BE49-F238E27FC236}">
                  <a16:creationId xmlns:a16="http://schemas.microsoft.com/office/drawing/2014/main" id="{E4B566B2-701C-C4F4-CB73-AB113A6C8122}"/>
                </a:ext>
              </a:extLst>
            </p:cNvPr>
            <p:cNvGrpSpPr/>
            <p:nvPr/>
          </p:nvGrpSpPr>
          <p:grpSpPr>
            <a:xfrm>
              <a:off x="4606334" y="2231103"/>
              <a:ext cx="2140188" cy="265086"/>
              <a:chOff x="4066617" y="2201897"/>
              <a:chExt cx="2140188" cy="265086"/>
            </a:xfrm>
          </p:grpSpPr>
          <p:sp>
            <p:nvSpPr>
              <p:cNvPr id="24" name="TextBox 23">
                <a:extLst>
                  <a:ext uri="{FF2B5EF4-FFF2-40B4-BE49-F238E27FC236}">
                    <a16:creationId xmlns:a16="http://schemas.microsoft.com/office/drawing/2014/main" id="{5B1F03EE-7E60-633A-99E6-561F276461B0}"/>
                  </a:ext>
                </a:extLst>
              </p:cNvPr>
              <p:cNvSpPr txBox="1"/>
              <p:nvPr/>
            </p:nvSpPr>
            <p:spPr>
              <a:xfrm>
                <a:off x="5515590" y="2239847"/>
                <a:ext cx="691215" cy="215444"/>
              </a:xfrm>
              <a:prstGeom prst="rect">
                <a:avLst/>
              </a:prstGeom>
              <a:noFill/>
            </p:spPr>
            <p:txBody>
              <a:bodyPr wrap="none" rtlCol="0">
                <a:spAutoFit/>
              </a:bodyPr>
              <a:lstStyle/>
              <a:p>
                <a:r>
                  <a:rPr lang="en-US" sz="800" dirty="0">
                    <a:solidFill>
                      <a:srgbClr val="0070C0"/>
                    </a:solidFill>
                  </a:rPr>
                  <a:t>in 186 Days</a:t>
                </a:r>
                <a:endParaRPr lang="en-IN" sz="800" dirty="0">
                  <a:solidFill>
                    <a:srgbClr val="0070C0"/>
                  </a:solidFill>
                </a:endParaRPr>
              </a:p>
            </p:txBody>
          </p:sp>
          <p:pic>
            <p:nvPicPr>
              <p:cNvPr id="26" name="Graphic 25" descr="Stopwatch with solid fill">
                <a:extLst>
                  <a:ext uri="{FF2B5EF4-FFF2-40B4-BE49-F238E27FC236}">
                    <a16:creationId xmlns:a16="http://schemas.microsoft.com/office/drawing/2014/main" id="{61159205-75A8-C688-5194-46C378C98D0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066617" y="2201897"/>
                <a:ext cx="249711" cy="249711"/>
              </a:xfrm>
              <a:prstGeom prst="rect">
                <a:avLst/>
              </a:prstGeom>
            </p:spPr>
          </p:pic>
          <p:sp>
            <p:nvSpPr>
              <p:cNvPr id="28" name="Rectangle: Rounded Corners 27">
                <a:extLst>
                  <a:ext uri="{FF2B5EF4-FFF2-40B4-BE49-F238E27FC236}">
                    <a16:creationId xmlns:a16="http://schemas.microsoft.com/office/drawing/2014/main" id="{3AAABE38-EA4C-114C-1E00-9B45BE0D42D3}"/>
                  </a:ext>
                </a:extLst>
              </p:cNvPr>
              <p:cNvSpPr/>
              <p:nvPr/>
            </p:nvSpPr>
            <p:spPr>
              <a:xfrm>
                <a:off x="4886482" y="2230310"/>
                <a:ext cx="656611" cy="236673"/>
              </a:xfrm>
              <a:prstGeom prst="roundRect">
                <a:avLst>
                  <a:gd name="adj" fmla="val 28603"/>
                </a:avLst>
              </a:prstGeom>
              <a:solidFill>
                <a:schemeClr val="tx1">
                  <a:lumMod val="75000"/>
                  <a:lumOff val="25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solidFill>
                      <a:schemeClr val="bg1">
                        <a:lumMod val="50000"/>
                      </a:schemeClr>
                    </a:solidFill>
                  </a:rPr>
                  <a:t>Re-Run</a:t>
                </a:r>
                <a:endParaRPr lang="en-IN" sz="1000" dirty="0">
                  <a:solidFill>
                    <a:schemeClr val="bg1">
                      <a:lumMod val="50000"/>
                    </a:schemeClr>
                  </a:solidFill>
                </a:endParaRPr>
              </a:p>
            </p:txBody>
          </p:sp>
          <p:sp>
            <p:nvSpPr>
              <p:cNvPr id="35" name="TextBox 34">
                <a:extLst>
                  <a:ext uri="{FF2B5EF4-FFF2-40B4-BE49-F238E27FC236}">
                    <a16:creationId xmlns:a16="http://schemas.microsoft.com/office/drawing/2014/main" id="{002E883F-3B91-D29B-F46B-7AAF0BE81AC8}"/>
                  </a:ext>
                </a:extLst>
              </p:cNvPr>
              <p:cNvSpPr txBox="1"/>
              <p:nvPr/>
            </p:nvSpPr>
            <p:spPr>
              <a:xfrm>
                <a:off x="4316328" y="2243523"/>
                <a:ext cx="614271" cy="215444"/>
              </a:xfrm>
              <a:prstGeom prst="rect">
                <a:avLst/>
              </a:prstGeom>
              <a:noFill/>
            </p:spPr>
            <p:txBody>
              <a:bodyPr wrap="none" rtlCol="0">
                <a:spAutoFit/>
              </a:bodyPr>
              <a:lstStyle/>
              <a:p>
                <a:r>
                  <a:rPr lang="en-US" sz="800" dirty="0">
                    <a:solidFill>
                      <a:srgbClr val="0070C0"/>
                    </a:solidFill>
                  </a:rPr>
                  <a:t>Re-Visit &amp;</a:t>
                </a:r>
                <a:endParaRPr lang="en-IN" sz="800" dirty="0">
                  <a:solidFill>
                    <a:srgbClr val="0070C0"/>
                  </a:solidFill>
                </a:endParaRPr>
              </a:p>
            </p:txBody>
          </p:sp>
        </p:grpSp>
      </p:grpSp>
      <p:sp>
        <p:nvSpPr>
          <p:cNvPr id="11" name="Rectangle: Rounded Corners 10">
            <a:extLst>
              <a:ext uri="{FF2B5EF4-FFF2-40B4-BE49-F238E27FC236}">
                <a16:creationId xmlns:a16="http://schemas.microsoft.com/office/drawing/2014/main" id="{9AF2727D-0077-A15C-10FC-1C6B0748F9C6}"/>
              </a:ext>
            </a:extLst>
          </p:cNvPr>
          <p:cNvSpPr/>
          <p:nvPr/>
        </p:nvSpPr>
        <p:spPr>
          <a:xfrm>
            <a:off x="4490299" y="2933385"/>
            <a:ext cx="3055776" cy="1222600"/>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12" name="Rectangle: Rounded Corners 11">
            <a:extLst>
              <a:ext uri="{FF2B5EF4-FFF2-40B4-BE49-F238E27FC236}">
                <a16:creationId xmlns:a16="http://schemas.microsoft.com/office/drawing/2014/main" id="{639A2824-2E90-2D5D-98AC-1E41549AC3AF}"/>
              </a:ext>
            </a:extLst>
          </p:cNvPr>
          <p:cNvSpPr/>
          <p:nvPr/>
        </p:nvSpPr>
        <p:spPr>
          <a:xfrm>
            <a:off x="4541184" y="2971795"/>
            <a:ext cx="2955925" cy="1126025"/>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14" name="TextBox 13">
            <a:extLst>
              <a:ext uri="{FF2B5EF4-FFF2-40B4-BE49-F238E27FC236}">
                <a16:creationId xmlns:a16="http://schemas.microsoft.com/office/drawing/2014/main" id="{05FDA679-39E3-57B6-946C-06F984E8B0A2}"/>
              </a:ext>
            </a:extLst>
          </p:cNvPr>
          <p:cNvSpPr txBox="1"/>
          <p:nvPr/>
        </p:nvSpPr>
        <p:spPr>
          <a:xfrm>
            <a:off x="4810511" y="3010619"/>
            <a:ext cx="1801948" cy="246221"/>
          </a:xfrm>
          <a:prstGeom prst="rect">
            <a:avLst/>
          </a:prstGeom>
          <a:noFill/>
        </p:spPr>
        <p:txBody>
          <a:bodyPr wrap="square" rtlCol="0">
            <a:spAutoFit/>
          </a:bodyPr>
          <a:lstStyle/>
          <a:p>
            <a:r>
              <a:rPr lang="en-US" sz="1000" b="1" dirty="0">
                <a:solidFill>
                  <a:schemeClr val="bg1">
                    <a:lumMod val="75000"/>
                  </a:schemeClr>
                </a:solidFill>
              </a:rPr>
              <a:t>Check Skill Security</a:t>
            </a:r>
            <a:endParaRPr lang="en-IN" sz="1000" b="1" dirty="0">
              <a:solidFill>
                <a:schemeClr val="bg1">
                  <a:lumMod val="75000"/>
                </a:schemeClr>
              </a:solidFill>
            </a:endParaRPr>
          </a:p>
        </p:txBody>
      </p:sp>
      <p:sp>
        <p:nvSpPr>
          <p:cNvPr id="15" name="TextBox 14">
            <a:extLst>
              <a:ext uri="{FF2B5EF4-FFF2-40B4-BE49-F238E27FC236}">
                <a16:creationId xmlns:a16="http://schemas.microsoft.com/office/drawing/2014/main" id="{D9CF6B05-19C2-25C7-1E24-7AAEFE5380A7}"/>
              </a:ext>
            </a:extLst>
          </p:cNvPr>
          <p:cNvSpPr txBox="1"/>
          <p:nvPr/>
        </p:nvSpPr>
        <p:spPr>
          <a:xfrm>
            <a:off x="4810510" y="3351459"/>
            <a:ext cx="2326889" cy="384721"/>
          </a:xfrm>
          <a:prstGeom prst="rect">
            <a:avLst/>
          </a:prstGeom>
          <a:noFill/>
        </p:spPr>
        <p:txBody>
          <a:bodyPr wrap="square" rtlCol="0">
            <a:spAutoFit/>
          </a:bodyPr>
          <a:lstStyle/>
          <a:p>
            <a:pPr>
              <a:spcAft>
                <a:spcPts val="600"/>
              </a:spcAft>
            </a:pPr>
            <a:r>
              <a:rPr lang="en-US" sz="700" dirty="0">
                <a:solidFill>
                  <a:schemeClr val="bg1">
                    <a:lumMod val="95000"/>
                  </a:schemeClr>
                </a:solidFill>
              </a:rPr>
              <a:t>“I feel uncertain, even though nothing has changed yet.”</a:t>
            </a:r>
          </a:p>
          <a:p>
            <a:pPr>
              <a:spcAft>
                <a:spcPts val="600"/>
              </a:spcAft>
            </a:pPr>
            <a:r>
              <a:rPr lang="en-US" sz="700" dirty="0">
                <a:solidFill>
                  <a:schemeClr val="bg1">
                    <a:lumMod val="50000"/>
                  </a:schemeClr>
                </a:solidFill>
              </a:rPr>
              <a:t>Latest Verdict: </a:t>
            </a:r>
            <a:r>
              <a:rPr lang="en-US" sz="700" dirty="0">
                <a:solidFill>
                  <a:schemeClr val="bg1"/>
                </a:solidFill>
              </a:rPr>
              <a:t>Not Secured</a:t>
            </a:r>
          </a:p>
        </p:txBody>
      </p:sp>
      <p:sp>
        <p:nvSpPr>
          <p:cNvPr id="16" name="TextBox 15">
            <a:extLst>
              <a:ext uri="{FF2B5EF4-FFF2-40B4-BE49-F238E27FC236}">
                <a16:creationId xmlns:a16="http://schemas.microsoft.com/office/drawing/2014/main" id="{D4EF11A3-F193-3E51-3C2D-11B0B914BD8D}"/>
              </a:ext>
            </a:extLst>
          </p:cNvPr>
          <p:cNvSpPr txBox="1"/>
          <p:nvPr/>
        </p:nvSpPr>
        <p:spPr>
          <a:xfrm>
            <a:off x="4801230" y="3194377"/>
            <a:ext cx="2387054" cy="184666"/>
          </a:xfrm>
          <a:prstGeom prst="rect">
            <a:avLst/>
          </a:prstGeom>
          <a:noFill/>
        </p:spPr>
        <p:txBody>
          <a:bodyPr wrap="square" rtlCol="0">
            <a:spAutoFit/>
          </a:bodyPr>
          <a:lstStyle/>
          <a:p>
            <a:r>
              <a:rPr lang="en-US" sz="600" dirty="0">
                <a:solidFill>
                  <a:schemeClr val="bg1">
                    <a:lumMod val="75000"/>
                  </a:schemeClr>
                </a:solidFill>
              </a:rPr>
              <a:t>Date 07 Jan 2026 | Duration 00:08:02 | Total </a:t>
            </a:r>
            <a:r>
              <a:rPr lang="en-US" sz="600" dirty="0">
                <a:solidFill>
                  <a:schemeClr val="bg1"/>
                </a:solidFill>
              </a:rPr>
              <a:t>5 Runs </a:t>
            </a:r>
            <a:r>
              <a:rPr lang="en-US" sz="600" dirty="0">
                <a:solidFill>
                  <a:schemeClr val="bg1">
                    <a:lumMod val="75000"/>
                  </a:schemeClr>
                </a:solidFill>
              </a:rPr>
              <a:t>Done</a:t>
            </a:r>
          </a:p>
        </p:txBody>
      </p:sp>
      <p:grpSp>
        <p:nvGrpSpPr>
          <p:cNvPr id="17" name="Group 16">
            <a:extLst>
              <a:ext uri="{FF2B5EF4-FFF2-40B4-BE49-F238E27FC236}">
                <a16:creationId xmlns:a16="http://schemas.microsoft.com/office/drawing/2014/main" id="{A69CFE16-54CE-6416-C8D9-202F11B63CA5}"/>
              </a:ext>
            </a:extLst>
          </p:cNvPr>
          <p:cNvGrpSpPr/>
          <p:nvPr/>
        </p:nvGrpSpPr>
        <p:grpSpPr>
          <a:xfrm>
            <a:off x="7214309" y="3121934"/>
            <a:ext cx="177231" cy="178020"/>
            <a:chOff x="7149875" y="1745957"/>
            <a:chExt cx="177231" cy="178020"/>
          </a:xfrm>
        </p:grpSpPr>
        <p:sp>
          <p:nvSpPr>
            <p:cNvPr id="18" name="Oval 17">
              <a:extLst>
                <a:ext uri="{FF2B5EF4-FFF2-40B4-BE49-F238E27FC236}">
                  <a16:creationId xmlns:a16="http://schemas.microsoft.com/office/drawing/2014/main" id="{6923F206-9D09-89C7-27D6-0718B41B2337}"/>
                </a:ext>
              </a:extLst>
            </p:cNvPr>
            <p:cNvSpPr/>
            <p:nvPr/>
          </p:nvSpPr>
          <p:spPr>
            <a:xfrm>
              <a:off x="7149875" y="1745957"/>
              <a:ext cx="177231" cy="178020"/>
            </a:xfrm>
            <a:prstGeom prst="ellipse">
              <a:avLst/>
            </a:prstGeom>
            <a:ln w="6350">
              <a:solidFill>
                <a:schemeClr val="bg1">
                  <a:lumMod val="7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9" name="Arrow: Right 18">
              <a:extLst>
                <a:ext uri="{FF2B5EF4-FFF2-40B4-BE49-F238E27FC236}">
                  <a16:creationId xmlns:a16="http://schemas.microsoft.com/office/drawing/2014/main" id="{6333440E-87E0-9944-E25A-93AE5BCF5561}"/>
                </a:ext>
              </a:extLst>
            </p:cNvPr>
            <p:cNvSpPr/>
            <p:nvPr/>
          </p:nvSpPr>
          <p:spPr>
            <a:xfrm>
              <a:off x="7207650" y="1793941"/>
              <a:ext cx="75144" cy="87949"/>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37" name="Group 36">
            <a:extLst>
              <a:ext uri="{FF2B5EF4-FFF2-40B4-BE49-F238E27FC236}">
                <a16:creationId xmlns:a16="http://schemas.microsoft.com/office/drawing/2014/main" id="{EBC37F47-EF12-13E3-FA33-199C23D06F9D}"/>
              </a:ext>
            </a:extLst>
          </p:cNvPr>
          <p:cNvGrpSpPr/>
          <p:nvPr/>
        </p:nvGrpSpPr>
        <p:grpSpPr>
          <a:xfrm>
            <a:off x="4606334" y="3794683"/>
            <a:ext cx="1898135" cy="265086"/>
            <a:chOff x="4066617" y="2201897"/>
            <a:chExt cx="1898135" cy="265086"/>
          </a:xfrm>
        </p:grpSpPr>
        <p:sp>
          <p:nvSpPr>
            <p:cNvPr id="41" name="TextBox 40">
              <a:extLst>
                <a:ext uri="{FF2B5EF4-FFF2-40B4-BE49-F238E27FC236}">
                  <a16:creationId xmlns:a16="http://schemas.microsoft.com/office/drawing/2014/main" id="{B60CC001-253E-AACC-D19C-1784305A9588}"/>
                </a:ext>
              </a:extLst>
            </p:cNvPr>
            <p:cNvSpPr txBox="1"/>
            <p:nvPr/>
          </p:nvSpPr>
          <p:spPr>
            <a:xfrm>
              <a:off x="5515590" y="2239847"/>
              <a:ext cx="449162" cy="215444"/>
            </a:xfrm>
            <a:prstGeom prst="rect">
              <a:avLst/>
            </a:prstGeom>
            <a:noFill/>
          </p:spPr>
          <p:txBody>
            <a:bodyPr wrap="none" rtlCol="0">
              <a:spAutoFit/>
            </a:bodyPr>
            <a:lstStyle/>
            <a:p>
              <a:r>
                <a:rPr lang="en-US" sz="800" dirty="0">
                  <a:solidFill>
                    <a:srgbClr val="0070C0"/>
                  </a:solidFill>
                </a:rPr>
                <a:t>Today</a:t>
              </a:r>
              <a:endParaRPr lang="en-IN" sz="800" dirty="0">
                <a:solidFill>
                  <a:srgbClr val="0070C0"/>
                </a:solidFill>
              </a:endParaRPr>
            </a:p>
          </p:txBody>
        </p:sp>
        <p:pic>
          <p:nvPicPr>
            <p:cNvPr id="42" name="Graphic 41" descr="Stopwatch with solid fill">
              <a:extLst>
                <a:ext uri="{FF2B5EF4-FFF2-40B4-BE49-F238E27FC236}">
                  <a16:creationId xmlns:a16="http://schemas.microsoft.com/office/drawing/2014/main" id="{B0B14158-56A1-8165-FA77-275A0F59D4F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066617" y="2201897"/>
              <a:ext cx="249711" cy="249711"/>
            </a:xfrm>
            <a:prstGeom prst="rect">
              <a:avLst/>
            </a:prstGeom>
          </p:spPr>
        </p:pic>
        <p:sp>
          <p:nvSpPr>
            <p:cNvPr id="43" name="Rectangle: Rounded Corners 42">
              <a:extLst>
                <a:ext uri="{FF2B5EF4-FFF2-40B4-BE49-F238E27FC236}">
                  <a16:creationId xmlns:a16="http://schemas.microsoft.com/office/drawing/2014/main" id="{AF217D9A-9790-346D-C6A2-742068473C5E}"/>
                </a:ext>
              </a:extLst>
            </p:cNvPr>
            <p:cNvSpPr/>
            <p:nvPr/>
          </p:nvSpPr>
          <p:spPr>
            <a:xfrm>
              <a:off x="4886482" y="2230310"/>
              <a:ext cx="656611" cy="236673"/>
            </a:xfrm>
            <a:prstGeom prst="roundRect">
              <a:avLst>
                <a:gd name="adj" fmla="val 28603"/>
              </a:avLst>
            </a:prstGeom>
            <a:ln/>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solidFill>
                    <a:schemeClr val="bg1">
                      <a:lumMod val="50000"/>
                    </a:schemeClr>
                  </a:solidFill>
                </a:rPr>
                <a:t>Re-Run</a:t>
              </a:r>
              <a:endParaRPr lang="en-IN" sz="1000" dirty="0">
                <a:solidFill>
                  <a:schemeClr val="bg1">
                    <a:lumMod val="50000"/>
                  </a:schemeClr>
                </a:solidFill>
              </a:endParaRPr>
            </a:p>
          </p:txBody>
        </p:sp>
        <p:sp>
          <p:nvSpPr>
            <p:cNvPr id="44" name="TextBox 43">
              <a:extLst>
                <a:ext uri="{FF2B5EF4-FFF2-40B4-BE49-F238E27FC236}">
                  <a16:creationId xmlns:a16="http://schemas.microsoft.com/office/drawing/2014/main" id="{828EB003-2BEF-5571-88BC-D633D21FB33E}"/>
                </a:ext>
              </a:extLst>
            </p:cNvPr>
            <p:cNvSpPr txBox="1"/>
            <p:nvPr/>
          </p:nvSpPr>
          <p:spPr>
            <a:xfrm>
              <a:off x="4316328" y="2243523"/>
              <a:ext cx="614271" cy="215444"/>
            </a:xfrm>
            <a:prstGeom prst="rect">
              <a:avLst/>
            </a:prstGeom>
            <a:noFill/>
          </p:spPr>
          <p:txBody>
            <a:bodyPr wrap="none" rtlCol="0">
              <a:spAutoFit/>
            </a:bodyPr>
            <a:lstStyle/>
            <a:p>
              <a:r>
                <a:rPr lang="en-US" sz="800" dirty="0">
                  <a:solidFill>
                    <a:srgbClr val="0070C0"/>
                  </a:solidFill>
                </a:rPr>
                <a:t>Re-Visit &amp;</a:t>
              </a:r>
              <a:endParaRPr lang="en-IN" sz="800" dirty="0">
                <a:solidFill>
                  <a:srgbClr val="0070C0"/>
                </a:solidFill>
              </a:endParaRPr>
            </a:p>
          </p:txBody>
        </p:sp>
      </p:grpSp>
      <p:pic>
        <p:nvPicPr>
          <p:cNvPr id="47" name="Graphic 46" descr="Lightning bolt outline">
            <a:extLst>
              <a:ext uri="{FF2B5EF4-FFF2-40B4-BE49-F238E27FC236}">
                <a16:creationId xmlns:a16="http://schemas.microsoft.com/office/drawing/2014/main" id="{3BB917C6-EDE0-2CA1-EAE4-13C18ECC127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18470" y="3051804"/>
            <a:ext cx="225438" cy="225438"/>
          </a:xfrm>
          <a:prstGeom prst="rect">
            <a:avLst/>
          </a:prstGeom>
        </p:spPr>
      </p:pic>
      <p:cxnSp>
        <p:nvCxnSpPr>
          <p:cNvPr id="4" name="Straight Connector 3">
            <a:extLst>
              <a:ext uri="{FF2B5EF4-FFF2-40B4-BE49-F238E27FC236}">
                <a16:creationId xmlns:a16="http://schemas.microsoft.com/office/drawing/2014/main" id="{15F5930E-ADFA-F3ED-FB22-4698BB12C6C6}"/>
              </a:ext>
            </a:extLst>
          </p:cNvPr>
          <p:cNvCxnSpPr/>
          <p:nvPr/>
        </p:nvCxnSpPr>
        <p:spPr>
          <a:xfrm>
            <a:off x="4545050" y="12801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D4D0318-131D-DEE5-FE92-CFBEA77EAB6E}"/>
              </a:ext>
            </a:extLst>
          </p:cNvPr>
          <p:cNvSpPr txBox="1"/>
          <p:nvPr/>
        </p:nvSpPr>
        <p:spPr>
          <a:xfrm>
            <a:off x="1005633" y="2641287"/>
            <a:ext cx="2382350" cy="507831"/>
          </a:xfrm>
          <a:prstGeom prst="rect">
            <a:avLst/>
          </a:prstGeom>
          <a:noFill/>
        </p:spPr>
        <p:txBody>
          <a:bodyPr wrap="square" rtlCol="0">
            <a:spAutoFit/>
          </a:bodyPr>
          <a:lstStyle/>
          <a:p>
            <a:pPr algn="r"/>
            <a:r>
              <a:rPr lang="en-US" sz="900" dirty="0">
                <a:solidFill>
                  <a:schemeClr val="bg1">
                    <a:lumMod val="65000"/>
                  </a:schemeClr>
                </a:solidFill>
              </a:rPr>
              <a:t>This is a record keeping screen. Once a validation complete, a new tile will appear. One-Tile= One Decision Moment only.</a:t>
            </a:r>
            <a:endParaRPr lang="en-IN" sz="900" dirty="0">
              <a:solidFill>
                <a:schemeClr val="bg1">
                  <a:lumMod val="65000"/>
                </a:schemeClr>
              </a:solidFill>
            </a:endParaRPr>
          </a:p>
        </p:txBody>
      </p:sp>
      <p:cxnSp>
        <p:nvCxnSpPr>
          <p:cNvPr id="10" name="Connector: Elbow 9">
            <a:extLst>
              <a:ext uri="{FF2B5EF4-FFF2-40B4-BE49-F238E27FC236}">
                <a16:creationId xmlns:a16="http://schemas.microsoft.com/office/drawing/2014/main" id="{6A7AAB54-5BBA-60EA-F22B-878B4F8761B9}"/>
              </a:ext>
            </a:extLst>
          </p:cNvPr>
          <p:cNvCxnSpPr>
            <a:cxnSpLocks/>
            <a:stCxn id="9" idx="3"/>
          </p:cNvCxnSpPr>
          <p:nvPr/>
        </p:nvCxnSpPr>
        <p:spPr>
          <a:xfrm>
            <a:off x="3387983" y="2895203"/>
            <a:ext cx="753601" cy="5644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06367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D79D7-FE51-76B0-E4E1-EFF2D443F61C}"/>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C90CD0BB-D5AB-23B1-726B-1679D2904024}"/>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C984C98B-BD7C-E4AA-D3BF-880FA080CE02}"/>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7B5BFE20-1F34-8192-EF94-5D82434424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E878EF7D-92B2-4ABC-4593-C7FB0E189D9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grpSp>
        <p:nvGrpSpPr>
          <p:cNvPr id="7" name="Group 6">
            <a:extLst>
              <a:ext uri="{FF2B5EF4-FFF2-40B4-BE49-F238E27FC236}">
                <a16:creationId xmlns:a16="http://schemas.microsoft.com/office/drawing/2014/main" id="{1DF048EB-DC10-D77D-1F99-1C2D75B5D522}"/>
              </a:ext>
            </a:extLst>
          </p:cNvPr>
          <p:cNvGrpSpPr/>
          <p:nvPr/>
        </p:nvGrpSpPr>
        <p:grpSpPr>
          <a:xfrm>
            <a:off x="4516548" y="900133"/>
            <a:ext cx="2019595" cy="253916"/>
            <a:chOff x="4516548" y="900133"/>
            <a:chExt cx="2019595" cy="253916"/>
          </a:xfrm>
        </p:grpSpPr>
        <p:sp>
          <p:nvSpPr>
            <p:cNvPr id="5" name="TextBox 4">
              <a:extLst>
                <a:ext uri="{FF2B5EF4-FFF2-40B4-BE49-F238E27FC236}">
                  <a16:creationId xmlns:a16="http://schemas.microsoft.com/office/drawing/2014/main" id="{5AD614D7-5ED3-E21D-0085-338D6731F831}"/>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My Records</a:t>
              </a:r>
              <a:endParaRPr lang="en-IN" sz="1050" b="1" dirty="0">
                <a:solidFill>
                  <a:srgbClr val="EE7723"/>
                </a:solidFill>
              </a:endParaRPr>
            </a:p>
          </p:txBody>
        </p:sp>
        <p:pic>
          <p:nvPicPr>
            <p:cNvPr id="6" name="Graphic 5" descr="Address Book outline">
              <a:extLst>
                <a:ext uri="{FF2B5EF4-FFF2-40B4-BE49-F238E27FC236}">
                  <a16:creationId xmlns:a16="http://schemas.microsoft.com/office/drawing/2014/main" id="{BDB8B846-DC6F-A0F5-1351-C0ADB1FB251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16548" y="931803"/>
              <a:ext cx="190575" cy="190575"/>
            </a:xfrm>
            <a:prstGeom prst="rect">
              <a:avLst/>
            </a:prstGeom>
          </p:spPr>
        </p:pic>
      </p:grpSp>
      <p:sp>
        <p:nvSpPr>
          <p:cNvPr id="8" name="TextBox 7">
            <a:extLst>
              <a:ext uri="{FF2B5EF4-FFF2-40B4-BE49-F238E27FC236}">
                <a16:creationId xmlns:a16="http://schemas.microsoft.com/office/drawing/2014/main" id="{76C59437-402E-1678-630B-1D44B9E19CF2}"/>
              </a:ext>
            </a:extLst>
          </p:cNvPr>
          <p:cNvSpPr txBox="1"/>
          <p:nvPr/>
        </p:nvSpPr>
        <p:spPr>
          <a:xfrm>
            <a:off x="7259503" y="873429"/>
            <a:ext cx="264073" cy="246221"/>
          </a:xfrm>
          <a:prstGeom prst="rect">
            <a:avLst/>
          </a:prstGeom>
          <a:noFill/>
        </p:spPr>
        <p:txBody>
          <a:bodyPr wrap="square" rtlCol="0">
            <a:spAutoFit/>
          </a:bodyPr>
          <a:lstStyle/>
          <a:p>
            <a:r>
              <a:rPr lang="en-US" sz="1000" b="1" dirty="0">
                <a:solidFill>
                  <a:schemeClr val="bg1">
                    <a:lumMod val="75000"/>
                  </a:schemeClr>
                </a:solidFill>
              </a:rPr>
              <a:t>…</a:t>
            </a:r>
            <a:endParaRPr lang="en-IN" sz="1000" b="1" dirty="0">
              <a:solidFill>
                <a:schemeClr val="bg1">
                  <a:lumMod val="75000"/>
                </a:schemeClr>
              </a:solidFill>
            </a:endParaRPr>
          </a:p>
        </p:txBody>
      </p:sp>
      <p:grpSp>
        <p:nvGrpSpPr>
          <p:cNvPr id="20" name="Group 19">
            <a:extLst>
              <a:ext uri="{FF2B5EF4-FFF2-40B4-BE49-F238E27FC236}">
                <a16:creationId xmlns:a16="http://schemas.microsoft.com/office/drawing/2014/main" id="{FCF5B74F-A86F-4D11-7F59-397DA2332AE1}"/>
              </a:ext>
            </a:extLst>
          </p:cNvPr>
          <p:cNvGrpSpPr/>
          <p:nvPr/>
        </p:nvGrpSpPr>
        <p:grpSpPr>
          <a:xfrm>
            <a:off x="7777443" y="991490"/>
            <a:ext cx="1957157" cy="2182313"/>
            <a:chOff x="8576926" y="1190094"/>
            <a:chExt cx="1957157" cy="1264661"/>
          </a:xfrm>
        </p:grpSpPr>
        <p:sp>
          <p:nvSpPr>
            <p:cNvPr id="21" name="Rectangle: Rounded Corners 20">
              <a:extLst>
                <a:ext uri="{FF2B5EF4-FFF2-40B4-BE49-F238E27FC236}">
                  <a16:creationId xmlns:a16="http://schemas.microsoft.com/office/drawing/2014/main" id="{28E71AD5-D3A1-2CEB-350E-25563B8125E0}"/>
                </a:ext>
              </a:extLst>
            </p:cNvPr>
            <p:cNvSpPr/>
            <p:nvPr/>
          </p:nvSpPr>
          <p:spPr>
            <a:xfrm>
              <a:off x="8576926" y="1190094"/>
              <a:ext cx="1957157" cy="1264661"/>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22" name="Rectangle: Rounded Corners 21">
              <a:extLst>
                <a:ext uri="{FF2B5EF4-FFF2-40B4-BE49-F238E27FC236}">
                  <a16:creationId xmlns:a16="http://schemas.microsoft.com/office/drawing/2014/main" id="{03631982-C390-9232-7430-ACD7E9C29061}"/>
                </a:ext>
              </a:extLst>
            </p:cNvPr>
            <p:cNvSpPr/>
            <p:nvPr/>
          </p:nvSpPr>
          <p:spPr>
            <a:xfrm>
              <a:off x="8617413" y="1223983"/>
              <a:ext cx="1876756" cy="1144753"/>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23" name="TextBox 22">
              <a:extLst>
                <a:ext uri="{FF2B5EF4-FFF2-40B4-BE49-F238E27FC236}">
                  <a16:creationId xmlns:a16="http://schemas.microsoft.com/office/drawing/2014/main" id="{03DEC9BA-F301-1B3C-87FB-06FCC4FFFEEC}"/>
                </a:ext>
              </a:extLst>
            </p:cNvPr>
            <p:cNvSpPr txBox="1"/>
            <p:nvPr/>
          </p:nvSpPr>
          <p:spPr>
            <a:xfrm>
              <a:off x="8696134" y="1386799"/>
              <a:ext cx="1452642" cy="1007723"/>
            </a:xfrm>
            <a:prstGeom prst="rect">
              <a:avLst/>
            </a:prstGeom>
            <a:noFill/>
          </p:spPr>
          <p:txBody>
            <a:bodyPr wrap="none" rtlCol="0">
              <a:spAutoFit/>
            </a:bodyPr>
            <a:lstStyle/>
            <a:p>
              <a:pPr>
                <a:spcAft>
                  <a:spcPts val="600"/>
                </a:spcAft>
              </a:pPr>
              <a:r>
                <a:rPr lang="en-US" sz="1100" b="1" dirty="0">
                  <a:solidFill>
                    <a:schemeClr val="bg1">
                      <a:lumMod val="65000"/>
                    </a:schemeClr>
                  </a:solidFill>
                </a:rPr>
                <a:t>Sort by</a:t>
              </a:r>
            </a:p>
            <a:p>
              <a:pPr marL="171450" indent="-171450">
                <a:spcAft>
                  <a:spcPts val="600"/>
                </a:spcAft>
                <a:buFontTx/>
                <a:buChar char="-"/>
              </a:pPr>
              <a:r>
                <a:rPr lang="en-US" sz="1100" dirty="0">
                  <a:solidFill>
                    <a:schemeClr val="bg1">
                      <a:lumMod val="65000"/>
                    </a:schemeClr>
                  </a:solidFill>
                </a:rPr>
                <a:t>Newest to oldest</a:t>
              </a:r>
            </a:p>
            <a:p>
              <a:pPr marL="171450" indent="-171450">
                <a:spcAft>
                  <a:spcPts val="600"/>
                </a:spcAft>
                <a:buFontTx/>
                <a:buChar char="-"/>
              </a:pPr>
              <a:r>
                <a:rPr lang="en-US" sz="1100" dirty="0">
                  <a:solidFill>
                    <a:schemeClr val="bg1">
                      <a:lumMod val="65000"/>
                    </a:schemeClr>
                  </a:solidFill>
                </a:rPr>
                <a:t>Oldest to newest</a:t>
              </a:r>
            </a:p>
            <a:p>
              <a:pPr marL="171450" indent="-171450">
                <a:spcAft>
                  <a:spcPts val="600"/>
                </a:spcAft>
                <a:buFontTx/>
                <a:buChar char="-"/>
              </a:pPr>
              <a:endParaRPr lang="en-US" sz="1100" dirty="0">
                <a:solidFill>
                  <a:schemeClr val="bg1">
                    <a:lumMod val="65000"/>
                  </a:schemeClr>
                </a:solidFill>
              </a:endParaRPr>
            </a:p>
            <a:p>
              <a:pPr>
                <a:spcAft>
                  <a:spcPts val="600"/>
                </a:spcAft>
              </a:pPr>
              <a:r>
                <a:rPr lang="en-US" sz="1100" b="1" dirty="0">
                  <a:solidFill>
                    <a:schemeClr val="bg1">
                      <a:lumMod val="65000"/>
                    </a:schemeClr>
                  </a:solidFill>
                </a:rPr>
                <a:t>Filter by</a:t>
              </a:r>
            </a:p>
            <a:p>
              <a:pPr marL="171450" indent="-171450">
                <a:spcAft>
                  <a:spcPts val="600"/>
                </a:spcAft>
                <a:buFontTx/>
                <a:buChar char="-"/>
              </a:pPr>
              <a:r>
                <a:rPr lang="en-US" sz="1100" dirty="0">
                  <a:solidFill>
                    <a:schemeClr val="bg1">
                      <a:lumMod val="65000"/>
                    </a:schemeClr>
                  </a:solidFill>
                </a:rPr>
                <a:t>Changes only</a:t>
              </a:r>
            </a:p>
            <a:p>
              <a:pPr marL="171450" indent="-171450">
                <a:spcAft>
                  <a:spcPts val="600"/>
                </a:spcAft>
                <a:buFontTx/>
                <a:buChar char="-"/>
              </a:pPr>
              <a:r>
                <a:rPr lang="en-US" sz="1100" dirty="0">
                  <a:solidFill>
                    <a:schemeClr val="bg1">
                      <a:lumMod val="65000"/>
                    </a:schemeClr>
                  </a:solidFill>
                </a:rPr>
                <a:t>Baseline vs Latest</a:t>
              </a:r>
              <a:endParaRPr lang="en-IN" sz="1100" dirty="0">
                <a:solidFill>
                  <a:schemeClr val="bg1">
                    <a:lumMod val="65000"/>
                  </a:schemeClr>
                </a:solidFill>
              </a:endParaRPr>
            </a:p>
          </p:txBody>
        </p:sp>
      </p:grpSp>
      <p:pic>
        <p:nvPicPr>
          <p:cNvPr id="9" name="Graphic 8" descr="Shield Tick outline">
            <a:extLst>
              <a:ext uri="{FF2B5EF4-FFF2-40B4-BE49-F238E27FC236}">
                <a16:creationId xmlns:a16="http://schemas.microsoft.com/office/drawing/2014/main" id="{8984B397-31A5-43CE-D429-D5B4654B84F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34620" y="1216726"/>
            <a:ext cx="159661" cy="159661"/>
          </a:xfrm>
          <a:prstGeom prst="rect">
            <a:avLst/>
          </a:prstGeom>
        </p:spPr>
      </p:pic>
      <p:sp>
        <p:nvSpPr>
          <p:cNvPr id="10" name="TextBox 9">
            <a:extLst>
              <a:ext uri="{FF2B5EF4-FFF2-40B4-BE49-F238E27FC236}">
                <a16:creationId xmlns:a16="http://schemas.microsoft.com/office/drawing/2014/main" id="{487BFF5A-42B5-35A4-DC08-DA2F897BCEF0}"/>
              </a:ext>
            </a:extLst>
          </p:cNvPr>
          <p:cNvSpPr txBox="1"/>
          <p:nvPr/>
        </p:nvSpPr>
        <p:spPr>
          <a:xfrm>
            <a:off x="4734195" y="1192459"/>
            <a:ext cx="1801948" cy="215444"/>
          </a:xfrm>
          <a:prstGeom prst="rect">
            <a:avLst/>
          </a:prstGeom>
          <a:noFill/>
        </p:spPr>
        <p:txBody>
          <a:bodyPr wrap="square" rtlCol="0">
            <a:spAutoFit/>
          </a:bodyPr>
          <a:lstStyle/>
          <a:p>
            <a:r>
              <a:rPr lang="en-US" sz="800" b="1" dirty="0">
                <a:solidFill>
                  <a:schemeClr val="bg1">
                    <a:lumMod val="75000"/>
                  </a:schemeClr>
                </a:solidFill>
              </a:rPr>
              <a:t>Check Job Safety</a:t>
            </a:r>
            <a:endParaRPr lang="en-IN" sz="800" b="1" dirty="0">
              <a:solidFill>
                <a:schemeClr val="bg1">
                  <a:lumMod val="75000"/>
                </a:schemeClr>
              </a:solidFill>
            </a:endParaRPr>
          </a:p>
        </p:txBody>
      </p:sp>
      <p:sp>
        <p:nvSpPr>
          <p:cNvPr id="12" name="Rectangle: Rounded Corners 11">
            <a:extLst>
              <a:ext uri="{FF2B5EF4-FFF2-40B4-BE49-F238E27FC236}">
                <a16:creationId xmlns:a16="http://schemas.microsoft.com/office/drawing/2014/main" id="{AD40239C-3CC6-F760-2AC5-022EA08F3334}"/>
              </a:ext>
            </a:extLst>
          </p:cNvPr>
          <p:cNvSpPr/>
          <p:nvPr/>
        </p:nvSpPr>
        <p:spPr>
          <a:xfrm>
            <a:off x="4459126" y="5587834"/>
            <a:ext cx="3055776" cy="1069079"/>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13" name="Rectangle: Rounded Corners 12">
            <a:extLst>
              <a:ext uri="{FF2B5EF4-FFF2-40B4-BE49-F238E27FC236}">
                <a16:creationId xmlns:a16="http://schemas.microsoft.com/office/drawing/2014/main" id="{5F316A02-D383-B4BB-0DC0-DA7A4BE2D40F}"/>
              </a:ext>
            </a:extLst>
          </p:cNvPr>
          <p:cNvSpPr/>
          <p:nvPr/>
        </p:nvSpPr>
        <p:spPr>
          <a:xfrm>
            <a:off x="4510011" y="5626244"/>
            <a:ext cx="2955925" cy="975093"/>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14" name="TextBox 13">
            <a:extLst>
              <a:ext uri="{FF2B5EF4-FFF2-40B4-BE49-F238E27FC236}">
                <a16:creationId xmlns:a16="http://schemas.microsoft.com/office/drawing/2014/main" id="{00EEC09B-4F4B-3C9B-B5B7-1734A02A1D72}"/>
              </a:ext>
            </a:extLst>
          </p:cNvPr>
          <p:cNvSpPr txBox="1"/>
          <p:nvPr/>
        </p:nvSpPr>
        <p:spPr>
          <a:xfrm>
            <a:off x="4532948" y="5686541"/>
            <a:ext cx="2581030" cy="692497"/>
          </a:xfrm>
          <a:prstGeom prst="rect">
            <a:avLst/>
          </a:prstGeom>
          <a:noFill/>
        </p:spPr>
        <p:txBody>
          <a:bodyPr wrap="square" rtlCol="0">
            <a:spAutoFit/>
          </a:bodyPr>
          <a:lstStyle/>
          <a:p>
            <a:pPr>
              <a:spcAft>
                <a:spcPts val="600"/>
              </a:spcAft>
            </a:pPr>
            <a:r>
              <a:rPr lang="en-US" sz="1000" dirty="0">
                <a:solidFill>
                  <a:schemeClr val="bg1">
                    <a:lumMod val="95000"/>
                  </a:schemeClr>
                </a:solidFill>
              </a:rPr>
              <a:t>“I am worried that AI or automation may affect my role soon.”</a:t>
            </a:r>
          </a:p>
          <a:p>
            <a:pPr>
              <a:spcAft>
                <a:spcPts val="600"/>
              </a:spcAft>
            </a:pPr>
            <a:r>
              <a:rPr lang="en-US" sz="700" dirty="0">
                <a:solidFill>
                  <a:schemeClr val="bg1">
                    <a:lumMod val="75000"/>
                  </a:schemeClr>
                </a:solidFill>
              </a:rPr>
              <a:t>Date </a:t>
            </a:r>
            <a:r>
              <a:rPr lang="en-US" sz="700" dirty="0">
                <a:solidFill>
                  <a:schemeClr val="bg1"/>
                </a:solidFill>
              </a:rPr>
              <a:t>23 Sep 2025 </a:t>
            </a:r>
            <a:r>
              <a:rPr lang="en-US" sz="700" dirty="0">
                <a:solidFill>
                  <a:schemeClr val="bg1">
                    <a:lumMod val="75000"/>
                  </a:schemeClr>
                </a:solidFill>
              </a:rPr>
              <a:t>| Duration </a:t>
            </a:r>
            <a:r>
              <a:rPr lang="en-US" sz="700" dirty="0">
                <a:solidFill>
                  <a:schemeClr val="bg1"/>
                </a:solidFill>
              </a:rPr>
              <a:t>00:08:02</a:t>
            </a:r>
            <a:br>
              <a:rPr lang="en-US" sz="700" dirty="0">
                <a:solidFill>
                  <a:schemeClr val="bg1">
                    <a:lumMod val="75000"/>
                  </a:schemeClr>
                </a:solidFill>
              </a:rPr>
            </a:br>
            <a:r>
              <a:rPr lang="en-US" sz="700" dirty="0">
                <a:solidFill>
                  <a:schemeClr val="bg1">
                    <a:lumMod val="50000"/>
                  </a:schemeClr>
                </a:solidFill>
              </a:rPr>
              <a:t>Verdict: </a:t>
            </a:r>
            <a:r>
              <a:rPr lang="en-US" sz="700" dirty="0">
                <a:solidFill>
                  <a:schemeClr val="bg1"/>
                </a:solidFill>
              </a:rPr>
              <a:t>Wait &amp; Watch</a:t>
            </a:r>
          </a:p>
        </p:txBody>
      </p:sp>
      <p:grpSp>
        <p:nvGrpSpPr>
          <p:cNvPr id="15" name="Group 14">
            <a:extLst>
              <a:ext uri="{FF2B5EF4-FFF2-40B4-BE49-F238E27FC236}">
                <a16:creationId xmlns:a16="http://schemas.microsoft.com/office/drawing/2014/main" id="{869B075F-FB4F-8B1B-4A99-DD58382B9CEF}"/>
              </a:ext>
            </a:extLst>
          </p:cNvPr>
          <p:cNvGrpSpPr/>
          <p:nvPr/>
        </p:nvGrpSpPr>
        <p:grpSpPr>
          <a:xfrm>
            <a:off x="7183136" y="5666840"/>
            <a:ext cx="177231" cy="178020"/>
            <a:chOff x="7149875" y="1745957"/>
            <a:chExt cx="177231" cy="178020"/>
          </a:xfrm>
        </p:grpSpPr>
        <p:sp>
          <p:nvSpPr>
            <p:cNvPr id="28" name="Oval 27">
              <a:extLst>
                <a:ext uri="{FF2B5EF4-FFF2-40B4-BE49-F238E27FC236}">
                  <a16:creationId xmlns:a16="http://schemas.microsoft.com/office/drawing/2014/main" id="{7AE9BEBD-1E2B-1570-2857-87F288E78291}"/>
                </a:ext>
              </a:extLst>
            </p:cNvPr>
            <p:cNvSpPr/>
            <p:nvPr/>
          </p:nvSpPr>
          <p:spPr>
            <a:xfrm>
              <a:off x="7149875" y="1745957"/>
              <a:ext cx="177231" cy="178020"/>
            </a:xfrm>
            <a:prstGeom prst="ellipse">
              <a:avLst/>
            </a:prstGeom>
            <a:ln w="6350">
              <a:solidFill>
                <a:schemeClr val="bg1">
                  <a:lumMod val="7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5" name="Arrow: Right 34">
              <a:extLst>
                <a:ext uri="{FF2B5EF4-FFF2-40B4-BE49-F238E27FC236}">
                  <a16:creationId xmlns:a16="http://schemas.microsoft.com/office/drawing/2014/main" id="{B9ACE32F-9B07-F650-CD7E-78232BAD3FC9}"/>
                </a:ext>
              </a:extLst>
            </p:cNvPr>
            <p:cNvSpPr/>
            <p:nvPr/>
          </p:nvSpPr>
          <p:spPr>
            <a:xfrm>
              <a:off x="7207650" y="1793941"/>
              <a:ext cx="75144" cy="87949"/>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46" name="Group 45">
            <a:extLst>
              <a:ext uri="{FF2B5EF4-FFF2-40B4-BE49-F238E27FC236}">
                <a16:creationId xmlns:a16="http://schemas.microsoft.com/office/drawing/2014/main" id="{E0D9C30E-CEB4-43AE-A290-72C0B8ACC865}"/>
              </a:ext>
            </a:extLst>
          </p:cNvPr>
          <p:cNvGrpSpPr/>
          <p:nvPr/>
        </p:nvGrpSpPr>
        <p:grpSpPr>
          <a:xfrm>
            <a:off x="4624677" y="6394383"/>
            <a:ext cx="1138757" cy="184666"/>
            <a:chOff x="4624677" y="6375333"/>
            <a:chExt cx="1138757" cy="184666"/>
          </a:xfrm>
        </p:grpSpPr>
        <p:sp>
          <p:nvSpPr>
            <p:cNvPr id="43" name="Rectangle: Rounded Corners 42">
              <a:extLst>
                <a:ext uri="{FF2B5EF4-FFF2-40B4-BE49-F238E27FC236}">
                  <a16:creationId xmlns:a16="http://schemas.microsoft.com/office/drawing/2014/main" id="{260909B4-1A53-2132-EF12-30F349D6F577}"/>
                </a:ext>
              </a:extLst>
            </p:cNvPr>
            <p:cNvSpPr/>
            <p:nvPr/>
          </p:nvSpPr>
          <p:spPr>
            <a:xfrm>
              <a:off x="4624677" y="6434643"/>
              <a:ext cx="69604" cy="66047"/>
            </a:xfrm>
            <a:prstGeom prst="roundRect">
              <a:avLst>
                <a:gd name="adj" fmla="val 50000"/>
              </a:avLst>
            </a:prstGeom>
            <a:solidFill>
              <a:schemeClr val="bg1">
                <a:lumMod val="65000"/>
              </a:schemeClr>
            </a:solidFill>
            <a:ln>
              <a:solidFill>
                <a:schemeClr val="bg2">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TextBox 43">
              <a:extLst>
                <a:ext uri="{FF2B5EF4-FFF2-40B4-BE49-F238E27FC236}">
                  <a16:creationId xmlns:a16="http://schemas.microsoft.com/office/drawing/2014/main" id="{11336D82-A0CC-2AC2-5C91-CE1D2F18007A}"/>
                </a:ext>
              </a:extLst>
            </p:cNvPr>
            <p:cNvSpPr txBox="1"/>
            <p:nvPr/>
          </p:nvSpPr>
          <p:spPr>
            <a:xfrm>
              <a:off x="4665900" y="6375333"/>
              <a:ext cx="1097534" cy="184666"/>
            </a:xfrm>
            <a:prstGeom prst="rect">
              <a:avLst/>
            </a:prstGeom>
            <a:noFill/>
          </p:spPr>
          <p:txBody>
            <a:bodyPr wrap="square" rtlCol="0">
              <a:spAutoFit/>
            </a:bodyPr>
            <a:lstStyle/>
            <a:p>
              <a:r>
                <a:rPr lang="en-US" sz="600" dirty="0">
                  <a:solidFill>
                    <a:schemeClr val="bg1">
                      <a:lumMod val="75000"/>
                    </a:schemeClr>
                  </a:solidFill>
                </a:rPr>
                <a:t>This is baseline</a:t>
              </a:r>
            </a:p>
          </p:txBody>
        </p:sp>
      </p:grpSp>
      <p:grpSp>
        <p:nvGrpSpPr>
          <p:cNvPr id="19" name="Group 18">
            <a:extLst>
              <a:ext uri="{FF2B5EF4-FFF2-40B4-BE49-F238E27FC236}">
                <a16:creationId xmlns:a16="http://schemas.microsoft.com/office/drawing/2014/main" id="{8A8B7098-ADEB-14A8-59CC-BC949090595D}"/>
              </a:ext>
            </a:extLst>
          </p:cNvPr>
          <p:cNvGrpSpPr/>
          <p:nvPr/>
        </p:nvGrpSpPr>
        <p:grpSpPr>
          <a:xfrm>
            <a:off x="4459126" y="4437335"/>
            <a:ext cx="3094862" cy="1136420"/>
            <a:chOff x="4459126" y="4437335"/>
            <a:chExt cx="3094862" cy="1136420"/>
          </a:xfrm>
        </p:grpSpPr>
        <p:sp>
          <p:nvSpPr>
            <p:cNvPr id="59" name="Rectangle: Rounded Corners 58">
              <a:extLst>
                <a:ext uri="{FF2B5EF4-FFF2-40B4-BE49-F238E27FC236}">
                  <a16:creationId xmlns:a16="http://schemas.microsoft.com/office/drawing/2014/main" id="{3A870661-5FF4-869C-E2EA-1681FD18436B}"/>
                </a:ext>
              </a:extLst>
            </p:cNvPr>
            <p:cNvSpPr/>
            <p:nvPr/>
          </p:nvSpPr>
          <p:spPr>
            <a:xfrm>
              <a:off x="4459126" y="4437335"/>
              <a:ext cx="3055776" cy="1136420"/>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60" name="Rectangle: Rounded Corners 59">
              <a:extLst>
                <a:ext uri="{FF2B5EF4-FFF2-40B4-BE49-F238E27FC236}">
                  <a16:creationId xmlns:a16="http://schemas.microsoft.com/office/drawing/2014/main" id="{E17D2C14-DC0B-C163-53CF-3302286C1AAD}"/>
                </a:ext>
              </a:extLst>
            </p:cNvPr>
            <p:cNvSpPr/>
            <p:nvPr/>
          </p:nvSpPr>
          <p:spPr>
            <a:xfrm>
              <a:off x="4510011" y="4475745"/>
              <a:ext cx="2955925" cy="1074226"/>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61" name="TextBox 60">
              <a:extLst>
                <a:ext uri="{FF2B5EF4-FFF2-40B4-BE49-F238E27FC236}">
                  <a16:creationId xmlns:a16="http://schemas.microsoft.com/office/drawing/2014/main" id="{9AB71D6E-D7BE-0C9E-8E17-CE8C02404159}"/>
                </a:ext>
              </a:extLst>
            </p:cNvPr>
            <p:cNvSpPr txBox="1"/>
            <p:nvPr/>
          </p:nvSpPr>
          <p:spPr>
            <a:xfrm>
              <a:off x="4532948" y="4536041"/>
              <a:ext cx="2581030" cy="692497"/>
            </a:xfrm>
            <a:prstGeom prst="rect">
              <a:avLst/>
            </a:prstGeom>
            <a:noFill/>
          </p:spPr>
          <p:txBody>
            <a:bodyPr wrap="square" rtlCol="0">
              <a:spAutoFit/>
            </a:bodyPr>
            <a:lstStyle/>
            <a:p>
              <a:pPr>
                <a:spcAft>
                  <a:spcPts val="600"/>
                </a:spcAft>
              </a:pPr>
              <a:r>
                <a:rPr lang="en-US" sz="1000" dirty="0">
                  <a:solidFill>
                    <a:schemeClr val="bg1">
                      <a:lumMod val="95000"/>
                    </a:schemeClr>
                  </a:solidFill>
                </a:rPr>
                <a:t>“I am worried that AI or automation may affect my role soon.”</a:t>
              </a:r>
            </a:p>
            <a:p>
              <a:pPr>
                <a:spcAft>
                  <a:spcPts val="600"/>
                </a:spcAft>
              </a:pPr>
              <a:r>
                <a:rPr lang="en-US" sz="700" dirty="0">
                  <a:solidFill>
                    <a:schemeClr val="bg1">
                      <a:lumMod val="75000"/>
                    </a:schemeClr>
                  </a:solidFill>
                </a:rPr>
                <a:t>Date </a:t>
              </a:r>
              <a:r>
                <a:rPr lang="en-US" sz="700" dirty="0">
                  <a:solidFill>
                    <a:schemeClr val="bg1"/>
                  </a:solidFill>
                </a:rPr>
                <a:t>07 Nov 2025 </a:t>
              </a:r>
              <a:r>
                <a:rPr lang="en-US" sz="700" dirty="0">
                  <a:solidFill>
                    <a:schemeClr val="bg1">
                      <a:lumMod val="75000"/>
                    </a:schemeClr>
                  </a:solidFill>
                </a:rPr>
                <a:t>| Duration </a:t>
              </a:r>
              <a:r>
                <a:rPr lang="en-US" sz="700" dirty="0">
                  <a:solidFill>
                    <a:schemeClr val="bg1"/>
                  </a:solidFill>
                </a:rPr>
                <a:t>00:08:02</a:t>
              </a:r>
              <a:br>
                <a:rPr lang="en-US" sz="700" dirty="0">
                  <a:solidFill>
                    <a:schemeClr val="bg1">
                      <a:lumMod val="75000"/>
                    </a:schemeClr>
                  </a:solidFill>
                </a:rPr>
              </a:br>
              <a:r>
                <a:rPr lang="en-US" sz="700" dirty="0">
                  <a:solidFill>
                    <a:schemeClr val="bg1">
                      <a:lumMod val="50000"/>
                    </a:schemeClr>
                  </a:solidFill>
                </a:rPr>
                <a:t>Verdict: </a:t>
              </a:r>
              <a:r>
                <a:rPr lang="en-US" sz="700" dirty="0">
                  <a:solidFill>
                    <a:schemeClr val="bg1"/>
                  </a:solidFill>
                </a:rPr>
                <a:t>Secured</a:t>
              </a:r>
            </a:p>
          </p:txBody>
        </p:sp>
        <p:grpSp>
          <p:nvGrpSpPr>
            <p:cNvPr id="17" name="Group 16">
              <a:extLst>
                <a:ext uri="{FF2B5EF4-FFF2-40B4-BE49-F238E27FC236}">
                  <a16:creationId xmlns:a16="http://schemas.microsoft.com/office/drawing/2014/main" id="{A8741245-3AEC-321B-77D0-841E007400DA}"/>
                </a:ext>
              </a:extLst>
            </p:cNvPr>
            <p:cNvGrpSpPr/>
            <p:nvPr/>
          </p:nvGrpSpPr>
          <p:grpSpPr>
            <a:xfrm>
              <a:off x="7183136" y="4525864"/>
              <a:ext cx="177231" cy="178020"/>
              <a:chOff x="7183136" y="4473477"/>
              <a:chExt cx="177231" cy="178020"/>
            </a:xfrm>
          </p:grpSpPr>
          <p:sp>
            <p:nvSpPr>
              <p:cNvPr id="71" name="Oval 70">
                <a:extLst>
                  <a:ext uri="{FF2B5EF4-FFF2-40B4-BE49-F238E27FC236}">
                    <a16:creationId xmlns:a16="http://schemas.microsoft.com/office/drawing/2014/main" id="{1AF09140-ABA0-C6FD-2FE5-E001B2BCECD0}"/>
                  </a:ext>
                </a:extLst>
              </p:cNvPr>
              <p:cNvSpPr/>
              <p:nvPr/>
            </p:nvSpPr>
            <p:spPr>
              <a:xfrm>
                <a:off x="7183136" y="4473477"/>
                <a:ext cx="177231" cy="178020"/>
              </a:xfrm>
              <a:prstGeom prst="ellipse">
                <a:avLst/>
              </a:prstGeom>
              <a:ln w="6350">
                <a:solidFill>
                  <a:schemeClr val="bg1">
                    <a:lumMod val="7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72" name="Arrow: Right 71">
                <a:extLst>
                  <a:ext uri="{FF2B5EF4-FFF2-40B4-BE49-F238E27FC236}">
                    <a16:creationId xmlns:a16="http://schemas.microsoft.com/office/drawing/2014/main" id="{434261CC-15EA-F2A3-EE01-8B58CA71FFEC}"/>
                  </a:ext>
                </a:extLst>
              </p:cNvPr>
              <p:cNvSpPr/>
              <p:nvPr/>
            </p:nvSpPr>
            <p:spPr>
              <a:xfrm>
                <a:off x="7240911" y="4521461"/>
                <a:ext cx="75144" cy="87949"/>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63" name="Group 62">
              <a:extLst>
                <a:ext uri="{FF2B5EF4-FFF2-40B4-BE49-F238E27FC236}">
                  <a16:creationId xmlns:a16="http://schemas.microsoft.com/office/drawing/2014/main" id="{A015C424-70C7-9953-5020-DA03D1A34A2D}"/>
                </a:ext>
              </a:extLst>
            </p:cNvPr>
            <p:cNvGrpSpPr/>
            <p:nvPr/>
          </p:nvGrpSpPr>
          <p:grpSpPr>
            <a:xfrm>
              <a:off x="6371331" y="4803302"/>
              <a:ext cx="1182657" cy="622879"/>
              <a:chOff x="6402504" y="2432050"/>
              <a:chExt cx="1182657" cy="622879"/>
            </a:xfrm>
          </p:grpSpPr>
          <p:grpSp>
            <p:nvGrpSpPr>
              <p:cNvPr id="64" name="Group 63">
                <a:extLst>
                  <a:ext uri="{FF2B5EF4-FFF2-40B4-BE49-F238E27FC236}">
                    <a16:creationId xmlns:a16="http://schemas.microsoft.com/office/drawing/2014/main" id="{5DF931E6-73A1-612A-2821-8ABC5E79C45C}"/>
                  </a:ext>
                </a:extLst>
              </p:cNvPr>
              <p:cNvGrpSpPr/>
              <p:nvPr/>
            </p:nvGrpSpPr>
            <p:grpSpPr>
              <a:xfrm>
                <a:off x="6402504" y="2477821"/>
                <a:ext cx="1182657" cy="511261"/>
                <a:chOff x="6382736" y="2523622"/>
                <a:chExt cx="1182657" cy="511261"/>
              </a:xfrm>
            </p:grpSpPr>
            <p:sp>
              <p:nvSpPr>
                <p:cNvPr id="66" name="TextBox 65">
                  <a:extLst>
                    <a:ext uri="{FF2B5EF4-FFF2-40B4-BE49-F238E27FC236}">
                      <a16:creationId xmlns:a16="http://schemas.microsoft.com/office/drawing/2014/main" id="{FE356C56-A512-11AF-40EE-098D5E11B619}"/>
                    </a:ext>
                  </a:extLst>
                </p:cNvPr>
                <p:cNvSpPr txBox="1"/>
                <p:nvPr/>
              </p:nvSpPr>
              <p:spPr>
                <a:xfrm>
                  <a:off x="6467859" y="2665551"/>
                  <a:ext cx="1097534" cy="369332"/>
                </a:xfrm>
                <a:prstGeom prst="rect">
                  <a:avLst/>
                </a:prstGeom>
                <a:noFill/>
              </p:spPr>
              <p:txBody>
                <a:bodyPr wrap="square" rtlCol="0">
                  <a:spAutoFit/>
                </a:bodyPr>
                <a:lstStyle/>
                <a:p>
                  <a:r>
                    <a:rPr lang="en-US" sz="600" dirty="0">
                      <a:solidFill>
                        <a:schemeClr val="bg1">
                          <a:lumMod val="75000"/>
                        </a:schemeClr>
                      </a:solidFill>
                    </a:rPr>
                    <a:t>Risk -10%</a:t>
                  </a:r>
                </a:p>
                <a:p>
                  <a:r>
                    <a:rPr lang="en-US" sz="600" dirty="0">
                      <a:solidFill>
                        <a:schemeClr val="bg1">
                          <a:lumMod val="75000"/>
                        </a:schemeClr>
                      </a:solidFill>
                    </a:rPr>
                    <a:t>No new assumption</a:t>
                  </a:r>
                </a:p>
                <a:p>
                  <a:r>
                    <a:rPr lang="en-US" sz="600" dirty="0">
                      <a:solidFill>
                        <a:schemeClr val="bg1">
                          <a:lumMod val="75000"/>
                        </a:schemeClr>
                      </a:solidFill>
                    </a:rPr>
                    <a:t>Verdict changed</a:t>
                  </a:r>
                </a:p>
              </p:txBody>
            </p:sp>
            <p:pic>
              <p:nvPicPr>
                <p:cNvPr id="67" name="Graphic 66" descr="Gavel with solid fill">
                  <a:extLst>
                    <a:ext uri="{FF2B5EF4-FFF2-40B4-BE49-F238E27FC236}">
                      <a16:creationId xmlns:a16="http://schemas.microsoft.com/office/drawing/2014/main" id="{FEEF3457-BBFE-1C2A-92F2-5B85C7FB205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46731" y="2910524"/>
                  <a:ext cx="89412" cy="89412"/>
                </a:xfrm>
                <a:prstGeom prst="rect">
                  <a:avLst/>
                </a:prstGeom>
              </p:spPr>
            </p:pic>
            <p:pic>
              <p:nvPicPr>
                <p:cNvPr id="68" name="Graphic 67" descr="Badge Follow with solid fill">
                  <a:extLst>
                    <a:ext uri="{FF2B5EF4-FFF2-40B4-BE49-F238E27FC236}">
                      <a16:creationId xmlns:a16="http://schemas.microsoft.com/office/drawing/2014/main" id="{74AA1747-8475-06CD-E981-2E6212D63AF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46731" y="2805511"/>
                  <a:ext cx="89412" cy="89412"/>
                </a:xfrm>
                <a:prstGeom prst="rect">
                  <a:avLst/>
                </a:prstGeom>
              </p:spPr>
            </p:pic>
            <p:pic>
              <p:nvPicPr>
                <p:cNvPr id="69" name="Graphic 68" descr="Caret Up with solid fill">
                  <a:extLst>
                    <a:ext uri="{FF2B5EF4-FFF2-40B4-BE49-F238E27FC236}">
                      <a16:creationId xmlns:a16="http://schemas.microsoft.com/office/drawing/2014/main" id="{3497C008-644C-F8CD-32A2-CE4B29F28B9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446731" y="2710998"/>
                  <a:ext cx="89412" cy="89412"/>
                </a:xfrm>
                <a:prstGeom prst="rect">
                  <a:avLst/>
                </a:prstGeom>
              </p:spPr>
            </p:pic>
            <p:sp>
              <p:nvSpPr>
                <p:cNvPr id="70" name="TextBox 69">
                  <a:extLst>
                    <a:ext uri="{FF2B5EF4-FFF2-40B4-BE49-F238E27FC236}">
                      <a16:creationId xmlns:a16="http://schemas.microsoft.com/office/drawing/2014/main" id="{5B3DE882-8F14-ED11-235D-89AEE1A7F799}"/>
                    </a:ext>
                  </a:extLst>
                </p:cNvPr>
                <p:cNvSpPr txBox="1"/>
                <p:nvPr/>
              </p:nvSpPr>
              <p:spPr>
                <a:xfrm>
                  <a:off x="6382736" y="2523622"/>
                  <a:ext cx="1039812" cy="200055"/>
                </a:xfrm>
                <a:prstGeom prst="rect">
                  <a:avLst/>
                </a:prstGeom>
                <a:noFill/>
              </p:spPr>
              <p:txBody>
                <a:bodyPr wrap="square">
                  <a:spAutoFit/>
                </a:bodyPr>
                <a:lstStyle/>
                <a:p>
                  <a:r>
                    <a:rPr lang="en-US" sz="700" b="1" dirty="0">
                      <a:solidFill>
                        <a:schemeClr val="bg1">
                          <a:lumMod val="75000"/>
                        </a:schemeClr>
                      </a:solidFill>
                    </a:rPr>
                    <a:t>Since Last Run:</a:t>
                  </a:r>
                </a:p>
              </p:txBody>
            </p:sp>
          </p:grpSp>
          <p:sp>
            <p:nvSpPr>
              <p:cNvPr id="65" name="Rectangle: Rounded Corners 64">
                <a:extLst>
                  <a:ext uri="{FF2B5EF4-FFF2-40B4-BE49-F238E27FC236}">
                    <a16:creationId xmlns:a16="http://schemas.microsoft.com/office/drawing/2014/main" id="{567B1D94-514C-3A06-EB2A-843201062039}"/>
                  </a:ext>
                </a:extLst>
              </p:cNvPr>
              <p:cNvSpPr/>
              <p:nvPr/>
            </p:nvSpPr>
            <p:spPr>
              <a:xfrm>
                <a:off x="6402504" y="2432050"/>
                <a:ext cx="1039812" cy="622879"/>
              </a:xfrm>
              <a:prstGeom prst="roundRect">
                <a:avLst>
                  <a:gd name="adj" fmla="val 5508"/>
                </a:avLst>
              </a:prstGeom>
              <a:no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9" name="Group 48">
              <a:extLst>
                <a:ext uri="{FF2B5EF4-FFF2-40B4-BE49-F238E27FC236}">
                  <a16:creationId xmlns:a16="http://schemas.microsoft.com/office/drawing/2014/main" id="{58F5D34E-00D5-1530-7584-40F321FDBF29}"/>
                </a:ext>
              </a:extLst>
            </p:cNvPr>
            <p:cNvGrpSpPr/>
            <p:nvPr/>
          </p:nvGrpSpPr>
          <p:grpSpPr>
            <a:xfrm>
              <a:off x="4624677" y="5265666"/>
              <a:ext cx="1138757" cy="184666"/>
              <a:chOff x="4624677" y="6375333"/>
              <a:chExt cx="1138757" cy="184666"/>
            </a:xfrm>
          </p:grpSpPr>
          <p:sp>
            <p:nvSpPr>
              <p:cNvPr id="50" name="Rectangle: Rounded Corners 49">
                <a:extLst>
                  <a:ext uri="{FF2B5EF4-FFF2-40B4-BE49-F238E27FC236}">
                    <a16:creationId xmlns:a16="http://schemas.microsoft.com/office/drawing/2014/main" id="{335534F1-D423-B2B6-D89D-FA7739F9ED5C}"/>
                  </a:ext>
                </a:extLst>
              </p:cNvPr>
              <p:cNvSpPr/>
              <p:nvPr/>
            </p:nvSpPr>
            <p:spPr>
              <a:xfrm>
                <a:off x="4624677" y="6434643"/>
                <a:ext cx="69604" cy="66047"/>
              </a:xfrm>
              <a:prstGeom prst="roundRect">
                <a:avLst>
                  <a:gd name="adj" fmla="val 50000"/>
                </a:avLst>
              </a:prstGeom>
              <a:solidFill>
                <a:schemeClr val="bg2">
                  <a:lumMod val="10000"/>
                </a:schemeClr>
              </a:solidFill>
              <a:ln>
                <a:solidFill>
                  <a:schemeClr val="bg2">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TextBox 51">
                <a:extLst>
                  <a:ext uri="{FF2B5EF4-FFF2-40B4-BE49-F238E27FC236}">
                    <a16:creationId xmlns:a16="http://schemas.microsoft.com/office/drawing/2014/main" id="{4D16A5FC-8F2A-CC18-2E12-E2BFB0EC99F7}"/>
                  </a:ext>
                </a:extLst>
              </p:cNvPr>
              <p:cNvSpPr txBox="1"/>
              <p:nvPr/>
            </p:nvSpPr>
            <p:spPr>
              <a:xfrm>
                <a:off x="4665900" y="6375333"/>
                <a:ext cx="1097534" cy="184666"/>
              </a:xfrm>
              <a:prstGeom prst="rect">
                <a:avLst/>
              </a:prstGeom>
              <a:noFill/>
            </p:spPr>
            <p:txBody>
              <a:bodyPr wrap="square" rtlCol="0">
                <a:spAutoFit/>
              </a:bodyPr>
              <a:lstStyle/>
              <a:p>
                <a:r>
                  <a:rPr lang="en-US" sz="600" dirty="0">
                    <a:solidFill>
                      <a:schemeClr val="bg1">
                        <a:lumMod val="75000"/>
                      </a:schemeClr>
                    </a:solidFill>
                  </a:rPr>
                  <a:t>This is baseline</a:t>
                </a:r>
              </a:p>
            </p:txBody>
          </p:sp>
        </p:grpSp>
      </p:grpSp>
      <p:grpSp>
        <p:nvGrpSpPr>
          <p:cNvPr id="24" name="Group 23">
            <a:extLst>
              <a:ext uri="{FF2B5EF4-FFF2-40B4-BE49-F238E27FC236}">
                <a16:creationId xmlns:a16="http://schemas.microsoft.com/office/drawing/2014/main" id="{38BC7F68-FF86-1776-029C-E44BE467A85D}"/>
              </a:ext>
            </a:extLst>
          </p:cNvPr>
          <p:cNvGrpSpPr/>
          <p:nvPr/>
        </p:nvGrpSpPr>
        <p:grpSpPr>
          <a:xfrm>
            <a:off x="4459126" y="3274559"/>
            <a:ext cx="3094862" cy="1131426"/>
            <a:chOff x="4459126" y="3103100"/>
            <a:chExt cx="3094862" cy="1131426"/>
          </a:xfrm>
        </p:grpSpPr>
        <p:sp>
          <p:nvSpPr>
            <p:cNvPr id="2" name="Rectangle: Rounded Corners 1">
              <a:extLst>
                <a:ext uri="{FF2B5EF4-FFF2-40B4-BE49-F238E27FC236}">
                  <a16:creationId xmlns:a16="http://schemas.microsoft.com/office/drawing/2014/main" id="{C8A19A08-5384-BC3D-2E5A-3DC594D92D92}"/>
                </a:ext>
              </a:extLst>
            </p:cNvPr>
            <p:cNvSpPr/>
            <p:nvPr/>
          </p:nvSpPr>
          <p:spPr>
            <a:xfrm>
              <a:off x="4459126" y="3103100"/>
              <a:ext cx="3055776" cy="1131426"/>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3" name="Rectangle: Rounded Corners 2">
              <a:extLst>
                <a:ext uri="{FF2B5EF4-FFF2-40B4-BE49-F238E27FC236}">
                  <a16:creationId xmlns:a16="http://schemas.microsoft.com/office/drawing/2014/main" id="{F6084824-C72E-AA4A-7952-47CE1DC59B97}"/>
                </a:ext>
              </a:extLst>
            </p:cNvPr>
            <p:cNvSpPr/>
            <p:nvPr/>
          </p:nvSpPr>
          <p:spPr>
            <a:xfrm>
              <a:off x="4510011" y="3141510"/>
              <a:ext cx="2955925" cy="997192"/>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29" name="TextBox 28">
              <a:extLst>
                <a:ext uri="{FF2B5EF4-FFF2-40B4-BE49-F238E27FC236}">
                  <a16:creationId xmlns:a16="http://schemas.microsoft.com/office/drawing/2014/main" id="{935DB533-797D-7980-4089-2B96E22E2F6A}"/>
                </a:ext>
              </a:extLst>
            </p:cNvPr>
            <p:cNvSpPr txBox="1"/>
            <p:nvPr/>
          </p:nvSpPr>
          <p:spPr>
            <a:xfrm>
              <a:off x="4532948" y="3201806"/>
              <a:ext cx="2581030" cy="692497"/>
            </a:xfrm>
            <a:prstGeom prst="rect">
              <a:avLst/>
            </a:prstGeom>
            <a:noFill/>
          </p:spPr>
          <p:txBody>
            <a:bodyPr wrap="square" rtlCol="0">
              <a:spAutoFit/>
            </a:bodyPr>
            <a:lstStyle/>
            <a:p>
              <a:pPr>
                <a:spcAft>
                  <a:spcPts val="600"/>
                </a:spcAft>
              </a:pPr>
              <a:r>
                <a:rPr lang="en-US" sz="1000" dirty="0">
                  <a:solidFill>
                    <a:schemeClr val="bg1">
                      <a:lumMod val="95000"/>
                    </a:schemeClr>
                  </a:solidFill>
                </a:rPr>
                <a:t>“I am worried that AI or automation may affect my role soon.”</a:t>
              </a:r>
            </a:p>
            <a:p>
              <a:pPr>
                <a:spcAft>
                  <a:spcPts val="600"/>
                </a:spcAft>
              </a:pPr>
              <a:r>
                <a:rPr lang="en-US" sz="700" dirty="0">
                  <a:solidFill>
                    <a:schemeClr val="bg1">
                      <a:lumMod val="75000"/>
                    </a:schemeClr>
                  </a:solidFill>
                </a:rPr>
                <a:t>Date </a:t>
              </a:r>
              <a:r>
                <a:rPr lang="en-US" sz="700" dirty="0">
                  <a:solidFill>
                    <a:schemeClr val="bg1"/>
                  </a:solidFill>
                </a:rPr>
                <a:t>15 Jan 2026 </a:t>
              </a:r>
              <a:r>
                <a:rPr lang="en-US" sz="700" dirty="0">
                  <a:solidFill>
                    <a:schemeClr val="bg1">
                      <a:lumMod val="75000"/>
                    </a:schemeClr>
                  </a:solidFill>
                </a:rPr>
                <a:t>| Duration </a:t>
              </a:r>
              <a:r>
                <a:rPr lang="en-US" sz="700" dirty="0">
                  <a:solidFill>
                    <a:schemeClr val="bg1"/>
                  </a:solidFill>
                </a:rPr>
                <a:t>00:08:02</a:t>
              </a:r>
              <a:br>
                <a:rPr lang="en-US" sz="700" dirty="0">
                  <a:solidFill>
                    <a:schemeClr val="bg1">
                      <a:lumMod val="75000"/>
                    </a:schemeClr>
                  </a:solidFill>
                </a:rPr>
              </a:br>
              <a:r>
                <a:rPr lang="en-US" sz="700" dirty="0">
                  <a:solidFill>
                    <a:schemeClr val="bg1">
                      <a:lumMod val="50000"/>
                    </a:schemeClr>
                  </a:solidFill>
                </a:rPr>
                <a:t>Latest Verdict: </a:t>
              </a:r>
              <a:r>
                <a:rPr lang="en-US" sz="700" dirty="0">
                  <a:solidFill>
                    <a:schemeClr val="bg1"/>
                  </a:solidFill>
                </a:rPr>
                <a:t>Secured</a:t>
              </a:r>
            </a:p>
          </p:txBody>
        </p:sp>
        <p:grpSp>
          <p:nvGrpSpPr>
            <p:cNvPr id="40" name="Group 39">
              <a:extLst>
                <a:ext uri="{FF2B5EF4-FFF2-40B4-BE49-F238E27FC236}">
                  <a16:creationId xmlns:a16="http://schemas.microsoft.com/office/drawing/2014/main" id="{A6C8180C-620F-1C47-6FDD-C188BCA23B56}"/>
                </a:ext>
              </a:extLst>
            </p:cNvPr>
            <p:cNvGrpSpPr/>
            <p:nvPr/>
          </p:nvGrpSpPr>
          <p:grpSpPr>
            <a:xfrm>
              <a:off x="7183136" y="3196393"/>
              <a:ext cx="177231" cy="178020"/>
              <a:chOff x="7149875" y="1745957"/>
              <a:chExt cx="177231" cy="178020"/>
            </a:xfrm>
          </p:grpSpPr>
          <p:sp>
            <p:nvSpPr>
              <p:cNvPr id="38" name="Oval 37">
                <a:extLst>
                  <a:ext uri="{FF2B5EF4-FFF2-40B4-BE49-F238E27FC236}">
                    <a16:creationId xmlns:a16="http://schemas.microsoft.com/office/drawing/2014/main" id="{7D797CD6-2F4D-B796-A38A-CC51B9317183}"/>
                  </a:ext>
                </a:extLst>
              </p:cNvPr>
              <p:cNvSpPr/>
              <p:nvPr/>
            </p:nvSpPr>
            <p:spPr>
              <a:xfrm>
                <a:off x="7149875" y="1745957"/>
                <a:ext cx="177231" cy="178020"/>
              </a:xfrm>
              <a:prstGeom prst="ellipse">
                <a:avLst/>
              </a:prstGeom>
              <a:ln w="6350">
                <a:solidFill>
                  <a:schemeClr val="bg1">
                    <a:lumMod val="7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9" name="Arrow: Right 38">
                <a:extLst>
                  <a:ext uri="{FF2B5EF4-FFF2-40B4-BE49-F238E27FC236}">
                    <a16:creationId xmlns:a16="http://schemas.microsoft.com/office/drawing/2014/main" id="{5917D392-F1EE-39E1-3F4D-D222003908FB}"/>
                  </a:ext>
                </a:extLst>
              </p:cNvPr>
              <p:cNvSpPr/>
              <p:nvPr/>
            </p:nvSpPr>
            <p:spPr>
              <a:xfrm>
                <a:off x="7207650" y="1793941"/>
                <a:ext cx="75144" cy="87949"/>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56" name="Group 55">
              <a:extLst>
                <a:ext uri="{FF2B5EF4-FFF2-40B4-BE49-F238E27FC236}">
                  <a16:creationId xmlns:a16="http://schemas.microsoft.com/office/drawing/2014/main" id="{6175610C-8E39-7E16-370A-76B4E767F91B}"/>
                </a:ext>
              </a:extLst>
            </p:cNvPr>
            <p:cNvGrpSpPr/>
            <p:nvPr/>
          </p:nvGrpSpPr>
          <p:grpSpPr>
            <a:xfrm>
              <a:off x="6371331" y="3469073"/>
              <a:ext cx="1182657" cy="622879"/>
              <a:chOff x="6402504" y="2432050"/>
              <a:chExt cx="1182657" cy="622879"/>
            </a:xfrm>
          </p:grpSpPr>
          <p:grpSp>
            <p:nvGrpSpPr>
              <p:cNvPr id="54" name="Group 53">
                <a:extLst>
                  <a:ext uri="{FF2B5EF4-FFF2-40B4-BE49-F238E27FC236}">
                    <a16:creationId xmlns:a16="http://schemas.microsoft.com/office/drawing/2014/main" id="{BD1A2044-55B9-9FAF-2496-9E58A6CB9729}"/>
                  </a:ext>
                </a:extLst>
              </p:cNvPr>
              <p:cNvGrpSpPr/>
              <p:nvPr/>
            </p:nvGrpSpPr>
            <p:grpSpPr>
              <a:xfrm>
                <a:off x="6402504" y="2477821"/>
                <a:ext cx="1182657" cy="511261"/>
                <a:chOff x="6382736" y="2523622"/>
                <a:chExt cx="1182657" cy="511261"/>
              </a:xfrm>
            </p:grpSpPr>
            <p:sp>
              <p:nvSpPr>
                <p:cNvPr id="34" name="TextBox 33">
                  <a:extLst>
                    <a:ext uri="{FF2B5EF4-FFF2-40B4-BE49-F238E27FC236}">
                      <a16:creationId xmlns:a16="http://schemas.microsoft.com/office/drawing/2014/main" id="{8F00EB77-D50E-E096-E72B-CF27651D058C}"/>
                    </a:ext>
                  </a:extLst>
                </p:cNvPr>
                <p:cNvSpPr txBox="1"/>
                <p:nvPr/>
              </p:nvSpPr>
              <p:spPr>
                <a:xfrm>
                  <a:off x="6467859" y="2665551"/>
                  <a:ext cx="1097534" cy="369332"/>
                </a:xfrm>
                <a:prstGeom prst="rect">
                  <a:avLst/>
                </a:prstGeom>
                <a:noFill/>
              </p:spPr>
              <p:txBody>
                <a:bodyPr wrap="square" rtlCol="0">
                  <a:spAutoFit/>
                </a:bodyPr>
                <a:lstStyle/>
                <a:p>
                  <a:r>
                    <a:rPr lang="en-US" sz="600" dirty="0">
                      <a:solidFill>
                        <a:schemeClr val="bg1">
                          <a:lumMod val="75000"/>
                        </a:schemeClr>
                      </a:solidFill>
                    </a:rPr>
                    <a:t>Risk +11%</a:t>
                  </a:r>
                </a:p>
                <a:p>
                  <a:r>
                    <a:rPr lang="en-US" sz="600" dirty="0">
                      <a:solidFill>
                        <a:schemeClr val="bg1">
                          <a:lumMod val="75000"/>
                        </a:schemeClr>
                      </a:solidFill>
                    </a:rPr>
                    <a:t>New assumption added</a:t>
                  </a:r>
                </a:p>
                <a:p>
                  <a:r>
                    <a:rPr lang="en-US" sz="600" dirty="0">
                      <a:solidFill>
                        <a:schemeClr val="bg1">
                          <a:lumMod val="75000"/>
                        </a:schemeClr>
                      </a:solidFill>
                    </a:rPr>
                    <a:t>Verdict changed</a:t>
                  </a:r>
                </a:p>
              </p:txBody>
            </p:sp>
            <p:pic>
              <p:nvPicPr>
                <p:cNvPr id="45" name="Graphic 44" descr="Gavel with solid fill">
                  <a:extLst>
                    <a:ext uri="{FF2B5EF4-FFF2-40B4-BE49-F238E27FC236}">
                      <a16:creationId xmlns:a16="http://schemas.microsoft.com/office/drawing/2014/main" id="{C96F79D7-C9D8-2DF7-2169-26AAE2084E05}"/>
                    </a:ext>
                  </a:extLst>
                </p:cNvPr>
                <p:cNvPicPr>
                  <a:picLocks noChangeAspect="1"/>
                </p:cNvPicPr>
                <p:nvPr/>
              </p:nvPicPr>
              <p:blipFill>
                <a:blip r:embed="rId11">
                  <a:extLst>
                    <a:ext uri="{96DAC541-7B7A-43D3-8B79-37D633B846F1}">
                      <asvg:svgBlip xmlns:asvg="http://schemas.microsoft.com/office/drawing/2016/SVG/main" r:embed="rId17"/>
                    </a:ext>
                  </a:extLst>
                </a:blip>
                <a:stretch>
                  <a:fillRect/>
                </a:stretch>
              </p:blipFill>
              <p:spPr>
                <a:xfrm>
                  <a:off x="6446731" y="2910524"/>
                  <a:ext cx="89412" cy="89412"/>
                </a:xfrm>
                <a:prstGeom prst="rect">
                  <a:avLst/>
                </a:prstGeom>
              </p:spPr>
            </p:pic>
            <p:pic>
              <p:nvPicPr>
                <p:cNvPr id="48" name="Graphic 47" descr="Badge Follow with solid fill">
                  <a:extLst>
                    <a:ext uri="{FF2B5EF4-FFF2-40B4-BE49-F238E27FC236}">
                      <a16:creationId xmlns:a16="http://schemas.microsoft.com/office/drawing/2014/main" id="{A9CD440D-A685-23A7-1A44-88D7322714C0}"/>
                    </a:ext>
                  </a:extLst>
                </p:cNvPr>
                <p:cNvPicPr>
                  <a:picLocks noChangeAspect="1"/>
                </p:cNvPicPr>
                <p:nvPr/>
              </p:nvPicPr>
              <p:blipFill>
                <a:blip r:embed="rId13">
                  <a:extLst>
                    <a:ext uri="{96DAC541-7B7A-43D3-8B79-37D633B846F1}">
                      <asvg:svgBlip xmlns:asvg="http://schemas.microsoft.com/office/drawing/2016/SVG/main" r:embed="rId18"/>
                    </a:ext>
                  </a:extLst>
                </a:blip>
                <a:stretch>
                  <a:fillRect/>
                </a:stretch>
              </p:blipFill>
              <p:spPr>
                <a:xfrm>
                  <a:off x="6446731" y="2805511"/>
                  <a:ext cx="89412" cy="89412"/>
                </a:xfrm>
                <a:prstGeom prst="rect">
                  <a:avLst/>
                </a:prstGeom>
              </p:spPr>
            </p:pic>
            <p:pic>
              <p:nvPicPr>
                <p:cNvPr id="51" name="Graphic 50" descr="Caret Up with solid fill">
                  <a:extLst>
                    <a:ext uri="{FF2B5EF4-FFF2-40B4-BE49-F238E27FC236}">
                      <a16:creationId xmlns:a16="http://schemas.microsoft.com/office/drawing/2014/main" id="{999B07C2-7B56-89A6-F591-2549423C207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446731" y="2710998"/>
                  <a:ext cx="89412" cy="89412"/>
                </a:xfrm>
                <a:prstGeom prst="rect">
                  <a:avLst/>
                </a:prstGeom>
              </p:spPr>
            </p:pic>
            <p:sp>
              <p:nvSpPr>
                <p:cNvPr id="53" name="TextBox 52">
                  <a:extLst>
                    <a:ext uri="{FF2B5EF4-FFF2-40B4-BE49-F238E27FC236}">
                      <a16:creationId xmlns:a16="http://schemas.microsoft.com/office/drawing/2014/main" id="{713542FD-246B-FD7F-F160-FC62B5448AED}"/>
                    </a:ext>
                  </a:extLst>
                </p:cNvPr>
                <p:cNvSpPr txBox="1"/>
                <p:nvPr/>
              </p:nvSpPr>
              <p:spPr>
                <a:xfrm>
                  <a:off x="6382736" y="2523622"/>
                  <a:ext cx="1039812" cy="200055"/>
                </a:xfrm>
                <a:prstGeom prst="rect">
                  <a:avLst/>
                </a:prstGeom>
                <a:noFill/>
              </p:spPr>
              <p:txBody>
                <a:bodyPr wrap="square">
                  <a:spAutoFit/>
                </a:bodyPr>
                <a:lstStyle/>
                <a:p>
                  <a:r>
                    <a:rPr lang="en-US" sz="700" b="1" dirty="0">
                      <a:solidFill>
                        <a:schemeClr val="bg1">
                          <a:lumMod val="75000"/>
                        </a:schemeClr>
                      </a:solidFill>
                    </a:rPr>
                    <a:t>Since Last Run:</a:t>
                  </a:r>
                </a:p>
              </p:txBody>
            </p:sp>
          </p:grpSp>
          <p:sp>
            <p:nvSpPr>
              <p:cNvPr id="55" name="Rectangle: Rounded Corners 54">
                <a:extLst>
                  <a:ext uri="{FF2B5EF4-FFF2-40B4-BE49-F238E27FC236}">
                    <a16:creationId xmlns:a16="http://schemas.microsoft.com/office/drawing/2014/main" id="{22C38A2E-0E26-06DF-4596-37C6C33ED0BB}"/>
                  </a:ext>
                </a:extLst>
              </p:cNvPr>
              <p:cNvSpPr/>
              <p:nvPr/>
            </p:nvSpPr>
            <p:spPr>
              <a:xfrm>
                <a:off x="6402504" y="2432050"/>
                <a:ext cx="1039812" cy="622879"/>
              </a:xfrm>
              <a:prstGeom prst="roundRect">
                <a:avLst>
                  <a:gd name="adj" fmla="val 5508"/>
                </a:avLst>
              </a:prstGeom>
              <a:no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
        <p:nvSpPr>
          <p:cNvPr id="84" name="TextBox 83">
            <a:extLst>
              <a:ext uri="{FF2B5EF4-FFF2-40B4-BE49-F238E27FC236}">
                <a16:creationId xmlns:a16="http://schemas.microsoft.com/office/drawing/2014/main" id="{E058B2E9-1C46-9E8E-4BF0-EE1D3CB93924}"/>
              </a:ext>
            </a:extLst>
          </p:cNvPr>
          <p:cNvSpPr txBox="1"/>
          <p:nvPr/>
        </p:nvSpPr>
        <p:spPr>
          <a:xfrm>
            <a:off x="2354580" y="1077056"/>
            <a:ext cx="1170770" cy="646331"/>
          </a:xfrm>
          <a:prstGeom prst="rect">
            <a:avLst/>
          </a:prstGeom>
          <a:noFill/>
        </p:spPr>
        <p:txBody>
          <a:bodyPr wrap="square" rtlCol="0">
            <a:spAutoFit/>
          </a:bodyPr>
          <a:lstStyle/>
          <a:p>
            <a:pPr algn="r"/>
            <a:r>
              <a:rPr lang="en-US" sz="900" dirty="0">
                <a:solidFill>
                  <a:schemeClr val="bg1">
                    <a:lumMod val="65000"/>
                  </a:schemeClr>
                </a:solidFill>
              </a:rPr>
              <a:t>This is always a baseline by default second last run and latest run.</a:t>
            </a:r>
            <a:endParaRPr lang="en-IN" sz="900" dirty="0">
              <a:solidFill>
                <a:schemeClr val="bg1">
                  <a:lumMod val="65000"/>
                </a:schemeClr>
              </a:solidFill>
            </a:endParaRPr>
          </a:p>
        </p:txBody>
      </p:sp>
      <p:cxnSp>
        <p:nvCxnSpPr>
          <p:cNvPr id="86" name="Connector: Elbow 85">
            <a:extLst>
              <a:ext uri="{FF2B5EF4-FFF2-40B4-BE49-F238E27FC236}">
                <a16:creationId xmlns:a16="http://schemas.microsoft.com/office/drawing/2014/main" id="{75686738-2DD3-EBB6-DC3B-ACB572DCAF49}"/>
              </a:ext>
            </a:extLst>
          </p:cNvPr>
          <p:cNvCxnSpPr>
            <a:cxnSpLocks/>
            <a:stCxn id="84" idx="3"/>
          </p:cNvCxnSpPr>
          <p:nvPr/>
        </p:nvCxnSpPr>
        <p:spPr>
          <a:xfrm>
            <a:off x="3525350" y="1400222"/>
            <a:ext cx="753601" cy="49518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164B6D07-3463-408D-F0BB-50DBAEC1F91D}"/>
              </a:ext>
            </a:extLst>
          </p:cNvPr>
          <p:cNvSpPr txBox="1"/>
          <p:nvPr/>
        </p:nvSpPr>
        <p:spPr>
          <a:xfrm>
            <a:off x="2156460" y="4393993"/>
            <a:ext cx="1490083" cy="507831"/>
          </a:xfrm>
          <a:prstGeom prst="rect">
            <a:avLst/>
          </a:prstGeom>
          <a:noFill/>
        </p:spPr>
        <p:txBody>
          <a:bodyPr wrap="square" rtlCol="0">
            <a:spAutoFit/>
          </a:bodyPr>
          <a:lstStyle/>
          <a:p>
            <a:pPr algn="r"/>
            <a:r>
              <a:rPr lang="en-US" sz="900" dirty="0">
                <a:solidFill>
                  <a:schemeClr val="bg1">
                    <a:lumMod val="65000"/>
                  </a:schemeClr>
                </a:solidFill>
              </a:rPr>
              <a:t>Baseline selection option will be on first run till second last run.</a:t>
            </a:r>
            <a:endParaRPr lang="en-IN" sz="900" dirty="0">
              <a:solidFill>
                <a:schemeClr val="bg1">
                  <a:lumMod val="65000"/>
                </a:schemeClr>
              </a:solidFill>
            </a:endParaRPr>
          </a:p>
        </p:txBody>
      </p:sp>
      <p:cxnSp>
        <p:nvCxnSpPr>
          <p:cNvPr id="90" name="Connector: Elbow 89">
            <a:extLst>
              <a:ext uri="{FF2B5EF4-FFF2-40B4-BE49-F238E27FC236}">
                <a16:creationId xmlns:a16="http://schemas.microsoft.com/office/drawing/2014/main" id="{17D9AD03-962D-4D09-DD4F-7FD66B988082}"/>
              </a:ext>
            </a:extLst>
          </p:cNvPr>
          <p:cNvCxnSpPr>
            <a:cxnSpLocks/>
            <a:stCxn id="89" idx="3"/>
          </p:cNvCxnSpPr>
          <p:nvPr/>
        </p:nvCxnSpPr>
        <p:spPr>
          <a:xfrm>
            <a:off x="3646543" y="4647909"/>
            <a:ext cx="589240" cy="474306"/>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93" name="TextBox 92">
            <a:extLst>
              <a:ext uri="{FF2B5EF4-FFF2-40B4-BE49-F238E27FC236}">
                <a16:creationId xmlns:a16="http://schemas.microsoft.com/office/drawing/2014/main" id="{5E4BF7D3-07F1-1E4A-90D0-2312042C2200}"/>
              </a:ext>
            </a:extLst>
          </p:cNvPr>
          <p:cNvSpPr txBox="1"/>
          <p:nvPr/>
        </p:nvSpPr>
        <p:spPr>
          <a:xfrm>
            <a:off x="1800039" y="3224204"/>
            <a:ext cx="1725311" cy="507831"/>
          </a:xfrm>
          <a:prstGeom prst="rect">
            <a:avLst/>
          </a:prstGeom>
          <a:noFill/>
        </p:spPr>
        <p:txBody>
          <a:bodyPr wrap="square" rtlCol="0">
            <a:spAutoFit/>
          </a:bodyPr>
          <a:lstStyle/>
          <a:p>
            <a:pPr algn="r"/>
            <a:r>
              <a:rPr lang="en-US" sz="900" dirty="0">
                <a:solidFill>
                  <a:schemeClr val="bg1">
                    <a:lumMod val="65000"/>
                  </a:schemeClr>
                </a:solidFill>
              </a:rPr>
              <a:t>If no. of runs &gt;2 then baseline selection option will never be there in last run</a:t>
            </a:r>
            <a:endParaRPr lang="en-IN" sz="900" dirty="0">
              <a:solidFill>
                <a:schemeClr val="bg1">
                  <a:lumMod val="65000"/>
                </a:schemeClr>
              </a:solidFill>
            </a:endParaRPr>
          </a:p>
        </p:txBody>
      </p:sp>
      <p:cxnSp>
        <p:nvCxnSpPr>
          <p:cNvPr id="94" name="Connector: Elbow 93">
            <a:extLst>
              <a:ext uri="{FF2B5EF4-FFF2-40B4-BE49-F238E27FC236}">
                <a16:creationId xmlns:a16="http://schemas.microsoft.com/office/drawing/2014/main" id="{53072708-B16F-A93B-F7E9-4687AC6359C4}"/>
              </a:ext>
            </a:extLst>
          </p:cNvPr>
          <p:cNvCxnSpPr>
            <a:cxnSpLocks/>
            <a:stCxn id="93" idx="3"/>
          </p:cNvCxnSpPr>
          <p:nvPr/>
        </p:nvCxnSpPr>
        <p:spPr>
          <a:xfrm>
            <a:off x="3525350" y="3478120"/>
            <a:ext cx="745057" cy="313016"/>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97" name="TextBox 96">
            <a:extLst>
              <a:ext uri="{FF2B5EF4-FFF2-40B4-BE49-F238E27FC236}">
                <a16:creationId xmlns:a16="http://schemas.microsoft.com/office/drawing/2014/main" id="{14D52D3A-DA67-6DF0-9159-1976894E3237}"/>
              </a:ext>
            </a:extLst>
          </p:cNvPr>
          <p:cNvSpPr txBox="1"/>
          <p:nvPr/>
        </p:nvSpPr>
        <p:spPr>
          <a:xfrm>
            <a:off x="7969375" y="5994347"/>
            <a:ext cx="1725311" cy="369332"/>
          </a:xfrm>
          <a:prstGeom prst="rect">
            <a:avLst/>
          </a:prstGeom>
          <a:noFill/>
        </p:spPr>
        <p:txBody>
          <a:bodyPr wrap="square" rtlCol="0">
            <a:spAutoFit/>
          </a:bodyPr>
          <a:lstStyle/>
          <a:p>
            <a:r>
              <a:rPr lang="en-US" sz="900" dirty="0">
                <a:solidFill>
                  <a:schemeClr val="bg1">
                    <a:lumMod val="65000"/>
                  </a:schemeClr>
                </a:solidFill>
              </a:rPr>
              <a:t>Comparison block will not be there in 1</a:t>
            </a:r>
            <a:r>
              <a:rPr lang="en-US" sz="900" baseline="30000" dirty="0">
                <a:solidFill>
                  <a:schemeClr val="bg1">
                    <a:lumMod val="65000"/>
                  </a:schemeClr>
                </a:solidFill>
              </a:rPr>
              <a:t>st</a:t>
            </a:r>
            <a:r>
              <a:rPr lang="en-US" sz="900" dirty="0">
                <a:solidFill>
                  <a:schemeClr val="bg1">
                    <a:lumMod val="65000"/>
                  </a:schemeClr>
                </a:solidFill>
              </a:rPr>
              <a:t> run.</a:t>
            </a:r>
            <a:endParaRPr lang="en-IN" sz="900" dirty="0">
              <a:solidFill>
                <a:schemeClr val="bg1">
                  <a:lumMod val="65000"/>
                </a:schemeClr>
              </a:solidFill>
            </a:endParaRPr>
          </a:p>
        </p:txBody>
      </p:sp>
      <p:cxnSp>
        <p:nvCxnSpPr>
          <p:cNvPr id="98" name="Connector: Elbow 97">
            <a:extLst>
              <a:ext uri="{FF2B5EF4-FFF2-40B4-BE49-F238E27FC236}">
                <a16:creationId xmlns:a16="http://schemas.microsoft.com/office/drawing/2014/main" id="{A96D3337-7185-8A69-0749-ABDBC7A47A80}"/>
              </a:ext>
            </a:extLst>
          </p:cNvPr>
          <p:cNvCxnSpPr>
            <a:cxnSpLocks/>
            <a:stCxn id="97" idx="1"/>
          </p:cNvCxnSpPr>
          <p:nvPr/>
        </p:nvCxnSpPr>
        <p:spPr>
          <a:xfrm rot="10800000" flipV="1">
            <a:off x="7683501" y="6179013"/>
            <a:ext cx="285875" cy="255630"/>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grpSp>
        <p:nvGrpSpPr>
          <p:cNvPr id="135" name="Group 134">
            <a:extLst>
              <a:ext uri="{FF2B5EF4-FFF2-40B4-BE49-F238E27FC236}">
                <a16:creationId xmlns:a16="http://schemas.microsoft.com/office/drawing/2014/main" id="{BC50606D-165C-53DA-7D3B-658AC98523F6}"/>
              </a:ext>
            </a:extLst>
          </p:cNvPr>
          <p:cNvGrpSpPr/>
          <p:nvPr/>
        </p:nvGrpSpPr>
        <p:grpSpPr>
          <a:xfrm>
            <a:off x="4448468" y="1424940"/>
            <a:ext cx="3088860" cy="1380116"/>
            <a:chOff x="4448468" y="1470660"/>
            <a:chExt cx="3088860" cy="1380116"/>
          </a:xfrm>
        </p:grpSpPr>
        <p:cxnSp>
          <p:nvCxnSpPr>
            <p:cNvPr id="36" name="Straight Connector 35">
              <a:extLst>
                <a:ext uri="{FF2B5EF4-FFF2-40B4-BE49-F238E27FC236}">
                  <a16:creationId xmlns:a16="http://schemas.microsoft.com/office/drawing/2014/main" id="{9825F027-43E1-AEEC-92B5-0B3B6FC79757}"/>
                </a:ext>
              </a:extLst>
            </p:cNvPr>
            <p:cNvCxnSpPr/>
            <p:nvPr/>
          </p:nvCxnSpPr>
          <p:spPr>
            <a:xfrm>
              <a:off x="4545050" y="147066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37" name="Rectangle: Rounded Corners 36">
              <a:extLst>
                <a:ext uri="{FF2B5EF4-FFF2-40B4-BE49-F238E27FC236}">
                  <a16:creationId xmlns:a16="http://schemas.microsoft.com/office/drawing/2014/main" id="{93BF938A-4DD0-03B1-758A-4FD3B9E3B8FF}"/>
                </a:ext>
              </a:extLst>
            </p:cNvPr>
            <p:cNvSpPr/>
            <p:nvPr/>
          </p:nvSpPr>
          <p:spPr>
            <a:xfrm>
              <a:off x="4459126" y="1564852"/>
              <a:ext cx="3052218" cy="1285924"/>
            </a:xfrm>
            <a:prstGeom prst="roundRect">
              <a:avLst>
                <a:gd name="adj" fmla="val 5508"/>
              </a:avLst>
            </a:prstGeom>
            <a:solidFill>
              <a:schemeClr val="bg2">
                <a:lumMod val="10000"/>
              </a:schemeClr>
            </a:solidFill>
            <a:ln>
              <a:gradFill>
                <a:gsLst>
                  <a:gs pos="100000">
                    <a:schemeClr val="tx1">
                      <a:lumMod val="75000"/>
                      <a:lumOff val="25000"/>
                    </a:schemeClr>
                  </a:gs>
                  <a:gs pos="56000">
                    <a:srgbClr val="090909"/>
                  </a:gs>
                  <a:gs pos="0">
                    <a:srgbClr val="0070C0"/>
                  </a:gs>
                </a:gsLst>
                <a:lin ang="5400000" scaled="1"/>
              </a:gra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A5B8B942-D935-DF38-55CD-231DF932C08A}"/>
                </a:ext>
              </a:extLst>
            </p:cNvPr>
            <p:cNvSpPr txBox="1"/>
            <p:nvPr/>
          </p:nvSpPr>
          <p:spPr>
            <a:xfrm>
              <a:off x="4448468" y="1606658"/>
              <a:ext cx="1647532" cy="230832"/>
            </a:xfrm>
            <a:prstGeom prst="rect">
              <a:avLst/>
            </a:prstGeom>
            <a:noFill/>
          </p:spPr>
          <p:txBody>
            <a:bodyPr wrap="square">
              <a:spAutoFit/>
            </a:bodyPr>
            <a:lstStyle/>
            <a:p>
              <a:r>
                <a:rPr lang="en-US" sz="900" b="1" dirty="0">
                  <a:solidFill>
                    <a:srgbClr val="0070C0"/>
                  </a:solidFill>
                </a:rPr>
                <a:t>Decision Direction Till Date</a:t>
              </a:r>
            </a:p>
          </p:txBody>
        </p:sp>
        <p:sp>
          <p:nvSpPr>
            <p:cNvPr id="42" name="TextBox 41">
              <a:extLst>
                <a:ext uri="{FF2B5EF4-FFF2-40B4-BE49-F238E27FC236}">
                  <a16:creationId xmlns:a16="http://schemas.microsoft.com/office/drawing/2014/main" id="{E81E2990-536D-2974-D64A-FADF0A981AFB}"/>
                </a:ext>
              </a:extLst>
            </p:cNvPr>
            <p:cNvSpPr txBox="1"/>
            <p:nvPr/>
          </p:nvSpPr>
          <p:spPr>
            <a:xfrm>
              <a:off x="5117951" y="1795377"/>
              <a:ext cx="686584" cy="200055"/>
            </a:xfrm>
            <a:prstGeom prst="rect">
              <a:avLst/>
            </a:prstGeom>
            <a:noFill/>
          </p:spPr>
          <p:txBody>
            <a:bodyPr wrap="square">
              <a:spAutoFit/>
            </a:bodyPr>
            <a:lstStyle/>
            <a:p>
              <a:r>
                <a:rPr lang="en-US" sz="700" dirty="0">
                  <a:solidFill>
                    <a:schemeClr val="bg2">
                      <a:lumMod val="50000"/>
                    </a:schemeClr>
                  </a:solidFill>
                </a:rPr>
                <a:t>23 Sep 2025</a:t>
              </a:r>
            </a:p>
          </p:txBody>
        </p:sp>
        <p:sp>
          <p:nvSpPr>
            <p:cNvPr id="78" name="TextBox 77">
              <a:extLst>
                <a:ext uri="{FF2B5EF4-FFF2-40B4-BE49-F238E27FC236}">
                  <a16:creationId xmlns:a16="http://schemas.microsoft.com/office/drawing/2014/main" id="{7E40A9F1-982B-F3C1-F344-CEC011F421F9}"/>
                </a:ext>
              </a:extLst>
            </p:cNvPr>
            <p:cNvSpPr txBox="1"/>
            <p:nvPr/>
          </p:nvSpPr>
          <p:spPr>
            <a:xfrm>
              <a:off x="5971026" y="1795377"/>
              <a:ext cx="686584" cy="200055"/>
            </a:xfrm>
            <a:prstGeom prst="rect">
              <a:avLst/>
            </a:prstGeom>
            <a:noFill/>
          </p:spPr>
          <p:txBody>
            <a:bodyPr wrap="square">
              <a:spAutoFit/>
            </a:bodyPr>
            <a:lstStyle/>
            <a:p>
              <a:r>
                <a:rPr lang="en-US" sz="700" dirty="0">
                  <a:solidFill>
                    <a:schemeClr val="bg2">
                      <a:lumMod val="50000"/>
                    </a:schemeClr>
                  </a:solidFill>
                </a:rPr>
                <a:t>07 Nov 2025</a:t>
              </a:r>
            </a:p>
          </p:txBody>
        </p:sp>
        <p:sp>
          <p:nvSpPr>
            <p:cNvPr id="79" name="TextBox 78">
              <a:extLst>
                <a:ext uri="{FF2B5EF4-FFF2-40B4-BE49-F238E27FC236}">
                  <a16:creationId xmlns:a16="http://schemas.microsoft.com/office/drawing/2014/main" id="{85B1885D-7A95-0CD6-2ADA-B6AF243F58E2}"/>
                </a:ext>
              </a:extLst>
            </p:cNvPr>
            <p:cNvSpPr txBox="1"/>
            <p:nvPr/>
          </p:nvSpPr>
          <p:spPr>
            <a:xfrm>
              <a:off x="6808846" y="1795376"/>
              <a:ext cx="686584" cy="200055"/>
            </a:xfrm>
            <a:prstGeom prst="rect">
              <a:avLst/>
            </a:prstGeom>
            <a:noFill/>
          </p:spPr>
          <p:txBody>
            <a:bodyPr wrap="square">
              <a:spAutoFit/>
            </a:bodyPr>
            <a:lstStyle/>
            <a:p>
              <a:r>
                <a:rPr lang="en-US" sz="700" dirty="0">
                  <a:solidFill>
                    <a:schemeClr val="bg2">
                      <a:lumMod val="50000"/>
                    </a:schemeClr>
                  </a:solidFill>
                </a:rPr>
                <a:t>15 Jan 2026</a:t>
              </a:r>
            </a:p>
          </p:txBody>
        </p:sp>
        <p:cxnSp>
          <p:nvCxnSpPr>
            <p:cNvPr id="81" name="Straight Arrow Connector 80">
              <a:extLst>
                <a:ext uri="{FF2B5EF4-FFF2-40B4-BE49-F238E27FC236}">
                  <a16:creationId xmlns:a16="http://schemas.microsoft.com/office/drawing/2014/main" id="{AF740173-45C7-7342-E7E9-4C42868EA032}"/>
                </a:ext>
              </a:extLst>
            </p:cNvPr>
            <p:cNvCxnSpPr>
              <a:cxnSpLocks/>
              <a:stCxn id="42" idx="3"/>
              <a:endCxn id="78" idx="1"/>
            </p:cNvCxnSpPr>
            <p:nvPr/>
          </p:nvCxnSpPr>
          <p:spPr>
            <a:xfrm>
              <a:off x="5804535" y="1895405"/>
              <a:ext cx="166491" cy="0"/>
            </a:xfrm>
            <a:prstGeom prst="straightConnector1">
              <a:avLst/>
            </a:prstGeom>
            <a:ln>
              <a:solidFill>
                <a:schemeClr val="bg2">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8B1DFBC7-200E-FD39-27C0-8631A5AB8DEC}"/>
                </a:ext>
              </a:extLst>
            </p:cNvPr>
            <p:cNvCxnSpPr>
              <a:stCxn id="78" idx="3"/>
              <a:endCxn id="79" idx="1"/>
            </p:cNvCxnSpPr>
            <p:nvPr/>
          </p:nvCxnSpPr>
          <p:spPr>
            <a:xfrm flipV="1">
              <a:off x="6657610" y="1895404"/>
              <a:ext cx="151236" cy="1"/>
            </a:xfrm>
            <a:prstGeom prst="straightConnector1">
              <a:avLst/>
            </a:prstGeom>
            <a:ln>
              <a:solidFill>
                <a:schemeClr val="bg2">
                  <a:lumMod val="5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111" name="Group 110">
              <a:extLst>
                <a:ext uri="{FF2B5EF4-FFF2-40B4-BE49-F238E27FC236}">
                  <a16:creationId xmlns:a16="http://schemas.microsoft.com/office/drawing/2014/main" id="{4E914728-ADD4-570A-16E7-E075C9EDE022}"/>
                </a:ext>
              </a:extLst>
            </p:cNvPr>
            <p:cNvGrpSpPr/>
            <p:nvPr/>
          </p:nvGrpSpPr>
          <p:grpSpPr>
            <a:xfrm>
              <a:off x="4474686" y="2009255"/>
              <a:ext cx="711166" cy="495181"/>
              <a:chOff x="4474686" y="2009255"/>
              <a:chExt cx="711166" cy="495181"/>
            </a:xfrm>
          </p:grpSpPr>
          <p:sp>
            <p:nvSpPr>
              <p:cNvPr id="103" name="TextBox 102">
                <a:extLst>
                  <a:ext uri="{FF2B5EF4-FFF2-40B4-BE49-F238E27FC236}">
                    <a16:creationId xmlns:a16="http://schemas.microsoft.com/office/drawing/2014/main" id="{B2333C91-2E08-D9F4-FFFD-260A6E5760EF}"/>
                  </a:ext>
                </a:extLst>
              </p:cNvPr>
              <p:cNvSpPr txBox="1"/>
              <p:nvPr/>
            </p:nvSpPr>
            <p:spPr>
              <a:xfrm>
                <a:off x="4477469" y="2009255"/>
                <a:ext cx="445842" cy="184666"/>
              </a:xfrm>
              <a:prstGeom prst="rect">
                <a:avLst/>
              </a:prstGeom>
              <a:noFill/>
            </p:spPr>
            <p:txBody>
              <a:bodyPr wrap="square" rtlCol="0">
                <a:spAutoFit/>
              </a:bodyPr>
              <a:lstStyle/>
              <a:p>
                <a:r>
                  <a:rPr lang="en-US" sz="600" b="1" dirty="0">
                    <a:solidFill>
                      <a:schemeClr val="bg2">
                        <a:lumMod val="50000"/>
                      </a:schemeClr>
                    </a:solidFill>
                  </a:rPr>
                  <a:t>Risk </a:t>
                </a:r>
                <a:r>
                  <a:rPr lang="en-US" sz="600" b="1" dirty="0">
                    <a:solidFill>
                      <a:schemeClr val="bg2">
                        <a:lumMod val="50000"/>
                      </a:schemeClr>
                    </a:solidFill>
                    <a:sym typeface="Wingdings" panose="05000000000000000000" pitchFamily="2" charset="2"/>
                  </a:rPr>
                  <a:t></a:t>
                </a:r>
                <a:endParaRPr lang="en-US" sz="600" b="1" dirty="0">
                  <a:solidFill>
                    <a:schemeClr val="bg2">
                      <a:lumMod val="50000"/>
                    </a:schemeClr>
                  </a:solidFill>
                </a:endParaRPr>
              </a:p>
            </p:txBody>
          </p:sp>
          <p:sp>
            <p:nvSpPr>
              <p:cNvPr id="104" name="TextBox 103">
                <a:extLst>
                  <a:ext uri="{FF2B5EF4-FFF2-40B4-BE49-F238E27FC236}">
                    <a16:creationId xmlns:a16="http://schemas.microsoft.com/office/drawing/2014/main" id="{BF29A12E-1746-C6A7-2C31-8053DDEA0961}"/>
                  </a:ext>
                </a:extLst>
              </p:cNvPr>
              <p:cNvSpPr txBox="1"/>
              <p:nvPr/>
            </p:nvSpPr>
            <p:spPr>
              <a:xfrm>
                <a:off x="4477468" y="2166165"/>
                <a:ext cx="708384" cy="184666"/>
              </a:xfrm>
              <a:prstGeom prst="rect">
                <a:avLst/>
              </a:prstGeom>
              <a:noFill/>
            </p:spPr>
            <p:txBody>
              <a:bodyPr wrap="square" rtlCol="0">
                <a:spAutoFit/>
              </a:bodyPr>
              <a:lstStyle/>
              <a:p>
                <a:r>
                  <a:rPr lang="en-US" sz="600" b="1" dirty="0">
                    <a:solidFill>
                      <a:schemeClr val="bg2">
                        <a:lumMod val="50000"/>
                      </a:schemeClr>
                    </a:solidFill>
                  </a:rPr>
                  <a:t>Reversibility </a:t>
                </a:r>
                <a:r>
                  <a:rPr lang="en-US" sz="600" b="1" dirty="0">
                    <a:solidFill>
                      <a:schemeClr val="bg2">
                        <a:lumMod val="50000"/>
                      </a:schemeClr>
                    </a:solidFill>
                    <a:sym typeface="Wingdings" panose="05000000000000000000" pitchFamily="2" charset="2"/>
                  </a:rPr>
                  <a:t></a:t>
                </a:r>
                <a:endParaRPr lang="en-US" sz="600" b="1" dirty="0">
                  <a:solidFill>
                    <a:schemeClr val="bg2">
                      <a:lumMod val="50000"/>
                    </a:schemeClr>
                  </a:solidFill>
                </a:endParaRPr>
              </a:p>
            </p:txBody>
          </p:sp>
          <p:sp>
            <p:nvSpPr>
              <p:cNvPr id="105" name="TextBox 104">
                <a:extLst>
                  <a:ext uri="{FF2B5EF4-FFF2-40B4-BE49-F238E27FC236}">
                    <a16:creationId xmlns:a16="http://schemas.microsoft.com/office/drawing/2014/main" id="{E1739F19-2A07-FB19-3332-23C8014B2150}"/>
                  </a:ext>
                </a:extLst>
              </p:cNvPr>
              <p:cNvSpPr txBox="1"/>
              <p:nvPr/>
            </p:nvSpPr>
            <p:spPr>
              <a:xfrm>
                <a:off x="4485316" y="2319770"/>
                <a:ext cx="662947" cy="184666"/>
              </a:xfrm>
              <a:prstGeom prst="rect">
                <a:avLst/>
              </a:prstGeom>
              <a:noFill/>
            </p:spPr>
            <p:txBody>
              <a:bodyPr wrap="square" rtlCol="0">
                <a:spAutoFit/>
              </a:bodyPr>
              <a:lstStyle/>
              <a:p>
                <a:r>
                  <a:rPr lang="en-US" sz="600" b="1" dirty="0">
                    <a:solidFill>
                      <a:schemeClr val="bg2">
                        <a:lumMod val="50000"/>
                      </a:schemeClr>
                    </a:solidFill>
                  </a:rPr>
                  <a:t>Verdict </a:t>
                </a:r>
                <a:r>
                  <a:rPr lang="en-US" sz="600" b="1" dirty="0">
                    <a:solidFill>
                      <a:schemeClr val="bg2">
                        <a:lumMod val="50000"/>
                      </a:schemeClr>
                    </a:solidFill>
                    <a:sym typeface="Wingdings" panose="05000000000000000000" pitchFamily="2" charset="2"/>
                  </a:rPr>
                  <a:t></a:t>
                </a:r>
                <a:endParaRPr lang="en-US" sz="600" b="1" dirty="0">
                  <a:solidFill>
                    <a:schemeClr val="bg2">
                      <a:lumMod val="50000"/>
                    </a:schemeClr>
                  </a:solidFill>
                </a:endParaRPr>
              </a:p>
            </p:txBody>
          </p:sp>
          <p:pic>
            <p:nvPicPr>
              <p:cNvPr id="107" name="Graphic 106" descr="Caret Up with solid fill">
                <a:extLst>
                  <a:ext uri="{FF2B5EF4-FFF2-40B4-BE49-F238E27FC236}">
                    <a16:creationId xmlns:a16="http://schemas.microsoft.com/office/drawing/2014/main" id="{0BE396A5-A535-EF28-D538-2ECED0945F0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74686" y="2051388"/>
                <a:ext cx="89412" cy="89412"/>
              </a:xfrm>
              <a:prstGeom prst="rect">
                <a:avLst/>
              </a:prstGeom>
            </p:spPr>
          </p:pic>
          <p:pic>
            <p:nvPicPr>
              <p:cNvPr id="108" name="Graphic 107" descr="Gavel with solid fill">
                <a:extLst>
                  <a:ext uri="{FF2B5EF4-FFF2-40B4-BE49-F238E27FC236}">
                    <a16:creationId xmlns:a16="http://schemas.microsoft.com/office/drawing/2014/main" id="{53C3E42F-5D86-E890-E0DB-4BC85A8413B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90890" y="2375963"/>
                <a:ext cx="68441" cy="68441"/>
              </a:xfrm>
              <a:prstGeom prst="rect">
                <a:avLst/>
              </a:prstGeom>
            </p:spPr>
          </p:pic>
          <p:pic>
            <p:nvPicPr>
              <p:cNvPr id="110" name="Graphic 109" descr="Line arrow: Horizontal U-turn with solid fill">
                <a:extLst>
                  <a:ext uri="{FF2B5EF4-FFF2-40B4-BE49-F238E27FC236}">
                    <a16:creationId xmlns:a16="http://schemas.microsoft.com/office/drawing/2014/main" id="{3226A71C-35B4-42E5-B0A7-4696D5C1A63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490006" y="2207469"/>
                <a:ext cx="61990" cy="91694"/>
              </a:xfrm>
              <a:prstGeom prst="rect">
                <a:avLst/>
              </a:prstGeom>
            </p:spPr>
          </p:pic>
        </p:grpSp>
        <p:grpSp>
          <p:nvGrpSpPr>
            <p:cNvPr id="120" name="Group 119">
              <a:extLst>
                <a:ext uri="{FF2B5EF4-FFF2-40B4-BE49-F238E27FC236}">
                  <a16:creationId xmlns:a16="http://schemas.microsoft.com/office/drawing/2014/main" id="{BD946056-4E81-6F60-5C2E-B83DE79B4806}"/>
                </a:ext>
              </a:extLst>
            </p:cNvPr>
            <p:cNvGrpSpPr/>
            <p:nvPr/>
          </p:nvGrpSpPr>
          <p:grpSpPr>
            <a:xfrm>
              <a:off x="5143199" y="1992959"/>
              <a:ext cx="708384" cy="524370"/>
              <a:chOff x="5143199" y="1992959"/>
              <a:chExt cx="708384" cy="524370"/>
            </a:xfrm>
          </p:grpSpPr>
          <p:sp>
            <p:nvSpPr>
              <p:cNvPr id="117" name="TextBox 116">
                <a:extLst>
                  <a:ext uri="{FF2B5EF4-FFF2-40B4-BE49-F238E27FC236}">
                    <a16:creationId xmlns:a16="http://schemas.microsoft.com/office/drawing/2014/main" id="{A4991B30-2EBC-2C84-C069-BA4D54C529C7}"/>
                  </a:ext>
                </a:extLst>
              </p:cNvPr>
              <p:cNvSpPr txBox="1"/>
              <p:nvPr/>
            </p:nvSpPr>
            <p:spPr>
              <a:xfrm>
                <a:off x="5143199" y="1992959"/>
                <a:ext cx="387778" cy="184666"/>
              </a:xfrm>
              <a:prstGeom prst="rect">
                <a:avLst/>
              </a:prstGeom>
              <a:noFill/>
            </p:spPr>
            <p:txBody>
              <a:bodyPr wrap="square" rtlCol="0">
                <a:spAutoFit/>
              </a:bodyPr>
              <a:lstStyle/>
              <a:p>
                <a:r>
                  <a:rPr lang="en-US" sz="600" dirty="0">
                    <a:solidFill>
                      <a:schemeClr val="bg1"/>
                    </a:solidFill>
                  </a:rPr>
                  <a:t>11%</a:t>
                </a:r>
              </a:p>
            </p:txBody>
          </p:sp>
          <p:sp>
            <p:nvSpPr>
              <p:cNvPr id="118" name="TextBox 117">
                <a:extLst>
                  <a:ext uri="{FF2B5EF4-FFF2-40B4-BE49-F238E27FC236}">
                    <a16:creationId xmlns:a16="http://schemas.microsoft.com/office/drawing/2014/main" id="{52B8B987-3EAB-3D06-3767-59522C64E3A9}"/>
                  </a:ext>
                </a:extLst>
              </p:cNvPr>
              <p:cNvSpPr txBox="1"/>
              <p:nvPr/>
            </p:nvSpPr>
            <p:spPr>
              <a:xfrm>
                <a:off x="5143199" y="2171440"/>
                <a:ext cx="590752" cy="184666"/>
              </a:xfrm>
              <a:prstGeom prst="rect">
                <a:avLst/>
              </a:prstGeom>
              <a:noFill/>
            </p:spPr>
            <p:txBody>
              <a:bodyPr wrap="square" rtlCol="0">
                <a:spAutoFit/>
              </a:bodyPr>
              <a:lstStyle/>
              <a:p>
                <a:r>
                  <a:rPr lang="en-US" sz="600" dirty="0">
                    <a:solidFill>
                      <a:schemeClr val="bg1"/>
                    </a:solidFill>
                  </a:rPr>
                  <a:t>Medium</a:t>
                </a:r>
              </a:p>
            </p:txBody>
          </p:sp>
          <p:sp>
            <p:nvSpPr>
              <p:cNvPr id="119" name="TextBox 118">
                <a:extLst>
                  <a:ext uri="{FF2B5EF4-FFF2-40B4-BE49-F238E27FC236}">
                    <a16:creationId xmlns:a16="http://schemas.microsoft.com/office/drawing/2014/main" id="{7AC71F7D-D072-2802-9AC1-1F09C6181A72}"/>
                  </a:ext>
                </a:extLst>
              </p:cNvPr>
              <p:cNvSpPr txBox="1"/>
              <p:nvPr/>
            </p:nvSpPr>
            <p:spPr>
              <a:xfrm>
                <a:off x="5145019" y="2332663"/>
                <a:ext cx="706564" cy="184666"/>
              </a:xfrm>
              <a:prstGeom prst="rect">
                <a:avLst/>
              </a:prstGeom>
              <a:noFill/>
            </p:spPr>
            <p:txBody>
              <a:bodyPr wrap="square" rtlCol="0">
                <a:spAutoFit/>
              </a:bodyPr>
              <a:lstStyle/>
              <a:p>
                <a:r>
                  <a:rPr lang="en-US" sz="600" dirty="0">
                    <a:solidFill>
                      <a:schemeClr val="bg1"/>
                    </a:solidFill>
                  </a:rPr>
                  <a:t>Wait &amp; Watch</a:t>
                </a:r>
              </a:p>
            </p:txBody>
          </p:sp>
        </p:grpSp>
        <p:grpSp>
          <p:nvGrpSpPr>
            <p:cNvPr id="121" name="Group 120">
              <a:extLst>
                <a:ext uri="{FF2B5EF4-FFF2-40B4-BE49-F238E27FC236}">
                  <a16:creationId xmlns:a16="http://schemas.microsoft.com/office/drawing/2014/main" id="{D98C560B-833C-7293-2A33-6347B17396FE}"/>
                </a:ext>
              </a:extLst>
            </p:cNvPr>
            <p:cNvGrpSpPr/>
            <p:nvPr/>
          </p:nvGrpSpPr>
          <p:grpSpPr>
            <a:xfrm>
              <a:off x="6006665" y="1997551"/>
              <a:ext cx="708384" cy="524370"/>
              <a:chOff x="5143199" y="1992959"/>
              <a:chExt cx="708384" cy="524370"/>
            </a:xfrm>
          </p:grpSpPr>
          <p:sp>
            <p:nvSpPr>
              <p:cNvPr id="122" name="TextBox 121">
                <a:extLst>
                  <a:ext uri="{FF2B5EF4-FFF2-40B4-BE49-F238E27FC236}">
                    <a16:creationId xmlns:a16="http://schemas.microsoft.com/office/drawing/2014/main" id="{E6767E8D-F4E6-5489-C988-DA91122BA29D}"/>
                  </a:ext>
                </a:extLst>
              </p:cNvPr>
              <p:cNvSpPr txBox="1"/>
              <p:nvPr/>
            </p:nvSpPr>
            <p:spPr>
              <a:xfrm>
                <a:off x="5143199" y="1992959"/>
                <a:ext cx="387778" cy="184666"/>
              </a:xfrm>
              <a:prstGeom prst="rect">
                <a:avLst/>
              </a:prstGeom>
              <a:noFill/>
            </p:spPr>
            <p:txBody>
              <a:bodyPr wrap="square" rtlCol="0">
                <a:spAutoFit/>
              </a:bodyPr>
              <a:lstStyle/>
              <a:p>
                <a:r>
                  <a:rPr lang="en-US" sz="600" dirty="0">
                    <a:solidFill>
                      <a:schemeClr val="bg1"/>
                    </a:solidFill>
                  </a:rPr>
                  <a:t>-10%</a:t>
                </a:r>
              </a:p>
            </p:txBody>
          </p:sp>
          <p:sp>
            <p:nvSpPr>
              <p:cNvPr id="123" name="TextBox 122">
                <a:extLst>
                  <a:ext uri="{FF2B5EF4-FFF2-40B4-BE49-F238E27FC236}">
                    <a16:creationId xmlns:a16="http://schemas.microsoft.com/office/drawing/2014/main" id="{76E80992-F8AF-A203-4949-BCCC5E955554}"/>
                  </a:ext>
                </a:extLst>
              </p:cNvPr>
              <p:cNvSpPr txBox="1"/>
              <p:nvPr/>
            </p:nvSpPr>
            <p:spPr>
              <a:xfrm>
                <a:off x="5143199" y="2171440"/>
                <a:ext cx="387778" cy="184666"/>
              </a:xfrm>
              <a:prstGeom prst="rect">
                <a:avLst/>
              </a:prstGeom>
              <a:noFill/>
            </p:spPr>
            <p:txBody>
              <a:bodyPr wrap="square" rtlCol="0">
                <a:spAutoFit/>
              </a:bodyPr>
              <a:lstStyle/>
              <a:p>
                <a:r>
                  <a:rPr lang="en-US" sz="600" dirty="0">
                    <a:solidFill>
                      <a:schemeClr val="bg1"/>
                    </a:solidFill>
                  </a:rPr>
                  <a:t>High</a:t>
                </a:r>
              </a:p>
            </p:txBody>
          </p:sp>
          <p:sp>
            <p:nvSpPr>
              <p:cNvPr id="124" name="TextBox 123">
                <a:extLst>
                  <a:ext uri="{FF2B5EF4-FFF2-40B4-BE49-F238E27FC236}">
                    <a16:creationId xmlns:a16="http://schemas.microsoft.com/office/drawing/2014/main" id="{759327D6-A828-53D9-8F14-04952EDD14C8}"/>
                  </a:ext>
                </a:extLst>
              </p:cNvPr>
              <p:cNvSpPr txBox="1"/>
              <p:nvPr/>
            </p:nvSpPr>
            <p:spPr>
              <a:xfrm>
                <a:off x="5145019" y="2332663"/>
                <a:ext cx="706564" cy="184666"/>
              </a:xfrm>
              <a:prstGeom prst="rect">
                <a:avLst/>
              </a:prstGeom>
              <a:noFill/>
            </p:spPr>
            <p:txBody>
              <a:bodyPr wrap="square" rtlCol="0">
                <a:spAutoFit/>
              </a:bodyPr>
              <a:lstStyle/>
              <a:p>
                <a:r>
                  <a:rPr lang="en-US" sz="600" dirty="0">
                    <a:solidFill>
                      <a:schemeClr val="bg1"/>
                    </a:solidFill>
                  </a:rPr>
                  <a:t>Secured</a:t>
                </a:r>
              </a:p>
            </p:txBody>
          </p:sp>
        </p:grpSp>
        <p:grpSp>
          <p:nvGrpSpPr>
            <p:cNvPr id="125" name="Group 124">
              <a:extLst>
                <a:ext uri="{FF2B5EF4-FFF2-40B4-BE49-F238E27FC236}">
                  <a16:creationId xmlns:a16="http://schemas.microsoft.com/office/drawing/2014/main" id="{79A4927B-A851-43B7-9926-E95453FCAB74}"/>
                </a:ext>
              </a:extLst>
            </p:cNvPr>
            <p:cNvGrpSpPr/>
            <p:nvPr/>
          </p:nvGrpSpPr>
          <p:grpSpPr>
            <a:xfrm>
              <a:off x="6828944" y="1996975"/>
              <a:ext cx="708384" cy="524370"/>
              <a:chOff x="5143199" y="1992959"/>
              <a:chExt cx="708384" cy="524370"/>
            </a:xfrm>
          </p:grpSpPr>
          <p:sp>
            <p:nvSpPr>
              <p:cNvPr id="126" name="TextBox 125">
                <a:extLst>
                  <a:ext uri="{FF2B5EF4-FFF2-40B4-BE49-F238E27FC236}">
                    <a16:creationId xmlns:a16="http://schemas.microsoft.com/office/drawing/2014/main" id="{C1D8E1BD-54B7-9E0F-82E4-81457FAA13FA}"/>
                  </a:ext>
                </a:extLst>
              </p:cNvPr>
              <p:cNvSpPr txBox="1"/>
              <p:nvPr/>
            </p:nvSpPr>
            <p:spPr>
              <a:xfrm>
                <a:off x="5143199" y="1992959"/>
                <a:ext cx="387778" cy="184666"/>
              </a:xfrm>
              <a:prstGeom prst="rect">
                <a:avLst/>
              </a:prstGeom>
              <a:noFill/>
            </p:spPr>
            <p:txBody>
              <a:bodyPr wrap="square" rtlCol="0">
                <a:spAutoFit/>
              </a:bodyPr>
              <a:lstStyle/>
              <a:p>
                <a:r>
                  <a:rPr lang="en-US" sz="600" dirty="0">
                    <a:solidFill>
                      <a:schemeClr val="bg1"/>
                    </a:solidFill>
                  </a:rPr>
                  <a:t>+11%</a:t>
                </a:r>
              </a:p>
            </p:txBody>
          </p:sp>
          <p:sp>
            <p:nvSpPr>
              <p:cNvPr id="127" name="TextBox 126">
                <a:extLst>
                  <a:ext uri="{FF2B5EF4-FFF2-40B4-BE49-F238E27FC236}">
                    <a16:creationId xmlns:a16="http://schemas.microsoft.com/office/drawing/2014/main" id="{132F7CF8-8EFE-51C7-EEDA-BAFD5BC36B36}"/>
                  </a:ext>
                </a:extLst>
              </p:cNvPr>
              <p:cNvSpPr txBox="1"/>
              <p:nvPr/>
            </p:nvSpPr>
            <p:spPr>
              <a:xfrm>
                <a:off x="5143199" y="2171440"/>
                <a:ext cx="387778" cy="184666"/>
              </a:xfrm>
              <a:prstGeom prst="rect">
                <a:avLst/>
              </a:prstGeom>
              <a:noFill/>
            </p:spPr>
            <p:txBody>
              <a:bodyPr wrap="square" rtlCol="0">
                <a:spAutoFit/>
              </a:bodyPr>
              <a:lstStyle/>
              <a:p>
                <a:r>
                  <a:rPr lang="en-US" sz="600" dirty="0">
                    <a:solidFill>
                      <a:schemeClr val="bg1"/>
                    </a:solidFill>
                  </a:rPr>
                  <a:t>Low</a:t>
                </a:r>
              </a:p>
            </p:txBody>
          </p:sp>
          <p:sp>
            <p:nvSpPr>
              <p:cNvPr id="128" name="TextBox 127">
                <a:extLst>
                  <a:ext uri="{FF2B5EF4-FFF2-40B4-BE49-F238E27FC236}">
                    <a16:creationId xmlns:a16="http://schemas.microsoft.com/office/drawing/2014/main" id="{F1B8C1B6-6FEE-6387-2E1B-51FB85A34FF2}"/>
                  </a:ext>
                </a:extLst>
              </p:cNvPr>
              <p:cNvSpPr txBox="1"/>
              <p:nvPr/>
            </p:nvSpPr>
            <p:spPr>
              <a:xfrm>
                <a:off x="5145019" y="2332663"/>
                <a:ext cx="706564" cy="184666"/>
              </a:xfrm>
              <a:prstGeom prst="rect">
                <a:avLst/>
              </a:prstGeom>
              <a:noFill/>
            </p:spPr>
            <p:txBody>
              <a:bodyPr wrap="square" rtlCol="0">
                <a:spAutoFit/>
              </a:bodyPr>
              <a:lstStyle/>
              <a:p>
                <a:r>
                  <a:rPr lang="en-US" sz="600" dirty="0">
                    <a:solidFill>
                      <a:schemeClr val="bg1"/>
                    </a:solidFill>
                  </a:rPr>
                  <a:t>Secured</a:t>
                </a:r>
              </a:p>
            </p:txBody>
          </p:sp>
        </p:grpSp>
        <p:sp>
          <p:nvSpPr>
            <p:cNvPr id="129" name="Rectangle 128">
              <a:extLst>
                <a:ext uri="{FF2B5EF4-FFF2-40B4-BE49-F238E27FC236}">
                  <a16:creationId xmlns:a16="http://schemas.microsoft.com/office/drawing/2014/main" id="{326441A7-BA63-6CB9-97B0-7D11E62DD93F}"/>
                </a:ext>
              </a:extLst>
            </p:cNvPr>
            <p:cNvSpPr/>
            <p:nvPr/>
          </p:nvSpPr>
          <p:spPr>
            <a:xfrm>
              <a:off x="4526596" y="2566125"/>
              <a:ext cx="2913940" cy="236250"/>
            </a:xfrm>
            <a:prstGeom prst="rect">
              <a:avLst/>
            </a:prstGeom>
            <a:gradFill flip="none" rotWithShape="1">
              <a:gsLst>
                <a:gs pos="56000">
                  <a:srgbClr val="004376"/>
                </a:gs>
                <a:gs pos="0">
                  <a:srgbClr val="171717"/>
                </a:gs>
                <a:gs pos="100000">
                  <a:srgbClr val="171717"/>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rPr>
                <a:t>Net position stable despite short-term fluctuation.</a:t>
              </a:r>
              <a:endParaRPr lang="en-IN" sz="800" dirty="0">
                <a:solidFill>
                  <a:schemeClr val="bg1"/>
                </a:solidFill>
              </a:endParaRPr>
            </a:p>
          </p:txBody>
        </p:sp>
      </p:grpSp>
      <p:sp>
        <p:nvSpPr>
          <p:cNvPr id="130" name="TextBox 129">
            <a:extLst>
              <a:ext uri="{FF2B5EF4-FFF2-40B4-BE49-F238E27FC236}">
                <a16:creationId xmlns:a16="http://schemas.microsoft.com/office/drawing/2014/main" id="{C1B11916-CCBD-8551-71E0-A1C01A8262BF}"/>
              </a:ext>
            </a:extLst>
          </p:cNvPr>
          <p:cNvSpPr txBox="1"/>
          <p:nvPr/>
        </p:nvSpPr>
        <p:spPr>
          <a:xfrm>
            <a:off x="1729042" y="2459824"/>
            <a:ext cx="1790294" cy="507831"/>
          </a:xfrm>
          <a:prstGeom prst="rect">
            <a:avLst/>
          </a:prstGeom>
          <a:noFill/>
        </p:spPr>
        <p:txBody>
          <a:bodyPr wrap="square" rtlCol="0">
            <a:spAutoFit/>
          </a:bodyPr>
          <a:lstStyle/>
          <a:p>
            <a:pPr algn="r"/>
            <a:r>
              <a:rPr lang="en-US" sz="900" dirty="0">
                <a:solidFill>
                  <a:schemeClr val="bg1">
                    <a:lumMod val="65000"/>
                  </a:schemeClr>
                </a:solidFill>
              </a:rPr>
              <a:t>This is an interpretation statement by AI. It will scroll continuously.</a:t>
            </a:r>
            <a:endParaRPr lang="en-IN" sz="900" dirty="0">
              <a:solidFill>
                <a:schemeClr val="bg1">
                  <a:lumMod val="65000"/>
                </a:schemeClr>
              </a:solidFill>
            </a:endParaRPr>
          </a:p>
        </p:txBody>
      </p:sp>
      <p:cxnSp>
        <p:nvCxnSpPr>
          <p:cNvPr id="131" name="Connector: Elbow 130">
            <a:extLst>
              <a:ext uri="{FF2B5EF4-FFF2-40B4-BE49-F238E27FC236}">
                <a16:creationId xmlns:a16="http://schemas.microsoft.com/office/drawing/2014/main" id="{C4AE337F-428C-F84F-A387-12A384412400}"/>
              </a:ext>
            </a:extLst>
          </p:cNvPr>
          <p:cNvCxnSpPr>
            <a:cxnSpLocks/>
            <a:stCxn id="130" idx="3"/>
          </p:cNvCxnSpPr>
          <p:nvPr/>
        </p:nvCxnSpPr>
        <p:spPr>
          <a:xfrm flipV="1">
            <a:off x="3519336" y="2657190"/>
            <a:ext cx="740050" cy="56550"/>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2A12116D-68C2-34DE-6618-03232AC726F9}"/>
              </a:ext>
            </a:extLst>
          </p:cNvPr>
          <p:cNvSpPr/>
          <p:nvPr/>
        </p:nvSpPr>
        <p:spPr>
          <a:xfrm>
            <a:off x="5461689" y="2900683"/>
            <a:ext cx="1116417" cy="268358"/>
          </a:xfrm>
          <a:prstGeom prst="roundRect">
            <a:avLst>
              <a:gd name="adj" fmla="val 28603"/>
            </a:avLst>
          </a:prstGeom>
          <a:ln/>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solidFill>
                  <a:schemeClr val="bg1"/>
                </a:solidFill>
              </a:rPr>
              <a:t>Re-Run</a:t>
            </a:r>
            <a:endParaRPr lang="en-IN" sz="1000" dirty="0">
              <a:solidFill>
                <a:schemeClr val="bg1"/>
              </a:solidFill>
            </a:endParaRPr>
          </a:p>
        </p:txBody>
      </p:sp>
    </p:spTree>
    <p:extLst>
      <p:ext uri="{BB962C8B-B14F-4D97-AF65-F5344CB8AC3E}">
        <p14:creationId xmlns:p14="http://schemas.microsoft.com/office/powerpoint/2010/main" val="10026487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F7B12-4A99-29FB-2B0E-07D54455C6EB}"/>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E49A3EF0-1FB6-77B8-F7A4-219F6F6B359A}"/>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32AE714D-207A-B3C3-AA37-239A1027CF0B}"/>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5B4F116A-549A-A2D6-C48C-45CF7AF811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5864AD48-5E48-9D27-43FE-D051117B467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grpSp>
        <p:nvGrpSpPr>
          <p:cNvPr id="7" name="Group 6">
            <a:extLst>
              <a:ext uri="{FF2B5EF4-FFF2-40B4-BE49-F238E27FC236}">
                <a16:creationId xmlns:a16="http://schemas.microsoft.com/office/drawing/2014/main" id="{6802F46D-B241-2E58-E080-B1B0A4BA20CB}"/>
              </a:ext>
            </a:extLst>
          </p:cNvPr>
          <p:cNvGrpSpPr/>
          <p:nvPr/>
        </p:nvGrpSpPr>
        <p:grpSpPr>
          <a:xfrm>
            <a:off x="4516548" y="900133"/>
            <a:ext cx="2019595" cy="253916"/>
            <a:chOff x="4516548" y="900133"/>
            <a:chExt cx="2019595" cy="253916"/>
          </a:xfrm>
        </p:grpSpPr>
        <p:sp>
          <p:nvSpPr>
            <p:cNvPr id="5" name="TextBox 4">
              <a:extLst>
                <a:ext uri="{FF2B5EF4-FFF2-40B4-BE49-F238E27FC236}">
                  <a16:creationId xmlns:a16="http://schemas.microsoft.com/office/drawing/2014/main" id="{397FA72F-1046-F316-D532-B770B8C3F808}"/>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My Records</a:t>
              </a:r>
              <a:endParaRPr lang="en-IN" sz="1050" b="1" dirty="0">
                <a:solidFill>
                  <a:srgbClr val="EE7723"/>
                </a:solidFill>
              </a:endParaRPr>
            </a:p>
          </p:txBody>
        </p:sp>
        <p:pic>
          <p:nvPicPr>
            <p:cNvPr id="6" name="Graphic 5" descr="Address Book outline">
              <a:extLst>
                <a:ext uri="{FF2B5EF4-FFF2-40B4-BE49-F238E27FC236}">
                  <a16:creationId xmlns:a16="http://schemas.microsoft.com/office/drawing/2014/main" id="{465EF8CF-B124-7C54-3DDB-89809C15D07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16548" y="931803"/>
              <a:ext cx="190575" cy="190575"/>
            </a:xfrm>
            <a:prstGeom prst="rect">
              <a:avLst/>
            </a:prstGeom>
          </p:spPr>
        </p:pic>
      </p:grpSp>
      <p:sp>
        <p:nvSpPr>
          <p:cNvPr id="8" name="TextBox 7">
            <a:extLst>
              <a:ext uri="{FF2B5EF4-FFF2-40B4-BE49-F238E27FC236}">
                <a16:creationId xmlns:a16="http://schemas.microsoft.com/office/drawing/2014/main" id="{793BA5DE-5310-9D6D-A6A6-CB1B3768EA1A}"/>
              </a:ext>
            </a:extLst>
          </p:cNvPr>
          <p:cNvSpPr txBox="1"/>
          <p:nvPr/>
        </p:nvSpPr>
        <p:spPr>
          <a:xfrm>
            <a:off x="7259503" y="873429"/>
            <a:ext cx="264073" cy="246221"/>
          </a:xfrm>
          <a:prstGeom prst="rect">
            <a:avLst/>
          </a:prstGeom>
          <a:noFill/>
        </p:spPr>
        <p:txBody>
          <a:bodyPr wrap="square" rtlCol="0">
            <a:spAutoFit/>
          </a:bodyPr>
          <a:lstStyle/>
          <a:p>
            <a:r>
              <a:rPr lang="en-US" sz="1000" b="1" dirty="0">
                <a:solidFill>
                  <a:schemeClr val="bg1">
                    <a:lumMod val="75000"/>
                  </a:schemeClr>
                </a:solidFill>
              </a:rPr>
              <a:t>…</a:t>
            </a:r>
            <a:endParaRPr lang="en-IN" sz="1000" b="1" dirty="0">
              <a:solidFill>
                <a:schemeClr val="bg1">
                  <a:lumMod val="75000"/>
                </a:schemeClr>
              </a:solidFill>
            </a:endParaRPr>
          </a:p>
        </p:txBody>
      </p:sp>
      <p:pic>
        <p:nvPicPr>
          <p:cNvPr id="9" name="Graphic 8" descr="Shield Tick outline">
            <a:extLst>
              <a:ext uri="{FF2B5EF4-FFF2-40B4-BE49-F238E27FC236}">
                <a16:creationId xmlns:a16="http://schemas.microsoft.com/office/drawing/2014/main" id="{5D1CF16F-CC82-9AA7-6E5C-BF9E1F4DA09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34620" y="1216726"/>
            <a:ext cx="159661" cy="159661"/>
          </a:xfrm>
          <a:prstGeom prst="rect">
            <a:avLst/>
          </a:prstGeom>
        </p:spPr>
      </p:pic>
      <p:sp>
        <p:nvSpPr>
          <p:cNvPr id="10" name="TextBox 9">
            <a:extLst>
              <a:ext uri="{FF2B5EF4-FFF2-40B4-BE49-F238E27FC236}">
                <a16:creationId xmlns:a16="http://schemas.microsoft.com/office/drawing/2014/main" id="{3CBEE0FE-AC31-DEA5-0F00-79C70051448C}"/>
              </a:ext>
            </a:extLst>
          </p:cNvPr>
          <p:cNvSpPr txBox="1"/>
          <p:nvPr/>
        </p:nvSpPr>
        <p:spPr>
          <a:xfrm>
            <a:off x="4734195" y="1192459"/>
            <a:ext cx="1801948" cy="215444"/>
          </a:xfrm>
          <a:prstGeom prst="rect">
            <a:avLst/>
          </a:prstGeom>
          <a:noFill/>
        </p:spPr>
        <p:txBody>
          <a:bodyPr wrap="square" rtlCol="0">
            <a:spAutoFit/>
          </a:bodyPr>
          <a:lstStyle/>
          <a:p>
            <a:r>
              <a:rPr lang="en-US" sz="800" b="1" dirty="0">
                <a:solidFill>
                  <a:schemeClr val="bg1">
                    <a:lumMod val="75000"/>
                  </a:schemeClr>
                </a:solidFill>
              </a:rPr>
              <a:t>Check Job Safety</a:t>
            </a:r>
            <a:endParaRPr lang="en-IN" sz="800" b="1" dirty="0">
              <a:solidFill>
                <a:schemeClr val="bg1">
                  <a:lumMod val="75000"/>
                </a:schemeClr>
              </a:solidFill>
            </a:endParaRPr>
          </a:p>
        </p:txBody>
      </p:sp>
      <p:grpSp>
        <p:nvGrpSpPr>
          <p:cNvPr id="47" name="Group 46">
            <a:extLst>
              <a:ext uri="{FF2B5EF4-FFF2-40B4-BE49-F238E27FC236}">
                <a16:creationId xmlns:a16="http://schemas.microsoft.com/office/drawing/2014/main" id="{6CD1DDDC-CC8E-994B-4C5B-F7928E477AE1}"/>
              </a:ext>
            </a:extLst>
          </p:cNvPr>
          <p:cNvGrpSpPr/>
          <p:nvPr/>
        </p:nvGrpSpPr>
        <p:grpSpPr>
          <a:xfrm>
            <a:off x="4459126" y="3339934"/>
            <a:ext cx="3055776" cy="1231555"/>
            <a:chOff x="4459126" y="5387809"/>
            <a:chExt cx="3055776" cy="1231555"/>
          </a:xfrm>
        </p:grpSpPr>
        <p:sp>
          <p:nvSpPr>
            <p:cNvPr id="12" name="Rectangle: Rounded Corners 11">
              <a:extLst>
                <a:ext uri="{FF2B5EF4-FFF2-40B4-BE49-F238E27FC236}">
                  <a16:creationId xmlns:a16="http://schemas.microsoft.com/office/drawing/2014/main" id="{3B7B775B-E86F-D3C4-D9B7-50018CD28CED}"/>
                </a:ext>
              </a:extLst>
            </p:cNvPr>
            <p:cNvSpPr/>
            <p:nvPr/>
          </p:nvSpPr>
          <p:spPr>
            <a:xfrm>
              <a:off x="4459126" y="5387809"/>
              <a:ext cx="3055776" cy="1231555"/>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13" name="Rectangle: Rounded Corners 12">
              <a:extLst>
                <a:ext uri="{FF2B5EF4-FFF2-40B4-BE49-F238E27FC236}">
                  <a16:creationId xmlns:a16="http://schemas.microsoft.com/office/drawing/2014/main" id="{C14B9ADB-DEB2-253D-5E31-E258F5DAC402}"/>
                </a:ext>
              </a:extLst>
            </p:cNvPr>
            <p:cNvSpPr/>
            <p:nvPr/>
          </p:nvSpPr>
          <p:spPr>
            <a:xfrm>
              <a:off x="4510011" y="5426219"/>
              <a:ext cx="2955925" cy="1134273"/>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14" name="TextBox 13">
              <a:extLst>
                <a:ext uri="{FF2B5EF4-FFF2-40B4-BE49-F238E27FC236}">
                  <a16:creationId xmlns:a16="http://schemas.microsoft.com/office/drawing/2014/main" id="{07555D98-4053-8325-42E3-10346647BA26}"/>
                </a:ext>
              </a:extLst>
            </p:cNvPr>
            <p:cNvSpPr txBox="1"/>
            <p:nvPr/>
          </p:nvSpPr>
          <p:spPr>
            <a:xfrm>
              <a:off x="4532948" y="5486516"/>
              <a:ext cx="2581030" cy="692497"/>
            </a:xfrm>
            <a:prstGeom prst="rect">
              <a:avLst/>
            </a:prstGeom>
            <a:noFill/>
          </p:spPr>
          <p:txBody>
            <a:bodyPr wrap="square" rtlCol="0">
              <a:spAutoFit/>
            </a:bodyPr>
            <a:lstStyle/>
            <a:p>
              <a:pPr>
                <a:spcAft>
                  <a:spcPts val="600"/>
                </a:spcAft>
              </a:pPr>
              <a:r>
                <a:rPr lang="en-US" sz="1000" dirty="0">
                  <a:solidFill>
                    <a:schemeClr val="bg1">
                      <a:lumMod val="95000"/>
                    </a:schemeClr>
                  </a:solidFill>
                </a:rPr>
                <a:t>“I am worried that AI or automation may affect my role soon.”</a:t>
              </a:r>
            </a:p>
            <a:p>
              <a:pPr>
                <a:spcAft>
                  <a:spcPts val="600"/>
                </a:spcAft>
              </a:pPr>
              <a:r>
                <a:rPr lang="en-US" sz="700" dirty="0">
                  <a:solidFill>
                    <a:schemeClr val="bg1">
                      <a:lumMod val="75000"/>
                    </a:schemeClr>
                  </a:solidFill>
                </a:rPr>
                <a:t>Date </a:t>
              </a:r>
              <a:r>
                <a:rPr lang="en-US" sz="700" dirty="0">
                  <a:solidFill>
                    <a:schemeClr val="bg1"/>
                  </a:solidFill>
                </a:rPr>
                <a:t>23 Sep 2025 </a:t>
              </a:r>
              <a:r>
                <a:rPr lang="en-US" sz="700" dirty="0">
                  <a:solidFill>
                    <a:schemeClr val="bg1">
                      <a:lumMod val="75000"/>
                    </a:schemeClr>
                  </a:solidFill>
                </a:rPr>
                <a:t>| Duration </a:t>
              </a:r>
              <a:r>
                <a:rPr lang="en-US" sz="700" dirty="0">
                  <a:solidFill>
                    <a:schemeClr val="bg1"/>
                  </a:solidFill>
                </a:rPr>
                <a:t>00:08:02</a:t>
              </a:r>
              <a:br>
                <a:rPr lang="en-US" sz="700" dirty="0">
                  <a:solidFill>
                    <a:schemeClr val="bg1">
                      <a:lumMod val="75000"/>
                    </a:schemeClr>
                  </a:solidFill>
                </a:rPr>
              </a:br>
              <a:r>
                <a:rPr lang="en-US" sz="700" dirty="0">
                  <a:solidFill>
                    <a:schemeClr val="bg1">
                      <a:lumMod val="50000"/>
                    </a:schemeClr>
                  </a:solidFill>
                </a:rPr>
                <a:t>Verdict: </a:t>
              </a:r>
              <a:r>
                <a:rPr lang="en-US" sz="700" dirty="0">
                  <a:solidFill>
                    <a:schemeClr val="bg1"/>
                  </a:solidFill>
                </a:rPr>
                <a:t>Wait &amp; Watch</a:t>
              </a:r>
            </a:p>
          </p:txBody>
        </p:sp>
        <p:grpSp>
          <p:nvGrpSpPr>
            <p:cNvPr id="15" name="Group 14">
              <a:extLst>
                <a:ext uri="{FF2B5EF4-FFF2-40B4-BE49-F238E27FC236}">
                  <a16:creationId xmlns:a16="http://schemas.microsoft.com/office/drawing/2014/main" id="{F3A39B56-61DF-862C-886B-0A405F1C29DA}"/>
                </a:ext>
              </a:extLst>
            </p:cNvPr>
            <p:cNvGrpSpPr/>
            <p:nvPr/>
          </p:nvGrpSpPr>
          <p:grpSpPr>
            <a:xfrm>
              <a:off x="7183136" y="5576358"/>
              <a:ext cx="177231" cy="178020"/>
              <a:chOff x="7149875" y="1745957"/>
              <a:chExt cx="177231" cy="178020"/>
            </a:xfrm>
          </p:grpSpPr>
          <p:sp>
            <p:nvSpPr>
              <p:cNvPr id="28" name="Oval 27">
                <a:extLst>
                  <a:ext uri="{FF2B5EF4-FFF2-40B4-BE49-F238E27FC236}">
                    <a16:creationId xmlns:a16="http://schemas.microsoft.com/office/drawing/2014/main" id="{EF0AD3AC-857D-3C32-2807-8906FD821354}"/>
                  </a:ext>
                </a:extLst>
              </p:cNvPr>
              <p:cNvSpPr/>
              <p:nvPr/>
            </p:nvSpPr>
            <p:spPr>
              <a:xfrm>
                <a:off x="7149875" y="1745957"/>
                <a:ext cx="177231" cy="178020"/>
              </a:xfrm>
              <a:prstGeom prst="ellipse">
                <a:avLst/>
              </a:prstGeom>
              <a:ln w="6350">
                <a:solidFill>
                  <a:schemeClr val="bg1">
                    <a:lumMod val="7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5" name="Arrow: Right 34">
                <a:extLst>
                  <a:ext uri="{FF2B5EF4-FFF2-40B4-BE49-F238E27FC236}">
                    <a16:creationId xmlns:a16="http://schemas.microsoft.com/office/drawing/2014/main" id="{893C388D-E4E3-E69A-B9C6-F354C7C759DE}"/>
                  </a:ext>
                </a:extLst>
              </p:cNvPr>
              <p:cNvSpPr/>
              <p:nvPr/>
            </p:nvSpPr>
            <p:spPr>
              <a:xfrm>
                <a:off x="7207650" y="1793941"/>
                <a:ext cx="75144" cy="87949"/>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46" name="Group 45">
              <a:extLst>
                <a:ext uri="{FF2B5EF4-FFF2-40B4-BE49-F238E27FC236}">
                  <a16:creationId xmlns:a16="http://schemas.microsoft.com/office/drawing/2014/main" id="{3464A51C-B8CD-7586-E3F8-A7725935A4AE}"/>
                </a:ext>
              </a:extLst>
            </p:cNvPr>
            <p:cNvGrpSpPr/>
            <p:nvPr/>
          </p:nvGrpSpPr>
          <p:grpSpPr>
            <a:xfrm>
              <a:off x="4624677" y="6375333"/>
              <a:ext cx="1138757" cy="184666"/>
              <a:chOff x="4624677" y="6375333"/>
              <a:chExt cx="1138757" cy="184666"/>
            </a:xfrm>
          </p:grpSpPr>
          <p:sp>
            <p:nvSpPr>
              <p:cNvPr id="43" name="Rectangle: Rounded Corners 42">
                <a:extLst>
                  <a:ext uri="{FF2B5EF4-FFF2-40B4-BE49-F238E27FC236}">
                    <a16:creationId xmlns:a16="http://schemas.microsoft.com/office/drawing/2014/main" id="{85BD6E3F-95F8-2556-ACFA-CAA4518AAC87}"/>
                  </a:ext>
                </a:extLst>
              </p:cNvPr>
              <p:cNvSpPr/>
              <p:nvPr/>
            </p:nvSpPr>
            <p:spPr>
              <a:xfrm>
                <a:off x="4624677" y="6434643"/>
                <a:ext cx="69604" cy="66047"/>
              </a:xfrm>
              <a:prstGeom prst="roundRect">
                <a:avLst>
                  <a:gd name="adj" fmla="val 50000"/>
                </a:avLst>
              </a:prstGeom>
              <a:solidFill>
                <a:schemeClr val="bg1">
                  <a:lumMod val="65000"/>
                </a:schemeClr>
              </a:solidFill>
              <a:ln>
                <a:solidFill>
                  <a:schemeClr val="bg2">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TextBox 43">
                <a:extLst>
                  <a:ext uri="{FF2B5EF4-FFF2-40B4-BE49-F238E27FC236}">
                    <a16:creationId xmlns:a16="http://schemas.microsoft.com/office/drawing/2014/main" id="{8AEF2EC8-D87B-4763-F83E-713E51A78FE8}"/>
                  </a:ext>
                </a:extLst>
              </p:cNvPr>
              <p:cNvSpPr txBox="1"/>
              <p:nvPr/>
            </p:nvSpPr>
            <p:spPr>
              <a:xfrm>
                <a:off x="4665900" y="6375333"/>
                <a:ext cx="1097534" cy="184666"/>
              </a:xfrm>
              <a:prstGeom prst="rect">
                <a:avLst/>
              </a:prstGeom>
              <a:noFill/>
            </p:spPr>
            <p:txBody>
              <a:bodyPr wrap="square" rtlCol="0">
                <a:spAutoFit/>
              </a:bodyPr>
              <a:lstStyle/>
              <a:p>
                <a:r>
                  <a:rPr lang="en-US" sz="600" dirty="0">
                    <a:solidFill>
                      <a:schemeClr val="bg1">
                        <a:lumMod val="75000"/>
                      </a:schemeClr>
                    </a:solidFill>
                  </a:rPr>
                  <a:t>This is baseline</a:t>
                </a:r>
              </a:p>
            </p:txBody>
          </p:sp>
        </p:grpSp>
      </p:grpSp>
      <p:sp>
        <p:nvSpPr>
          <p:cNvPr id="84" name="TextBox 83">
            <a:extLst>
              <a:ext uri="{FF2B5EF4-FFF2-40B4-BE49-F238E27FC236}">
                <a16:creationId xmlns:a16="http://schemas.microsoft.com/office/drawing/2014/main" id="{2556B9F0-97C9-D2AD-0A2E-5068B879B251}"/>
              </a:ext>
            </a:extLst>
          </p:cNvPr>
          <p:cNvSpPr txBox="1"/>
          <p:nvPr/>
        </p:nvSpPr>
        <p:spPr>
          <a:xfrm>
            <a:off x="2354580" y="1077056"/>
            <a:ext cx="1170770" cy="507831"/>
          </a:xfrm>
          <a:prstGeom prst="rect">
            <a:avLst/>
          </a:prstGeom>
          <a:noFill/>
        </p:spPr>
        <p:txBody>
          <a:bodyPr wrap="square" rtlCol="0">
            <a:spAutoFit/>
          </a:bodyPr>
          <a:lstStyle/>
          <a:p>
            <a:pPr algn="r"/>
            <a:r>
              <a:rPr lang="en-US" sz="900" dirty="0">
                <a:solidFill>
                  <a:schemeClr val="bg1">
                    <a:lumMod val="65000"/>
                  </a:schemeClr>
                </a:solidFill>
              </a:rPr>
              <a:t>This is to show when user will have only 1 run</a:t>
            </a:r>
            <a:endParaRPr lang="en-IN" sz="900" dirty="0">
              <a:solidFill>
                <a:schemeClr val="bg1">
                  <a:lumMod val="65000"/>
                </a:schemeClr>
              </a:solidFill>
            </a:endParaRPr>
          </a:p>
        </p:txBody>
      </p:sp>
      <p:cxnSp>
        <p:nvCxnSpPr>
          <p:cNvPr id="86" name="Connector: Elbow 85">
            <a:extLst>
              <a:ext uri="{FF2B5EF4-FFF2-40B4-BE49-F238E27FC236}">
                <a16:creationId xmlns:a16="http://schemas.microsoft.com/office/drawing/2014/main" id="{59B4512B-2948-383F-4205-1067BEF3384F}"/>
              </a:ext>
            </a:extLst>
          </p:cNvPr>
          <p:cNvCxnSpPr>
            <a:cxnSpLocks/>
            <a:stCxn id="84" idx="3"/>
          </p:cNvCxnSpPr>
          <p:nvPr/>
        </p:nvCxnSpPr>
        <p:spPr>
          <a:xfrm>
            <a:off x="3525350" y="1330972"/>
            <a:ext cx="753601" cy="5644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E6B65BBE-9C02-B451-2EFB-D2653987E72F}"/>
              </a:ext>
            </a:extLst>
          </p:cNvPr>
          <p:cNvCxnSpPr/>
          <p:nvPr/>
        </p:nvCxnSpPr>
        <p:spPr>
          <a:xfrm>
            <a:off x="4545050" y="1424940"/>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
        <p:nvSpPr>
          <p:cNvPr id="37" name="Rectangle: Rounded Corners 36">
            <a:extLst>
              <a:ext uri="{FF2B5EF4-FFF2-40B4-BE49-F238E27FC236}">
                <a16:creationId xmlns:a16="http://schemas.microsoft.com/office/drawing/2014/main" id="{EB4EB8E0-28EF-ECE2-23B4-BD6AE19D4EBD}"/>
              </a:ext>
            </a:extLst>
          </p:cNvPr>
          <p:cNvSpPr/>
          <p:nvPr/>
        </p:nvSpPr>
        <p:spPr>
          <a:xfrm>
            <a:off x="4459126" y="1519132"/>
            <a:ext cx="3052218" cy="1285924"/>
          </a:xfrm>
          <a:prstGeom prst="roundRect">
            <a:avLst>
              <a:gd name="adj" fmla="val 5508"/>
            </a:avLst>
          </a:prstGeom>
          <a:solidFill>
            <a:schemeClr val="bg2">
              <a:lumMod val="10000"/>
            </a:schemeClr>
          </a:solidFill>
          <a:ln>
            <a:gradFill>
              <a:gsLst>
                <a:gs pos="100000">
                  <a:schemeClr val="tx1">
                    <a:lumMod val="75000"/>
                    <a:lumOff val="25000"/>
                  </a:schemeClr>
                </a:gs>
                <a:gs pos="56000">
                  <a:srgbClr val="090909"/>
                </a:gs>
                <a:gs pos="0">
                  <a:srgbClr val="0070C0"/>
                </a:gs>
              </a:gsLst>
              <a:lin ang="5400000" scaled="1"/>
            </a:gra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81F052CC-CD82-73EE-C981-4F6B6F954162}"/>
              </a:ext>
            </a:extLst>
          </p:cNvPr>
          <p:cNvSpPr txBox="1"/>
          <p:nvPr/>
        </p:nvSpPr>
        <p:spPr>
          <a:xfrm>
            <a:off x="4448468" y="1560938"/>
            <a:ext cx="1647532" cy="230832"/>
          </a:xfrm>
          <a:prstGeom prst="rect">
            <a:avLst/>
          </a:prstGeom>
          <a:noFill/>
        </p:spPr>
        <p:txBody>
          <a:bodyPr wrap="square">
            <a:spAutoFit/>
          </a:bodyPr>
          <a:lstStyle/>
          <a:p>
            <a:r>
              <a:rPr lang="en-US" sz="900" b="1" dirty="0">
                <a:solidFill>
                  <a:srgbClr val="0070C0"/>
                </a:solidFill>
              </a:rPr>
              <a:t>Decision Direction</a:t>
            </a:r>
          </a:p>
        </p:txBody>
      </p:sp>
      <p:sp>
        <p:nvSpPr>
          <p:cNvPr id="42" name="TextBox 41">
            <a:extLst>
              <a:ext uri="{FF2B5EF4-FFF2-40B4-BE49-F238E27FC236}">
                <a16:creationId xmlns:a16="http://schemas.microsoft.com/office/drawing/2014/main" id="{01E8E98B-E43D-83B0-DB30-B5688217F0DC}"/>
              </a:ext>
            </a:extLst>
          </p:cNvPr>
          <p:cNvSpPr txBox="1"/>
          <p:nvPr/>
        </p:nvSpPr>
        <p:spPr>
          <a:xfrm>
            <a:off x="5117950" y="1749657"/>
            <a:ext cx="871369" cy="200055"/>
          </a:xfrm>
          <a:prstGeom prst="rect">
            <a:avLst/>
          </a:prstGeom>
          <a:noFill/>
        </p:spPr>
        <p:txBody>
          <a:bodyPr wrap="square">
            <a:spAutoFit/>
          </a:bodyPr>
          <a:lstStyle/>
          <a:p>
            <a:r>
              <a:rPr lang="en-US" sz="700" dirty="0">
                <a:solidFill>
                  <a:schemeClr val="bg2">
                    <a:lumMod val="50000"/>
                  </a:schemeClr>
                </a:solidFill>
              </a:rPr>
              <a:t>23 Sep 2025 </a:t>
            </a:r>
            <a:r>
              <a:rPr lang="en-US" sz="700" dirty="0">
                <a:solidFill>
                  <a:schemeClr val="bg2">
                    <a:lumMod val="50000"/>
                  </a:schemeClr>
                </a:solidFill>
                <a:sym typeface="Wingdings" panose="05000000000000000000" pitchFamily="2" charset="2"/>
              </a:rPr>
              <a:t> </a:t>
            </a:r>
            <a:endParaRPr lang="en-US" sz="700" dirty="0">
              <a:solidFill>
                <a:schemeClr val="bg2">
                  <a:lumMod val="50000"/>
                </a:schemeClr>
              </a:solidFill>
            </a:endParaRPr>
          </a:p>
        </p:txBody>
      </p:sp>
      <p:grpSp>
        <p:nvGrpSpPr>
          <p:cNvPr id="111" name="Group 110">
            <a:extLst>
              <a:ext uri="{FF2B5EF4-FFF2-40B4-BE49-F238E27FC236}">
                <a16:creationId xmlns:a16="http://schemas.microsoft.com/office/drawing/2014/main" id="{7405BA57-6E16-73AB-29CB-9D3A7C056630}"/>
              </a:ext>
            </a:extLst>
          </p:cNvPr>
          <p:cNvGrpSpPr/>
          <p:nvPr/>
        </p:nvGrpSpPr>
        <p:grpSpPr>
          <a:xfrm>
            <a:off x="4474686" y="1963535"/>
            <a:ext cx="711166" cy="495181"/>
            <a:chOff x="4474686" y="2009255"/>
            <a:chExt cx="711166" cy="495181"/>
          </a:xfrm>
        </p:grpSpPr>
        <p:sp>
          <p:nvSpPr>
            <p:cNvPr id="103" name="TextBox 102">
              <a:extLst>
                <a:ext uri="{FF2B5EF4-FFF2-40B4-BE49-F238E27FC236}">
                  <a16:creationId xmlns:a16="http://schemas.microsoft.com/office/drawing/2014/main" id="{759B940B-17F5-090E-0848-E93CC4ADD446}"/>
                </a:ext>
              </a:extLst>
            </p:cNvPr>
            <p:cNvSpPr txBox="1"/>
            <p:nvPr/>
          </p:nvSpPr>
          <p:spPr>
            <a:xfrm>
              <a:off x="4477469" y="2009255"/>
              <a:ext cx="445842" cy="184666"/>
            </a:xfrm>
            <a:prstGeom prst="rect">
              <a:avLst/>
            </a:prstGeom>
            <a:noFill/>
          </p:spPr>
          <p:txBody>
            <a:bodyPr wrap="square" rtlCol="0">
              <a:spAutoFit/>
            </a:bodyPr>
            <a:lstStyle/>
            <a:p>
              <a:r>
                <a:rPr lang="en-US" sz="600" b="1" dirty="0">
                  <a:solidFill>
                    <a:schemeClr val="bg2">
                      <a:lumMod val="50000"/>
                    </a:schemeClr>
                  </a:solidFill>
                </a:rPr>
                <a:t>Risk </a:t>
              </a:r>
              <a:r>
                <a:rPr lang="en-US" sz="600" b="1" dirty="0">
                  <a:solidFill>
                    <a:schemeClr val="bg2">
                      <a:lumMod val="50000"/>
                    </a:schemeClr>
                  </a:solidFill>
                  <a:sym typeface="Wingdings" panose="05000000000000000000" pitchFamily="2" charset="2"/>
                </a:rPr>
                <a:t></a:t>
              </a:r>
              <a:endParaRPr lang="en-US" sz="600" b="1" dirty="0">
                <a:solidFill>
                  <a:schemeClr val="bg2">
                    <a:lumMod val="50000"/>
                  </a:schemeClr>
                </a:solidFill>
              </a:endParaRPr>
            </a:p>
          </p:txBody>
        </p:sp>
        <p:sp>
          <p:nvSpPr>
            <p:cNvPr id="104" name="TextBox 103">
              <a:extLst>
                <a:ext uri="{FF2B5EF4-FFF2-40B4-BE49-F238E27FC236}">
                  <a16:creationId xmlns:a16="http://schemas.microsoft.com/office/drawing/2014/main" id="{A0746B6B-C061-0D0E-3529-04910767CCC5}"/>
                </a:ext>
              </a:extLst>
            </p:cNvPr>
            <p:cNvSpPr txBox="1"/>
            <p:nvPr/>
          </p:nvSpPr>
          <p:spPr>
            <a:xfrm>
              <a:off x="4477468" y="2166165"/>
              <a:ext cx="708384" cy="184666"/>
            </a:xfrm>
            <a:prstGeom prst="rect">
              <a:avLst/>
            </a:prstGeom>
            <a:noFill/>
          </p:spPr>
          <p:txBody>
            <a:bodyPr wrap="square" rtlCol="0">
              <a:spAutoFit/>
            </a:bodyPr>
            <a:lstStyle/>
            <a:p>
              <a:r>
                <a:rPr lang="en-US" sz="600" b="1" dirty="0">
                  <a:solidFill>
                    <a:schemeClr val="bg2">
                      <a:lumMod val="50000"/>
                    </a:schemeClr>
                  </a:solidFill>
                </a:rPr>
                <a:t>Reversibility </a:t>
              </a:r>
              <a:r>
                <a:rPr lang="en-US" sz="600" b="1" dirty="0">
                  <a:solidFill>
                    <a:schemeClr val="bg2">
                      <a:lumMod val="50000"/>
                    </a:schemeClr>
                  </a:solidFill>
                  <a:sym typeface="Wingdings" panose="05000000000000000000" pitchFamily="2" charset="2"/>
                </a:rPr>
                <a:t></a:t>
              </a:r>
              <a:endParaRPr lang="en-US" sz="600" b="1" dirty="0">
                <a:solidFill>
                  <a:schemeClr val="bg2">
                    <a:lumMod val="50000"/>
                  </a:schemeClr>
                </a:solidFill>
              </a:endParaRPr>
            </a:p>
          </p:txBody>
        </p:sp>
        <p:sp>
          <p:nvSpPr>
            <p:cNvPr id="105" name="TextBox 104">
              <a:extLst>
                <a:ext uri="{FF2B5EF4-FFF2-40B4-BE49-F238E27FC236}">
                  <a16:creationId xmlns:a16="http://schemas.microsoft.com/office/drawing/2014/main" id="{083A3655-1341-CEE8-8554-61299544E412}"/>
                </a:ext>
              </a:extLst>
            </p:cNvPr>
            <p:cNvSpPr txBox="1"/>
            <p:nvPr/>
          </p:nvSpPr>
          <p:spPr>
            <a:xfrm>
              <a:off x="4485316" y="2319770"/>
              <a:ext cx="662947" cy="184666"/>
            </a:xfrm>
            <a:prstGeom prst="rect">
              <a:avLst/>
            </a:prstGeom>
            <a:noFill/>
          </p:spPr>
          <p:txBody>
            <a:bodyPr wrap="square" rtlCol="0">
              <a:spAutoFit/>
            </a:bodyPr>
            <a:lstStyle/>
            <a:p>
              <a:r>
                <a:rPr lang="en-US" sz="600" b="1" dirty="0">
                  <a:solidFill>
                    <a:schemeClr val="bg2">
                      <a:lumMod val="50000"/>
                    </a:schemeClr>
                  </a:solidFill>
                </a:rPr>
                <a:t>Verdict </a:t>
              </a:r>
              <a:r>
                <a:rPr lang="en-US" sz="600" b="1" dirty="0">
                  <a:solidFill>
                    <a:schemeClr val="bg2">
                      <a:lumMod val="50000"/>
                    </a:schemeClr>
                  </a:solidFill>
                  <a:sym typeface="Wingdings" panose="05000000000000000000" pitchFamily="2" charset="2"/>
                </a:rPr>
                <a:t></a:t>
              </a:r>
              <a:endParaRPr lang="en-US" sz="600" b="1" dirty="0">
                <a:solidFill>
                  <a:schemeClr val="bg2">
                    <a:lumMod val="50000"/>
                  </a:schemeClr>
                </a:solidFill>
              </a:endParaRPr>
            </a:p>
          </p:txBody>
        </p:sp>
        <p:pic>
          <p:nvPicPr>
            <p:cNvPr id="107" name="Graphic 106" descr="Caret Up with solid fill">
              <a:extLst>
                <a:ext uri="{FF2B5EF4-FFF2-40B4-BE49-F238E27FC236}">
                  <a16:creationId xmlns:a16="http://schemas.microsoft.com/office/drawing/2014/main" id="{13CC9E21-6BF1-EDC3-C0B3-D38D9C1411E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74686" y="2051388"/>
              <a:ext cx="89412" cy="89412"/>
            </a:xfrm>
            <a:prstGeom prst="rect">
              <a:avLst/>
            </a:prstGeom>
          </p:spPr>
        </p:pic>
        <p:pic>
          <p:nvPicPr>
            <p:cNvPr id="108" name="Graphic 107" descr="Gavel with solid fill">
              <a:extLst>
                <a:ext uri="{FF2B5EF4-FFF2-40B4-BE49-F238E27FC236}">
                  <a16:creationId xmlns:a16="http://schemas.microsoft.com/office/drawing/2014/main" id="{FB2ACDF4-B62B-5202-5E27-819C577C0D6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490890" y="2375963"/>
              <a:ext cx="68441" cy="68441"/>
            </a:xfrm>
            <a:prstGeom prst="rect">
              <a:avLst/>
            </a:prstGeom>
          </p:spPr>
        </p:pic>
        <p:pic>
          <p:nvPicPr>
            <p:cNvPr id="110" name="Graphic 109" descr="Line arrow: Horizontal U-turn with solid fill">
              <a:extLst>
                <a:ext uri="{FF2B5EF4-FFF2-40B4-BE49-F238E27FC236}">
                  <a16:creationId xmlns:a16="http://schemas.microsoft.com/office/drawing/2014/main" id="{89EEDAE4-1094-15B9-515A-5E48C1AB8C0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90006" y="2207469"/>
              <a:ext cx="61990" cy="91694"/>
            </a:xfrm>
            <a:prstGeom prst="rect">
              <a:avLst/>
            </a:prstGeom>
          </p:spPr>
        </p:pic>
      </p:grpSp>
      <p:grpSp>
        <p:nvGrpSpPr>
          <p:cNvPr id="120" name="Group 119">
            <a:extLst>
              <a:ext uri="{FF2B5EF4-FFF2-40B4-BE49-F238E27FC236}">
                <a16:creationId xmlns:a16="http://schemas.microsoft.com/office/drawing/2014/main" id="{777B02E0-7332-E1A3-D15C-AD10CE95FB3F}"/>
              </a:ext>
            </a:extLst>
          </p:cNvPr>
          <p:cNvGrpSpPr/>
          <p:nvPr/>
        </p:nvGrpSpPr>
        <p:grpSpPr>
          <a:xfrm>
            <a:off x="5143199" y="1947239"/>
            <a:ext cx="708384" cy="524370"/>
            <a:chOff x="5143199" y="1992959"/>
            <a:chExt cx="708384" cy="524370"/>
          </a:xfrm>
        </p:grpSpPr>
        <p:sp>
          <p:nvSpPr>
            <p:cNvPr id="117" name="TextBox 116">
              <a:extLst>
                <a:ext uri="{FF2B5EF4-FFF2-40B4-BE49-F238E27FC236}">
                  <a16:creationId xmlns:a16="http://schemas.microsoft.com/office/drawing/2014/main" id="{6BDF7C95-C1D8-87CE-AFC9-C0AAE26E3D08}"/>
                </a:ext>
              </a:extLst>
            </p:cNvPr>
            <p:cNvSpPr txBox="1"/>
            <p:nvPr/>
          </p:nvSpPr>
          <p:spPr>
            <a:xfrm>
              <a:off x="5143199" y="1992959"/>
              <a:ext cx="387778" cy="184666"/>
            </a:xfrm>
            <a:prstGeom prst="rect">
              <a:avLst/>
            </a:prstGeom>
            <a:noFill/>
          </p:spPr>
          <p:txBody>
            <a:bodyPr wrap="square" rtlCol="0">
              <a:spAutoFit/>
            </a:bodyPr>
            <a:lstStyle/>
            <a:p>
              <a:r>
                <a:rPr lang="en-US" sz="600" dirty="0">
                  <a:solidFill>
                    <a:schemeClr val="bg1"/>
                  </a:solidFill>
                </a:rPr>
                <a:t>11%</a:t>
              </a:r>
            </a:p>
          </p:txBody>
        </p:sp>
        <p:sp>
          <p:nvSpPr>
            <p:cNvPr id="118" name="TextBox 117">
              <a:extLst>
                <a:ext uri="{FF2B5EF4-FFF2-40B4-BE49-F238E27FC236}">
                  <a16:creationId xmlns:a16="http://schemas.microsoft.com/office/drawing/2014/main" id="{73D15927-0EC4-5E90-F27E-691B9935A8AF}"/>
                </a:ext>
              </a:extLst>
            </p:cNvPr>
            <p:cNvSpPr txBox="1"/>
            <p:nvPr/>
          </p:nvSpPr>
          <p:spPr>
            <a:xfrm>
              <a:off x="5143199" y="2171440"/>
              <a:ext cx="590752" cy="184666"/>
            </a:xfrm>
            <a:prstGeom prst="rect">
              <a:avLst/>
            </a:prstGeom>
            <a:noFill/>
          </p:spPr>
          <p:txBody>
            <a:bodyPr wrap="square" rtlCol="0">
              <a:spAutoFit/>
            </a:bodyPr>
            <a:lstStyle/>
            <a:p>
              <a:r>
                <a:rPr lang="en-US" sz="600" dirty="0">
                  <a:solidFill>
                    <a:schemeClr val="bg1"/>
                  </a:solidFill>
                </a:rPr>
                <a:t>Medium</a:t>
              </a:r>
            </a:p>
          </p:txBody>
        </p:sp>
        <p:sp>
          <p:nvSpPr>
            <p:cNvPr id="119" name="TextBox 118">
              <a:extLst>
                <a:ext uri="{FF2B5EF4-FFF2-40B4-BE49-F238E27FC236}">
                  <a16:creationId xmlns:a16="http://schemas.microsoft.com/office/drawing/2014/main" id="{E30C498F-69BF-EE26-7494-02FD5934AD82}"/>
                </a:ext>
              </a:extLst>
            </p:cNvPr>
            <p:cNvSpPr txBox="1"/>
            <p:nvPr/>
          </p:nvSpPr>
          <p:spPr>
            <a:xfrm>
              <a:off x="5145019" y="2332663"/>
              <a:ext cx="706564" cy="184666"/>
            </a:xfrm>
            <a:prstGeom prst="rect">
              <a:avLst/>
            </a:prstGeom>
            <a:noFill/>
          </p:spPr>
          <p:txBody>
            <a:bodyPr wrap="square" rtlCol="0">
              <a:spAutoFit/>
            </a:bodyPr>
            <a:lstStyle/>
            <a:p>
              <a:r>
                <a:rPr lang="en-US" sz="600" dirty="0">
                  <a:solidFill>
                    <a:schemeClr val="bg1"/>
                  </a:solidFill>
                </a:rPr>
                <a:t>Wait &amp; Watch</a:t>
              </a:r>
            </a:p>
          </p:txBody>
        </p:sp>
      </p:grpSp>
      <p:sp>
        <p:nvSpPr>
          <p:cNvPr id="129" name="Rectangle 128">
            <a:extLst>
              <a:ext uri="{FF2B5EF4-FFF2-40B4-BE49-F238E27FC236}">
                <a16:creationId xmlns:a16="http://schemas.microsoft.com/office/drawing/2014/main" id="{020420E1-54BA-5228-556A-E7E0604ACDE5}"/>
              </a:ext>
            </a:extLst>
          </p:cNvPr>
          <p:cNvSpPr/>
          <p:nvPr/>
        </p:nvSpPr>
        <p:spPr>
          <a:xfrm>
            <a:off x="4526596" y="2520405"/>
            <a:ext cx="2913940" cy="236250"/>
          </a:xfrm>
          <a:prstGeom prst="rect">
            <a:avLst/>
          </a:prstGeom>
          <a:gradFill flip="none" rotWithShape="1">
            <a:gsLst>
              <a:gs pos="56000">
                <a:srgbClr val="004376"/>
              </a:gs>
              <a:gs pos="0">
                <a:srgbClr val="171717"/>
              </a:gs>
              <a:gs pos="100000">
                <a:srgbClr val="171717"/>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Future runs will show how this decision changes over time.</a:t>
            </a:r>
            <a:endParaRPr lang="en-IN" sz="800" dirty="0">
              <a:solidFill>
                <a:schemeClr val="bg1"/>
              </a:solidFill>
            </a:endParaRPr>
          </a:p>
        </p:txBody>
      </p:sp>
      <p:sp>
        <p:nvSpPr>
          <p:cNvPr id="11" name="TextBox 10">
            <a:extLst>
              <a:ext uri="{FF2B5EF4-FFF2-40B4-BE49-F238E27FC236}">
                <a16:creationId xmlns:a16="http://schemas.microsoft.com/office/drawing/2014/main" id="{74B7E061-9A9F-167F-B338-519AB705A077}"/>
              </a:ext>
            </a:extLst>
          </p:cNvPr>
          <p:cNvSpPr txBox="1"/>
          <p:nvPr/>
        </p:nvSpPr>
        <p:spPr>
          <a:xfrm>
            <a:off x="6426813" y="1571387"/>
            <a:ext cx="990977" cy="230832"/>
          </a:xfrm>
          <a:prstGeom prst="rect">
            <a:avLst/>
          </a:prstGeom>
          <a:noFill/>
        </p:spPr>
        <p:txBody>
          <a:bodyPr wrap="none" rtlCol="0">
            <a:spAutoFit/>
          </a:bodyPr>
          <a:lstStyle/>
          <a:p>
            <a:r>
              <a:rPr lang="en-US" sz="900" dirty="0">
                <a:solidFill>
                  <a:srgbClr val="92D050"/>
                </a:solidFill>
              </a:rPr>
              <a:t>Tracking Started</a:t>
            </a:r>
            <a:endParaRPr lang="en-IN" sz="900" dirty="0">
              <a:solidFill>
                <a:srgbClr val="92D050"/>
              </a:solidFill>
            </a:endParaRPr>
          </a:p>
        </p:txBody>
      </p:sp>
      <p:sp>
        <p:nvSpPr>
          <p:cNvPr id="16" name="Flowchart: Connector 15">
            <a:extLst>
              <a:ext uri="{FF2B5EF4-FFF2-40B4-BE49-F238E27FC236}">
                <a16:creationId xmlns:a16="http://schemas.microsoft.com/office/drawing/2014/main" id="{0C7838D8-7E10-4D6C-1D66-2C4BF64571E9}"/>
              </a:ext>
            </a:extLst>
          </p:cNvPr>
          <p:cNvSpPr/>
          <p:nvPr/>
        </p:nvSpPr>
        <p:spPr>
          <a:xfrm>
            <a:off x="7362672" y="1640649"/>
            <a:ext cx="95250" cy="92307"/>
          </a:xfrm>
          <a:prstGeom prst="flowChartConnector">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2135C984-5122-1ABA-1D07-81B92CFAFCF6}"/>
              </a:ext>
            </a:extLst>
          </p:cNvPr>
          <p:cNvSpPr txBox="1"/>
          <p:nvPr/>
        </p:nvSpPr>
        <p:spPr>
          <a:xfrm>
            <a:off x="8238980" y="1260971"/>
            <a:ext cx="1725311" cy="230832"/>
          </a:xfrm>
          <a:prstGeom prst="rect">
            <a:avLst/>
          </a:prstGeom>
          <a:noFill/>
        </p:spPr>
        <p:txBody>
          <a:bodyPr wrap="square" rtlCol="0">
            <a:spAutoFit/>
          </a:bodyPr>
          <a:lstStyle/>
          <a:p>
            <a:r>
              <a:rPr lang="en-US" sz="900" dirty="0">
                <a:solidFill>
                  <a:schemeClr val="bg1">
                    <a:lumMod val="65000"/>
                  </a:schemeClr>
                </a:solidFill>
              </a:rPr>
              <a:t>It will keep blinking</a:t>
            </a:r>
            <a:endParaRPr lang="en-IN" sz="900" dirty="0">
              <a:solidFill>
                <a:schemeClr val="bg1">
                  <a:lumMod val="65000"/>
                </a:schemeClr>
              </a:solidFill>
            </a:endParaRPr>
          </a:p>
        </p:txBody>
      </p:sp>
      <p:cxnSp>
        <p:nvCxnSpPr>
          <p:cNvPr id="18" name="Connector: Elbow 17">
            <a:extLst>
              <a:ext uri="{FF2B5EF4-FFF2-40B4-BE49-F238E27FC236}">
                <a16:creationId xmlns:a16="http://schemas.microsoft.com/office/drawing/2014/main" id="{9D494578-1748-BA2B-0FE4-A0BA10A74E68}"/>
              </a:ext>
            </a:extLst>
          </p:cNvPr>
          <p:cNvCxnSpPr>
            <a:cxnSpLocks/>
            <a:stCxn id="17" idx="1"/>
          </p:cNvCxnSpPr>
          <p:nvPr/>
        </p:nvCxnSpPr>
        <p:spPr>
          <a:xfrm rot="10800000" flipV="1">
            <a:off x="7744988" y="1376387"/>
            <a:ext cx="493993" cy="309678"/>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EB629FAC-0E52-B3C0-C0E7-5FBEE1008927}"/>
              </a:ext>
            </a:extLst>
          </p:cNvPr>
          <p:cNvSpPr txBox="1"/>
          <p:nvPr/>
        </p:nvSpPr>
        <p:spPr>
          <a:xfrm>
            <a:off x="6452826" y="1821067"/>
            <a:ext cx="1145351" cy="630942"/>
          </a:xfrm>
          <a:prstGeom prst="rect">
            <a:avLst/>
          </a:prstGeom>
          <a:noFill/>
        </p:spPr>
        <p:txBody>
          <a:bodyPr wrap="square">
            <a:spAutoFit/>
          </a:bodyPr>
          <a:lstStyle/>
          <a:p>
            <a:r>
              <a:rPr lang="en-US" sz="700" dirty="0">
                <a:solidFill>
                  <a:srgbClr val="0070C0"/>
                </a:solidFill>
              </a:rPr>
              <a:t>Baseline Recorded.</a:t>
            </a:r>
          </a:p>
          <a:p>
            <a:r>
              <a:rPr lang="en-US" sz="700" dirty="0">
                <a:solidFill>
                  <a:schemeClr val="bg1">
                    <a:lumMod val="75000"/>
                  </a:schemeClr>
                </a:solidFill>
              </a:rPr>
              <a:t>This will be used to detect changes in risk, confidence, and reversibility.</a:t>
            </a:r>
          </a:p>
        </p:txBody>
      </p:sp>
      <p:sp>
        <p:nvSpPr>
          <p:cNvPr id="21" name="Rectangle: Rounded Corners 20">
            <a:extLst>
              <a:ext uri="{FF2B5EF4-FFF2-40B4-BE49-F238E27FC236}">
                <a16:creationId xmlns:a16="http://schemas.microsoft.com/office/drawing/2014/main" id="{1BAEB83D-64C9-F554-FA52-B0018C03AB32}"/>
              </a:ext>
            </a:extLst>
          </p:cNvPr>
          <p:cNvSpPr/>
          <p:nvPr/>
        </p:nvSpPr>
        <p:spPr>
          <a:xfrm>
            <a:off x="5461689" y="2900683"/>
            <a:ext cx="1116417" cy="268358"/>
          </a:xfrm>
          <a:prstGeom prst="roundRect">
            <a:avLst>
              <a:gd name="adj" fmla="val 28603"/>
            </a:avLst>
          </a:prstGeom>
          <a:ln/>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solidFill>
                  <a:schemeClr val="bg1"/>
                </a:solidFill>
              </a:rPr>
              <a:t>Re-Run</a:t>
            </a:r>
            <a:endParaRPr lang="en-IN" sz="1000" dirty="0">
              <a:solidFill>
                <a:schemeClr val="bg1"/>
              </a:solidFill>
            </a:endParaRPr>
          </a:p>
        </p:txBody>
      </p:sp>
    </p:spTree>
    <p:extLst>
      <p:ext uri="{BB962C8B-B14F-4D97-AF65-F5344CB8AC3E}">
        <p14:creationId xmlns:p14="http://schemas.microsoft.com/office/powerpoint/2010/main" val="37541679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3223E-345E-27A8-F77F-2A5D509FC498}"/>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92139870-AFC4-9E89-EFE3-7F371FF3ADFF}"/>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BABDB879-9AE4-0530-B57A-2CA8C7A126FA}"/>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B33A565F-3108-AB11-4C3E-4A2D150325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89DD29D6-D0C5-1E06-C594-BB94C78086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grpSp>
        <p:nvGrpSpPr>
          <p:cNvPr id="7" name="Group 6">
            <a:extLst>
              <a:ext uri="{FF2B5EF4-FFF2-40B4-BE49-F238E27FC236}">
                <a16:creationId xmlns:a16="http://schemas.microsoft.com/office/drawing/2014/main" id="{7E6F0CEA-7D1E-BE9C-B4DF-B7472900DEE0}"/>
              </a:ext>
            </a:extLst>
          </p:cNvPr>
          <p:cNvGrpSpPr/>
          <p:nvPr/>
        </p:nvGrpSpPr>
        <p:grpSpPr>
          <a:xfrm>
            <a:off x="4516548" y="900133"/>
            <a:ext cx="2019595" cy="253916"/>
            <a:chOff x="4516548" y="900133"/>
            <a:chExt cx="2019595" cy="253916"/>
          </a:xfrm>
        </p:grpSpPr>
        <p:sp>
          <p:nvSpPr>
            <p:cNvPr id="5" name="TextBox 4">
              <a:extLst>
                <a:ext uri="{FF2B5EF4-FFF2-40B4-BE49-F238E27FC236}">
                  <a16:creationId xmlns:a16="http://schemas.microsoft.com/office/drawing/2014/main" id="{6762BC01-5E72-7B95-83B9-D3C807E89D21}"/>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My Records</a:t>
              </a:r>
              <a:endParaRPr lang="en-IN" sz="1050" b="1" dirty="0">
                <a:solidFill>
                  <a:srgbClr val="EE7723"/>
                </a:solidFill>
              </a:endParaRPr>
            </a:p>
          </p:txBody>
        </p:sp>
        <p:pic>
          <p:nvPicPr>
            <p:cNvPr id="6" name="Graphic 5" descr="Address Book outline">
              <a:extLst>
                <a:ext uri="{FF2B5EF4-FFF2-40B4-BE49-F238E27FC236}">
                  <a16:creationId xmlns:a16="http://schemas.microsoft.com/office/drawing/2014/main" id="{1E76052B-E548-134E-9BD7-35D4755F8B8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16548" y="931803"/>
              <a:ext cx="190575" cy="190575"/>
            </a:xfrm>
            <a:prstGeom prst="rect">
              <a:avLst/>
            </a:prstGeom>
          </p:spPr>
        </p:pic>
      </p:grpSp>
      <p:grpSp>
        <p:nvGrpSpPr>
          <p:cNvPr id="36" name="Group 35">
            <a:extLst>
              <a:ext uri="{FF2B5EF4-FFF2-40B4-BE49-F238E27FC236}">
                <a16:creationId xmlns:a16="http://schemas.microsoft.com/office/drawing/2014/main" id="{1563DDF7-AC6E-87FF-C236-F1320993951C}"/>
              </a:ext>
            </a:extLst>
          </p:cNvPr>
          <p:cNvGrpSpPr/>
          <p:nvPr/>
        </p:nvGrpSpPr>
        <p:grpSpPr>
          <a:xfrm>
            <a:off x="4433231" y="2381689"/>
            <a:ext cx="3116937" cy="289004"/>
            <a:chOff x="4433231" y="2381689"/>
            <a:chExt cx="3116937" cy="289004"/>
          </a:xfrm>
        </p:grpSpPr>
        <p:sp>
          <p:nvSpPr>
            <p:cNvPr id="4" name="Rectangle: Rounded Corners 3">
              <a:extLst>
                <a:ext uri="{FF2B5EF4-FFF2-40B4-BE49-F238E27FC236}">
                  <a16:creationId xmlns:a16="http://schemas.microsoft.com/office/drawing/2014/main" id="{2F93877F-B8F1-02A5-48FD-B17243CE1074}"/>
                </a:ext>
              </a:extLst>
            </p:cNvPr>
            <p:cNvSpPr/>
            <p:nvPr/>
          </p:nvSpPr>
          <p:spPr>
            <a:xfrm>
              <a:off x="4433231" y="2381689"/>
              <a:ext cx="607481" cy="289004"/>
            </a:xfrm>
            <a:prstGeom prst="roundRect">
              <a:avLst>
                <a:gd name="adj" fmla="val 12145"/>
              </a:avLst>
            </a:prstGeom>
            <a:ln/>
          </p:spPr>
          <p:style>
            <a:lnRef idx="0">
              <a:schemeClr val="accent2"/>
            </a:lnRef>
            <a:fillRef idx="3">
              <a:schemeClr val="accent2"/>
            </a:fillRef>
            <a:effectRef idx="3">
              <a:schemeClr val="accent2"/>
            </a:effectRef>
            <a:fontRef idx="minor">
              <a:schemeClr val="lt1"/>
            </a:fontRef>
          </p:style>
          <p:txBody>
            <a:bodyPr rtlCol="0" anchor="b"/>
            <a:lstStyle/>
            <a:p>
              <a:pPr algn="ctr"/>
              <a:r>
                <a:rPr lang="en-US" sz="800" dirty="0"/>
                <a:t>Context</a:t>
              </a:r>
              <a:endParaRPr lang="en-IN" sz="800" dirty="0"/>
            </a:p>
          </p:txBody>
        </p:sp>
        <p:sp>
          <p:nvSpPr>
            <p:cNvPr id="24" name="Rectangle: Rounded Corners 23">
              <a:extLst>
                <a:ext uri="{FF2B5EF4-FFF2-40B4-BE49-F238E27FC236}">
                  <a16:creationId xmlns:a16="http://schemas.microsoft.com/office/drawing/2014/main" id="{2BDC4A28-837F-6CA6-4A75-F1318B4C384E}"/>
                </a:ext>
              </a:extLst>
            </p:cNvPr>
            <p:cNvSpPr/>
            <p:nvPr/>
          </p:nvSpPr>
          <p:spPr>
            <a:xfrm>
              <a:off x="5060595"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Data</a:t>
              </a:r>
              <a:endParaRPr lang="en-IN" sz="800" dirty="0"/>
            </a:p>
          </p:txBody>
        </p:sp>
        <p:sp>
          <p:nvSpPr>
            <p:cNvPr id="26" name="Rectangle: Rounded Corners 25">
              <a:extLst>
                <a:ext uri="{FF2B5EF4-FFF2-40B4-BE49-F238E27FC236}">
                  <a16:creationId xmlns:a16="http://schemas.microsoft.com/office/drawing/2014/main" id="{92655984-B233-EE86-041B-D5650DFA9034}"/>
                </a:ext>
              </a:extLst>
            </p:cNvPr>
            <p:cNvSpPr/>
            <p:nvPr/>
          </p:nvSpPr>
          <p:spPr>
            <a:xfrm>
              <a:off x="5687959"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Basis</a:t>
              </a:r>
              <a:endParaRPr lang="en-IN" sz="800" dirty="0"/>
            </a:p>
          </p:txBody>
        </p:sp>
        <p:sp>
          <p:nvSpPr>
            <p:cNvPr id="28" name="Rectangle: Rounded Corners 27">
              <a:extLst>
                <a:ext uri="{FF2B5EF4-FFF2-40B4-BE49-F238E27FC236}">
                  <a16:creationId xmlns:a16="http://schemas.microsoft.com/office/drawing/2014/main" id="{6C969E76-090B-286C-5B92-E6087D448EFD}"/>
                </a:ext>
              </a:extLst>
            </p:cNvPr>
            <p:cNvSpPr/>
            <p:nvPr/>
          </p:nvSpPr>
          <p:spPr>
            <a:xfrm>
              <a:off x="6315323"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Insights</a:t>
              </a:r>
              <a:endParaRPr lang="en-IN" sz="800" dirty="0"/>
            </a:p>
          </p:txBody>
        </p:sp>
        <p:sp>
          <p:nvSpPr>
            <p:cNvPr id="35" name="Rectangle: Rounded Corners 34">
              <a:extLst>
                <a:ext uri="{FF2B5EF4-FFF2-40B4-BE49-F238E27FC236}">
                  <a16:creationId xmlns:a16="http://schemas.microsoft.com/office/drawing/2014/main" id="{1609A7D2-AE95-D438-8210-939DFCF7D183}"/>
                </a:ext>
              </a:extLst>
            </p:cNvPr>
            <p:cNvSpPr/>
            <p:nvPr/>
          </p:nvSpPr>
          <p:spPr>
            <a:xfrm>
              <a:off x="6942687"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Report</a:t>
              </a:r>
              <a:endParaRPr lang="en-IN" sz="800" dirty="0"/>
            </a:p>
          </p:txBody>
        </p:sp>
      </p:grpSp>
      <p:sp>
        <p:nvSpPr>
          <p:cNvPr id="37" name="Rectangle: Rounded Corners 36">
            <a:extLst>
              <a:ext uri="{FF2B5EF4-FFF2-40B4-BE49-F238E27FC236}">
                <a16:creationId xmlns:a16="http://schemas.microsoft.com/office/drawing/2014/main" id="{82ECF97F-DB9E-0573-5B8B-68D7B04B3D7E}"/>
              </a:ext>
            </a:extLst>
          </p:cNvPr>
          <p:cNvSpPr/>
          <p:nvPr/>
        </p:nvSpPr>
        <p:spPr>
          <a:xfrm>
            <a:off x="4433231" y="2725020"/>
            <a:ext cx="3112844" cy="3904379"/>
          </a:xfrm>
          <a:prstGeom prst="roundRect">
            <a:avLst>
              <a:gd name="adj" fmla="val 1521"/>
            </a:avLst>
          </a:prstGeom>
          <a:solidFill>
            <a:schemeClr val="bg2">
              <a:lumMod val="25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sp>
        <p:nvSpPr>
          <p:cNvPr id="44" name="Rectangle: Rounded Corners 43">
            <a:extLst>
              <a:ext uri="{FF2B5EF4-FFF2-40B4-BE49-F238E27FC236}">
                <a16:creationId xmlns:a16="http://schemas.microsoft.com/office/drawing/2014/main" id="{76870890-4F4B-CE2A-FEF0-74EDEAA6554D}"/>
              </a:ext>
            </a:extLst>
          </p:cNvPr>
          <p:cNvSpPr/>
          <p:nvPr/>
        </p:nvSpPr>
        <p:spPr>
          <a:xfrm>
            <a:off x="4585631" y="2833244"/>
            <a:ext cx="2833478" cy="614300"/>
          </a:xfrm>
          <a:prstGeom prst="roundRect">
            <a:avLst>
              <a:gd name="adj" fmla="val 9979"/>
            </a:avLst>
          </a:prstGeom>
          <a:solidFill>
            <a:schemeClr val="bg2">
              <a:lumMod val="75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sp>
        <p:nvSpPr>
          <p:cNvPr id="45" name="Rectangle: Rounded Corners 44">
            <a:extLst>
              <a:ext uri="{FF2B5EF4-FFF2-40B4-BE49-F238E27FC236}">
                <a16:creationId xmlns:a16="http://schemas.microsoft.com/office/drawing/2014/main" id="{EF8EC8EC-86B2-A0B9-20C3-52934BB4E6E4}"/>
              </a:ext>
            </a:extLst>
          </p:cNvPr>
          <p:cNvSpPr/>
          <p:nvPr/>
        </p:nvSpPr>
        <p:spPr>
          <a:xfrm>
            <a:off x="4585631" y="3543675"/>
            <a:ext cx="2833478" cy="2961034"/>
          </a:xfrm>
          <a:prstGeom prst="roundRect">
            <a:avLst>
              <a:gd name="adj" fmla="val 1178"/>
            </a:avLst>
          </a:prstGeom>
          <a:solidFill>
            <a:schemeClr val="bg2">
              <a:lumMod val="75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grpSp>
        <p:nvGrpSpPr>
          <p:cNvPr id="13" name="Group 12">
            <a:extLst>
              <a:ext uri="{FF2B5EF4-FFF2-40B4-BE49-F238E27FC236}">
                <a16:creationId xmlns:a16="http://schemas.microsoft.com/office/drawing/2014/main" id="{3F950E64-2811-AFD7-BDE5-44956C91E926}"/>
              </a:ext>
            </a:extLst>
          </p:cNvPr>
          <p:cNvGrpSpPr/>
          <p:nvPr/>
        </p:nvGrpSpPr>
        <p:grpSpPr>
          <a:xfrm>
            <a:off x="4478448" y="1141770"/>
            <a:ext cx="3067627" cy="1141572"/>
            <a:chOff x="4478448" y="1141770"/>
            <a:chExt cx="3067627" cy="1141572"/>
          </a:xfrm>
        </p:grpSpPr>
        <p:grpSp>
          <p:nvGrpSpPr>
            <p:cNvPr id="9" name="Group 8">
              <a:extLst>
                <a:ext uri="{FF2B5EF4-FFF2-40B4-BE49-F238E27FC236}">
                  <a16:creationId xmlns:a16="http://schemas.microsoft.com/office/drawing/2014/main" id="{B5E47248-C482-343C-6F07-6097339C2AC2}"/>
                </a:ext>
              </a:extLst>
            </p:cNvPr>
            <p:cNvGrpSpPr/>
            <p:nvPr/>
          </p:nvGrpSpPr>
          <p:grpSpPr>
            <a:xfrm>
              <a:off x="4478448" y="1141770"/>
              <a:ext cx="2867775" cy="739283"/>
              <a:chOff x="4523766" y="1444861"/>
              <a:chExt cx="2867775" cy="739283"/>
            </a:xfrm>
          </p:grpSpPr>
          <p:pic>
            <p:nvPicPr>
              <p:cNvPr id="25" name="Graphic 24" descr="Shield Tick outline">
                <a:extLst>
                  <a:ext uri="{FF2B5EF4-FFF2-40B4-BE49-F238E27FC236}">
                    <a16:creationId xmlns:a16="http://schemas.microsoft.com/office/drawing/2014/main" id="{8B2D2E3D-1C8E-2B31-6F9B-314DD07B46A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23766" y="1474731"/>
                <a:ext cx="289004" cy="289004"/>
              </a:xfrm>
              <a:prstGeom prst="rect">
                <a:avLst/>
              </a:prstGeom>
            </p:spPr>
          </p:pic>
          <p:sp>
            <p:nvSpPr>
              <p:cNvPr id="27" name="TextBox 26">
                <a:extLst>
                  <a:ext uri="{FF2B5EF4-FFF2-40B4-BE49-F238E27FC236}">
                    <a16:creationId xmlns:a16="http://schemas.microsoft.com/office/drawing/2014/main" id="{0B330CD7-7A21-9D05-EB24-67682ED39532}"/>
                  </a:ext>
                </a:extLst>
              </p:cNvPr>
              <p:cNvSpPr txBox="1"/>
              <p:nvPr/>
            </p:nvSpPr>
            <p:spPr>
              <a:xfrm>
                <a:off x="4810511" y="1444861"/>
                <a:ext cx="1801948" cy="246221"/>
              </a:xfrm>
              <a:prstGeom prst="rect">
                <a:avLst/>
              </a:prstGeom>
              <a:noFill/>
            </p:spPr>
            <p:txBody>
              <a:bodyPr wrap="square" rtlCol="0">
                <a:spAutoFit/>
              </a:bodyPr>
              <a:lstStyle/>
              <a:p>
                <a:r>
                  <a:rPr lang="en-US" sz="1000" b="1" dirty="0">
                    <a:solidFill>
                      <a:schemeClr val="bg1">
                        <a:lumMod val="75000"/>
                      </a:schemeClr>
                    </a:solidFill>
                  </a:rPr>
                  <a:t>Check Job Safety</a:t>
                </a:r>
                <a:endParaRPr lang="en-IN" sz="1000" b="1" dirty="0">
                  <a:solidFill>
                    <a:schemeClr val="bg1">
                      <a:lumMod val="75000"/>
                    </a:schemeClr>
                  </a:solidFill>
                </a:endParaRPr>
              </a:p>
            </p:txBody>
          </p:sp>
          <p:sp>
            <p:nvSpPr>
              <p:cNvPr id="29" name="TextBox 28">
                <a:extLst>
                  <a:ext uri="{FF2B5EF4-FFF2-40B4-BE49-F238E27FC236}">
                    <a16:creationId xmlns:a16="http://schemas.microsoft.com/office/drawing/2014/main" id="{7C14DA0C-11EE-37AF-EDEC-924A225122B5}"/>
                  </a:ext>
                </a:extLst>
              </p:cNvPr>
              <p:cNvSpPr txBox="1"/>
              <p:nvPr/>
            </p:nvSpPr>
            <p:spPr>
              <a:xfrm>
                <a:off x="4810511" y="1799423"/>
                <a:ext cx="2581030" cy="384721"/>
              </a:xfrm>
              <a:prstGeom prst="rect">
                <a:avLst/>
              </a:prstGeom>
              <a:noFill/>
            </p:spPr>
            <p:txBody>
              <a:bodyPr wrap="square" rtlCol="0">
                <a:spAutoFit/>
              </a:bodyPr>
              <a:lstStyle/>
              <a:p>
                <a:pPr>
                  <a:spcAft>
                    <a:spcPts val="600"/>
                  </a:spcAft>
                </a:pPr>
                <a:r>
                  <a:rPr lang="en-US" sz="700" dirty="0">
                    <a:solidFill>
                      <a:schemeClr val="bg1">
                        <a:lumMod val="95000"/>
                      </a:schemeClr>
                    </a:solidFill>
                  </a:rPr>
                  <a:t>“I am worried that AI or automation may affect my role soon.”</a:t>
                </a:r>
                <a:endParaRPr lang="en-US" sz="700" dirty="0">
                  <a:solidFill>
                    <a:schemeClr val="bg1">
                      <a:lumMod val="50000"/>
                    </a:schemeClr>
                  </a:solidFill>
                </a:endParaRPr>
              </a:p>
              <a:p>
                <a:pPr>
                  <a:spcAft>
                    <a:spcPts val="600"/>
                  </a:spcAft>
                </a:pPr>
                <a:r>
                  <a:rPr lang="en-US" sz="700" dirty="0">
                    <a:solidFill>
                      <a:schemeClr val="bg1">
                        <a:lumMod val="50000"/>
                      </a:schemeClr>
                    </a:solidFill>
                  </a:rPr>
                  <a:t>Role: </a:t>
                </a:r>
                <a:r>
                  <a:rPr lang="en-US" sz="700" dirty="0">
                    <a:solidFill>
                      <a:schemeClr val="bg1"/>
                    </a:solidFill>
                  </a:rPr>
                  <a:t>Supervisor</a:t>
                </a:r>
                <a:r>
                  <a:rPr lang="en-US" sz="700" dirty="0">
                    <a:solidFill>
                      <a:schemeClr val="bg1">
                        <a:lumMod val="50000"/>
                      </a:schemeClr>
                    </a:solidFill>
                  </a:rPr>
                  <a:t> | Verdict: </a:t>
                </a:r>
                <a:r>
                  <a:rPr lang="en-US" sz="700" dirty="0">
                    <a:solidFill>
                      <a:schemeClr val="bg1"/>
                    </a:solidFill>
                  </a:rPr>
                  <a:t>Secured</a:t>
                </a:r>
              </a:p>
            </p:txBody>
          </p:sp>
          <p:sp>
            <p:nvSpPr>
              <p:cNvPr id="34" name="TextBox 33">
                <a:extLst>
                  <a:ext uri="{FF2B5EF4-FFF2-40B4-BE49-F238E27FC236}">
                    <a16:creationId xmlns:a16="http://schemas.microsoft.com/office/drawing/2014/main" id="{2204C7B3-A9C8-50FE-B1F7-123EEB03DC04}"/>
                  </a:ext>
                </a:extLst>
              </p:cNvPr>
              <p:cNvSpPr txBox="1"/>
              <p:nvPr/>
            </p:nvSpPr>
            <p:spPr>
              <a:xfrm>
                <a:off x="4801230" y="1628619"/>
                <a:ext cx="1931008" cy="184666"/>
              </a:xfrm>
              <a:prstGeom prst="rect">
                <a:avLst/>
              </a:prstGeom>
              <a:noFill/>
            </p:spPr>
            <p:txBody>
              <a:bodyPr wrap="square" rtlCol="0">
                <a:spAutoFit/>
              </a:bodyPr>
              <a:lstStyle/>
              <a:p>
                <a:r>
                  <a:rPr lang="en-US" sz="600" dirty="0">
                    <a:solidFill>
                      <a:schemeClr val="bg1">
                        <a:lumMod val="75000"/>
                      </a:schemeClr>
                    </a:solidFill>
                  </a:rPr>
                  <a:t>Date 15 Jan 2026 | Duration 00:08:02</a:t>
                </a:r>
              </a:p>
            </p:txBody>
          </p:sp>
        </p:grpSp>
        <p:grpSp>
          <p:nvGrpSpPr>
            <p:cNvPr id="12" name="Group 11">
              <a:extLst>
                <a:ext uri="{FF2B5EF4-FFF2-40B4-BE49-F238E27FC236}">
                  <a16:creationId xmlns:a16="http://schemas.microsoft.com/office/drawing/2014/main" id="{61953818-0723-30FD-A1DF-8CE70389819B}"/>
                </a:ext>
              </a:extLst>
            </p:cNvPr>
            <p:cNvGrpSpPr/>
            <p:nvPr/>
          </p:nvGrpSpPr>
          <p:grpSpPr>
            <a:xfrm>
              <a:off x="4530078" y="1907231"/>
              <a:ext cx="3015997" cy="376111"/>
              <a:chOff x="4530078" y="1907231"/>
              <a:chExt cx="3015997" cy="376111"/>
            </a:xfrm>
          </p:grpSpPr>
          <p:pic>
            <p:nvPicPr>
              <p:cNvPr id="8" name="Picture 7">
                <a:extLst>
                  <a:ext uri="{FF2B5EF4-FFF2-40B4-BE49-F238E27FC236}">
                    <a16:creationId xmlns:a16="http://schemas.microsoft.com/office/drawing/2014/main" id="{E5E55B18-9571-227A-D19A-B1B1879620E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30078" y="1907231"/>
                <a:ext cx="376111" cy="376111"/>
              </a:xfrm>
              <a:prstGeom prst="flowChartConnector">
                <a:avLst/>
              </a:prstGeom>
              <a:ln>
                <a:solidFill>
                  <a:schemeClr val="bg1">
                    <a:lumMod val="65000"/>
                  </a:schemeClr>
                </a:solidFill>
              </a:ln>
            </p:spPr>
          </p:pic>
          <p:sp>
            <p:nvSpPr>
              <p:cNvPr id="10" name="TextBox 9">
                <a:extLst>
                  <a:ext uri="{FF2B5EF4-FFF2-40B4-BE49-F238E27FC236}">
                    <a16:creationId xmlns:a16="http://schemas.microsoft.com/office/drawing/2014/main" id="{A9230B05-85B8-2D5F-043C-2A98CA4491CD}"/>
                  </a:ext>
                </a:extLst>
              </p:cNvPr>
              <p:cNvSpPr txBox="1"/>
              <p:nvPr/>
            </p:nvSpPr>
            <p:spPr>
              <a:xfrm>
                <a:off x="4948013" y="1935380"/>
                <a:ext cx="1479892" cy="307777"/>
              </a:xfrm>
              <a:prstGeom prst="rect">
                <a:avLst/>
              </a:prstGeom>
              <a:noFill/>
            </p:spPr>
            <p:txBody>
              <a:bodyPr wrap="none" rtlCol="0">
                <a:spAutoFit/>
              </a:bodyPr>
              <a:lstStyle/>
              <a:p>
                <a:r>
                  <a:rPr lang="en-US" sz="700" b="1" dirty="0">
                    <a:solidFill>
                      <a:srgbClr val="0070C0"/>
                    </a:solidFill>
                  </a:rPr>
                  <a:t>RISK EXPERT</a:t>
                </a:r>
              </a:p>
              <a:p>
                <a:r>
                  <a:rPr lang="en-US" sz="700" b="1" dirty="0">
                    <a:solidFill>
                      <a:schemeClr val="bg1">
                        <a:lumMod val="85000"/>
                      </a:schemeClr>
                    </a:solidFill>
                  </a:rPr>
                  <a:t>Ayush Verma, </a:t>
                </a:r>
                <a:r>
                  <a:rPr lang="en-US" sz="700" dirty="0">
                    <a:solidFill>
                      <a:schemeClr val="bg1">
                        <a:lumMod val="85000"/>
                      </a:schemeClr>
                    </a:solidFill>
                  </a:rPr>
                  <a:t>Director, Yes Bank</a:t>
                </a:r>
                <a:endParaRPr lang="en-IN" sz="700" dirty="0">
                  <a:solidFill>
                    <a:schemeClr val="bg1">
                      <a:lumMod val="85000"/>
                    </a:schemeClr>
                  </a:solidFill>
                </a:endParaRPr>
              </a:p>
            </p:txBody>
          </p:sp>
          <p:sp>
            <p:nvSpPr>
              <p:cNvPr id="11" name="Rectangle: Rounded Corners 10">
                <a:extLst>
                  <a:ext uri="{FF2B5EF4-FFF2-40B4-BE49-F238E27FC236}">
                    <a16:creationId xmlns:a16="http://schemas.microsoft.com/office/drawing/2014/main" id="{D575ED56-1A64-3AC2-435B-7341DF9DA2F9}"/>
                  </a:ext>
                </a:extLst>
              </p:cNvPr>
              <p:cNvSpPr/>
              <p:nvPr/>
            </p:nvSpPr>
            <p:spPr>
              <a:xfrm>
                <a:off x="7099877" y="2005235"/>
                <a:ext cx="446198" cy="180101"/>
              </a:xfrm>
              <a:prstGeom prst="roundRect">
                <a:avLst>
                  <a:gd name="adj" fmla="val 12145"/>
                </a:avLst>
              </a:prstGeom>
              <a:ln/>
            </p:spPr>
            <p:style>
              <a:lnRef idx="0">
                <a:schemeClr val="dk1"/>
              </a:lnRef>
              <a:fillRef idx="3">
                <a:schemeClr val="dk1"/>
              </a:fillRef>
              <a:effectRef idx="3">
                <a:schemeClr val="dk1"/>
              </a:effectRef>
              <a:fontRef idx="minor">
                <a:schemeClr val="lt1"/>
              </a:fontRef>
            </p:style>
            <p:txBody>
              <a:bodyPr rtlCol="0" anchor="ctr"/>
              <a:lstStyle/>
              <a:p>
                <a:pPr algn="ctr"/>
                <a:r>
                  <a:rPr lang="en-US" sz="800" dirty="0">
                    <a:solidFill>
                      <a:srgbClr val="00B0F0"/>
                    </a:solidFill>
                  </a:rPr>
                  <a:t>Chat</a:t>
                </a:r>
                <a:endParaRPr lang="en-IN" sz="800" dirty="0">
                  <a:solidFill>
                    <a:srgbClr val="00B0F0"/>
                  </a:solidFill>
                </a:endParaRPr>
              </a:p>
            </p:txBody>
          </p:sp>
        </p:grpSp>
      </p:grpSp>
      <p:sp>
        <p:nvSpPr>
          <p:cNvPr id="14" name="TextBox 13">
            <a:extLst>
              <a:ext uri="{FF2B5EF4-FFF2-40B4-BE49-F238E27FC236}">
                <a16:creationId xmlns:a16="http://schemas.microsoft.com/office/drawing/2014/main" id="{6FBB9F8C-69EC-B66D-8518-FC464C25A8E7}"/>
              </a:ext>
            </a:extLst>
          </p:cNvPr>
          <p:cNvSpPr txBox="1"/>
          <p:nvPr/>
        </p:nvSpPr>
        <p:spPr>
          <a:xfrm>
            <a:off x="1170314" y="3543675"/>
            <a:ext cx="2382350" cy="230832"/>
          </a:xfrm>
          <a:prstGeom prst="rect">
            <a:avLst/>
          </a:prstGeom>
          <a:noFill/>
        </p:spPr>
        <p:txBody>
          <a:bodyPr wrap="square" rtlCol="0">
            <a:spAutoFit/>
          </a:bodyPr>
          <a:lstStyle/>
          <a:p>
            <a:pPr algn="r"/>
            <a:r>
              <a:rPr lang="en-US" sz="900" dirty="0">
                <a:solidFill>
                  <a:schemeClr val="bg1">
                    <a:lumMod val="65000"/>
                  </a:schemeClr>
                </a:solidFill>
              </a:rPr>
              <a:t>User can see the context of the case here</a:t>
            </a:r>
            <a:endParaRPr lang="en-IN" sz="900" dirty="0">
              <a:solidFill>
                <a:schemeClr val="bg1">
                  <a:lumMod val="65000"/>
                </a:schemeClr>
              </a:solidFill>
            </a:endParaRPr>
          </a:p>
        </p:txBody>
      </p:sp>
      <p:cxnSp>
        <p:nvCxnSpPr>
          <p:cNvPr id="15" name="Connector: Elbow 14">
            <a:extLst>
              <a:ext uri="{FF2B5EF4-FFF2-40B4-BE49-F238E27FC236}">
                <a16:creationId xmlns:a16="http://schemas.microsoft.com/office/drawing/2014/main" id="{5BBFA37E-D1E0-A994-4A8C-F7704BBCA4A6}"/>
              </a:ext>
            </a:extLst>
          </p:cNvPr>
          <p:cNvCxnSpPr>
            <a:cxnSpLocks/>
            <a:stCxn id="14" idx="3"/>
          </p:cNvCxnSpPr>
          <p:nvPr/>
        </p:nvCxnSpPr>
        <p:spPr>
          <a:xfrm>
            <a:off x="3552664" y="3659091"/>
            <a:ext cx="753601" cy="7029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83335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C0019-E239-C88D-80A4-6B148F3980A2}"/>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6FFD11E8-E7A6-7538-C45A-A0CD14519A38}"/>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BB4BE081-9C32-FB18-1E98-120262F9C95D}"/>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43368E08-CF11-B23A-F6F3-A1FFD39D9F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A1268B87-0FCD-214C-3F9B-818F115B8DE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grpSp>
        <p:nvGrpSpPr>
          <p:cNvPr id="7" name="Group 6">
            <a:extLst>
              <a:ext uri="{FF2B5EF4-FFF2-40B4-BE49-F238E27FC236}">
                <a16:creationId xmlns:a16="http://schemas.microsoft.com/office/drawing/2014/main" id="{696AABC8-524F-AC91-E0EC-ECFD80E1DB81}"/>
              </a:ext>
            </a:extLst>
          </p:cNvPr>
          <p:cNvGrpSpPr/>
          <p:nvPr/>
        </p:nvGrpSpPr>
        <p:grpSpPr>
          <a:xfrm>
            <a:off x="4516548" y="900133"/>
            <a:ext cx="2019595" cy="253916"/>
            <a:chOff x="4516548" y="900133"/>
            <a:chExt cx="2019595" cy="253916"/>
          </a:xfrm>
        </p:grpSpPr>
        <p:sp>
          <p:nvSpPr>
            <p:cNvPr id="5" name="TextBox 4">
              <a:extLst>
                <a:ext uri="{FF2B5EF4-FFF2-40B4-BE49-F238E27FC236}">
                  <a16:creationId xmlns:a16="http://schemas.microsoft.com/office/drawing/2014/main" id="{2F0586D9-97F0-FB31-F972-217C0A18ABC5}"/>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My Records</a:t>
              </a:r>
              <a:endParaRPr lang="en-IN" sz="1050" b="1" dirty="0">
                <a:solidFill>
                  <a:srgbClr val="EE7723"/>
                </a:solidFill>
              </a:endParaRPr>
            </a:p>
          </p:txBody>
        </p:sp>
        <p:pic>
          <p:nvPicPr>
            <p:cNvPr id="6" name="Graphic 5" descr="Address Book outline">
              <a:extLst>
                <a:ext uri="{FF2B5EF4-FFF2-40B4-BE49-F238E27FC236}">
                  <a16:creationId xmlns:a16="http://schemas.microsoft.com/office/drawing/2014/main" id="{B83FEA60-5D34-5496-DB80-E619D139AD2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16548" y="931803"/>
              <a:ext cx="190575" cy="190575"/>
            </a:xfrm>
            <a:prstGeom prst="rect">
              <a:avLst/>
            </a:prstGeom>
          </p:spPr>
        </p:pic>
      </p:grpSp>
      <p:grpSp>
        <p:nvGrpSpPr>
          <p:cNvPr id="36" name="Group 35">
            <a:extLst>
              <a:ext uri="{FF2B5EF4-FFF2-40B4-BE49-F238E27FC236}">
                <a16:creationId xmlns:a16="http://schemas.microsoft.com/office/drawing/2014/main" id="{97E7833C-932B-7085-7D6F-DC7FD6264E60}"/>
              </a:ext>
            </a:extLst>
          </p:cNvPr>
          <p:cNvGrpSpPr/>
          <p:nvPr/>
        </p:nvGrpSpPr>
        <p:grpSpPr>
          <a:xfrm>
            <a:off x="4433231" y="2381689"/>
            <a:ext cx="3116937" cy="289004"/>
            <a:chOff x="4433231" y="2381689"/>
            <a:chExt cx="3116937" cy="289004"/>
          </a:xfrm>
        </p:grpSpPr>
        <p:sp>
          <p:nvSpPr>
            <p:cNvPr id="4" name="Rectangle: Rounded Corners 3">
              <a:extLst>
                <a:ext uri="{FF2B5EF4-FFF2-40B4-BE49-F238E27FC236}">
                  <a16:creationId xmlns:a16="http://schemas.microsoft.com/office/drawing/2014/main" id="{FBD64223-CE9A-DD10-5BB0-7E03A4EBAEB9}"/>
                </a:ext>
              </a:extLst>
            </p:cNvPr>
            <p:cNvSpPr/>
            <p:nvPr/>
          </p:nvSpPr>
          <p:spPr>
            <a:xfrm>
              <a:off x="4433231"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Context</a:t>
              </a:r>
              <a:endParaRPr lang="en-IN" sz="800" dirty="0"/>
            </a:p>
          </p:txBody>
        </p:sp>
        <p:sp>
          <p:nvSpPr>
            <p:cNvPr id="24" name="Rectangle: Rounded Corners 23">
              <a:extLst>
                <a:ext uri="{FF2B5EF4-FFF2-40B4-BE49-F238E27FC236}">
                  <a16:creationId xmlns:a16="http://schemas.microsoft.com/office/drawing/2014/main" id="{5271EDAA-A38D-2C60-164A-343420F58106}"/>
                </a:ext>
              </a:extLst>
            </p:cNvPr>
            <p:cNvSpPr/>
            <p:nvPr/>
          </p:nvSpPr>
          <p:spPr>
            <a:xfrm>
              <a:off x="5060595" y="2381689"/>
              <a:ext cx="607481" cy="289004"/>
            </a:xfrm>
            <a:prstGeom prst="roundRect">
              <a:avLst>
                <a:gd name="adj" fmla="val 12145"/>
              </a:avLst>
            </a:prstGeom>
            <a:ln/>
          </p:spPr>
          <p:style>
            <a:lnRef idx="0">
              <a:schemeClr val="accent2"/>
            </a:lnRef>
            <a:fillRef idx="3">
              <a:schemeClr val="accent2"/>
            </a:fillRef>
            <a:effectRef idx="3">
              <a:schemeClr val="accent2"/>
            </a:effectRef>
            <a:fontRef idx="minor">
              <a:schemeClr val="lt1"/>
            </a:fontRef>
          </p:style>
          <p:txBody>
            <a:bodyPr rtlCol="0" anchor="b"/>
            <a:lstStyle/>
            <a:p>
              <a:pPr algn="ctr"/>
              <a:r>
                <a:rPr lang="en-US" sz="800" dirty="0"/>
                <a:t>Data</a:t>
              </a:r>
              <a:endParaRPr lang="en-IN" sz="800" dirty="0"/>
            </a:p>
          </p:txBody>
        </p:sp>
        <p:sp>
          <p:nvSpPr>
            <p:cNvPr id="26" name="Rectangle: Rounded Corners 25">
              <a:extLst>
                <a:ext uri="{FF2B5EF4-FFF2-40B4-BE49-F238E27FC236}">
                  <a16:creationId xmlns:a16="http://schemas.microsoft.com/office/drawing/2014/main" id="{BCC66C23-9379-5E73-9AE5-042E43B80FF4}"/>
                </a:ext>
              </a:extLst>
            </p:cNvPr>
            <p:cNvSpPr/>
            <p:nvPr/>
          </p:nvSpPr>
          <p:spPr>
            <a:xfrm>
              <a:off x="5687959"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Basis</a:t>
              </a:r>
              <a:endParaRPr lang="en-IN" sz="800" dirty="0"/>
            </a:p>
          </p:txBody>
        </p:sp>
        <p:sp>
          <p:nvSpPr>
            <p:cNvPr id="28" name="Rectangle: Rounded Corners 27">
              <a:extLst>
                <a:ext uri="{FF2B5EF4-FFF2-40B4-BE49-F238E27FC236}">
                  <a16:creationId xmlns:a16="http://schemas.microsoft.com/office/drawing/2014/main" id="{1823F664-ADE6-1112-D3F4-7BBC51C03182}"/>
                </a:ext>
              </a:extLst>
            </p:cNvPr>
            <p:cNvSpPr/>
            <p:nvPr/>
          </p:nvSpPr>
          <p:spPr>
            <a:xfrm>
              <a:off x="6315323"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Insights</a:t>
              </a:r>
              <a:endParaRPr lang="en-IN" sz="800" dirty="0"/>
            </a:p>
          </p:txBody>
        </p:sp>
        <p:sp>
          <p:nvSpPr>
            <p:cNvPr id="35" name="Rectangle: Rounded Corners 34">
              <a:extLst>
                <a:ext uri="{FF2B5EF4-FFF2-40B4-BE49-F238E27FC236}">
                  <a16:creationId xmlns:a16="http://schemas.microsoft.com/office/drawing/2014/main" id="{CBF90F7A-8824-6D1B-E2B4-D9F4225663B2}"/>
                </a:ext>
              </a:extLst>
            </p:cNvPr>
            <p:cNvSpPr/>
            <p:nvPr/>
          </p:nvSpPr>
          <p:spPr>
            <a:xfrm>
              <a:off x="6942687"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Report</a:t>
              </a:r>
              <a:endParaRPr lang="en-IN" sz="800" dirty="0"/>
            </a:p>
          </p:txBody>
        </p:sp>
      </p:grpSp>
      <p:sp>
        <p:nvSpPr>
          <p:cNvPr id="37" name="Rectangle: Rounded Corners 36">
            <a:extLst>
              <a:ext uri="{FF2B5EF4-FFF2-40B4-BE49-F238E27FC236}">
                <a16:creationId xmlns:a16="http://schemas.microsoft.com/office/drawing/2014/main" id="{F7F32196-C155-0BDA-8D6C-2DE36485097D}"/>
              </a:ext>
            </a:extLst>
          </p:cNvPr>
          <p:cNvSpPr/>
          <p:nvPr/>
        </p:nvSpPr>
        <p:spPr>
          <a:xfrm>
            <a:off x="4433231" y="2725020"/>
            <a:ext cx="3112844" cy="3904379"/>
          </a:xfrm>
          <a:prstGeom prst="roundRect">
            <a:avLst>
              <a:gd name="adj" fmla="val 1521"/>
            </a:avLst>
          </a:prstGeom>
          <a:solidFill>
            <a:schemeClr val="bg2">
              <a:lumMod val="25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sp>
        <p:nvSpPr>
          <p:cNvPr id="2" name="Rectangle: Rounded Corners 1">
            <a:extLst>
              <a:ext uri="{FF2B5EF4-FFF2-40B4-BE49-F238E27FC236}">
                <a16:creationId xmlns:a16="http://schemas.microsoft.com/office/drawing/2014/main" id="{44FF69D1-E729-4815-A509-3FD8AE20C666}"/>
              </a:ext>
            </a:extLst>
          </p:cNvPr>
          <p:cNvSpPr/>
          <p:nvPr/>
        </p:nvSpPr>
        <p:spPr>
          <a:xfrm>
            <a:off x="4585631" y="2833244"/>
            <a:ext cx="2833478" cy="614300"/>
          </a:xfrm>
          <a:prstGeom prst="roundRect">
            <a:avLst>
              <a:gd name="adj" fmla="val 9979"/>
            </a:avLst>
          </a:prstGeom>
          <a:solidFill>
            <a:schemeClr val="bg2">
              <a:lumMod val="75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sp>
        <p:nvSpPr>
          <p:cNvPr id="3" name="Rectangle: Rounded Corners 2">
            <a:extLst>
              <a:ext uri="{FF2B5EF4-FFF2-40B4-BE49-F238E27FC236}">
                <a16:creationId xmlns:a16="http://schemas.microsoft.com/office/drawing/2014/main" id="{863B7506-3D19-4113-B883-FE477E0EDA9C}"/>
              </a:ext>
            </a:extLst>
          </p:cNvPr>
          <p:cNvSpPr/>
          <p:nvPr/>
        </p:nvSpPr>
        <p:spPr>
          <a:xfrm>
            <a:off x="4585631" y="3611469"/>
            <a:ext cx="2833478" cy="614300"/>
          </a:xfrm>
          <a:prstGeom prst="roundRect">
            <a:avLst>
              <a:gd name="adj" fmla="val 9979"/>
            </a:avLst>
          </a:prstGeom>
          <a:solidFill>
            <a:schemeClr val="bg2">
              <a:lumMod val="75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sp>
        <p:nvSpPr>
          <p:cNvPr id="8" name="Rectangle: Rounded Corners 7">
            <a:extLst>
              <a:ext uri="{FF2B5EF4-FFF2-40B4-BE49-F238E27FC236}">
                <a16:creationId xmlns:a16="http://schemas.microsoft.com/office/drawing/2014/main" id="{4A42F3DA-8F09-32A4-4C12-0FDF0F1DB86D}"/>
              </a:ext>
            </a:extLst>
          </p:cNvPr>
          <p:cNvSpPr/>
          <p:nvPr/>
        </p:nvSpPr>
        <p:spPr>
          <a:xfrm>
            <a:off x="4584312" y="4389694"/>
            <a:ext cx="2833478" cy="614300"/>
          </a:xfrm>
          <a:prstGeom prst="roundRect">
            <a:avLst>
              <a:gd name="adj" fmla="val 9979"/>
            </a:avLst>
          </a:prstGeom>
          <a:solidFill>
            <a:schemeClr val="bg2">
              <a:lumMod val="75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sp>
        <p:nvSpPr>
          <p:cNvPr id="10" name="Rectangle: Rounded Corners 9">
            <a:extLst>
              <a:ext uri="{FF2B5EF4-FFF2-40B4-BE49-F238E27FC236}">
                <a16:creationId xmlns:a16="http://schemas.microsoft.com/office/drawing/2014/main" id="{BD11BBD2-221F-0BD2-32CB-E5F6A7BF453E}"/>
              </a:ext>
            </a:extLst>
          </p:cNvPr>
          <p:cNvSpPr/>
          <p:nvPr/>
        </p:nvSpPr>
        <p:spPr>
          <a:xfrm>
            <a:off x="4584312" y="5202396"/>
            <a:ext cx="2833478" cy="614300"/>
          </a:xfrm>
          <a:prstGeom prst="roundRect">
            <a:avLst>
              <a:gd name="adj" fmla="val 9979"/>
            </a:avLst>
          </a:prstGeom>
          <a:solidFill>
            <a:schemeClr val="bg2">
              <a:lumMod val="75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grpSp>
        <p:nvGrpSpPr>
          <p:cNvPr id="21" name="Group 20">
            <a:extLst>
              <a:ext uri="{FF2B5EF4-FFF2-40B4-BE49-F238E27FC236}">
                <a16:creationId xmlns:a16="http://schemas.microsoft.com/office/drawing/2014/main" id="{D4F6F281-1C38-43C0-3011-66FE145A8FB4}"/>
              </a:ext>
            </a:extLst>
          </p:cNvPr>
          <p:cNvGrpSpPr/>
          <p:nvPr/>
        </p:nvGrpSpPr>
        <p:grpSpPr>
          <a:xfrm>
            <a:off x="4478448" y="1141770"/>
            <a:ext cx="3067627" cy="1141572"/>
            <a:chOff x="4478448" y="1141770"/>
            <a:chExt cx="3067627" cy="1141572"/>
          </a:xfrm>
        </p:grpSpPr>
        <p:grpSp>
          <p:nvGrpSpPr>
            <p:cNvPr id="22" name="Group 21">
              <a:extLst>
                <a:ext uri="{FF2B5EF4-FFF2-40B4-BE49-F238E27FC236}">
                  <a16:creationId xmlns:a16="http://schemas.microsoft.com/office/drawing/2014/main" id="{73149D0C-134A-A404-97CF-F5AF2C3A2957}"/>
                </a:ext>
              </a:extLst>
            </p:cNvPr>
            <p:cNvGrpSpPr/>
            <p:nvPr/>
          </p:nvGrpSpPr>
          <p:grpSpPr>
            <a:xfrm>
              <a:off x="4478448" y="1141770"/>
              <a:ext cx="2867775" cy="739283"/>
              <a:chOff x="4523766" y="1444861"/>
              <a:chExt cx="2867775" cy="739283"/>
            </a:xfrm>
          </p:grpSpPr>
          <p:pic>
            <p:nvPicPr>
              <p:cNvPr id="41" name="Graphic 40" descr="Shield Tick outline">
                <a:extLst>
                  <a:ext uri="{FF2B5EF4-FFF2-40B4-BE49-F238E27FC236}">
                    <a16:creationId xmlns:a16="http://schemas.microsoft.com/office/drawing/2014/main" id="{C0AE68CF-A3CC-CF8E-AC94-F9A1E827EA8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23766" y="1474731"/>
                <a:ext cx="289004" cy="289004"/>
              </a:xfrm>
              <a:prstGeom prst="rect">
                <a:avLst/>
              </a:prstGeom>
            </p:spPr>
          </p:pic>
          <p:sp>
            <p:nvSpPr>
              <p:cNvPr id="42" name="TextBox 41">
                <a:extLst>
                  <a:ext uri="{FF2B5EF4-FFF2-40B4-BE49-F238E27FC236}">
                    <a16:creationId xmlns:a16="http://schemas.microsoft.com/office/drawing/2014/main" id="{EF3CC43B-36A0-16ED-650C-E7914E4777AD}"/>
                  </a:ext>
                </a:extLst>
              </p:cNvPr>
              <p:cNvSpPr txBox="1"/>
              <p:nvPr/>
            </p:nvSpPr>
            <p:spPr>
              <a:xfrm>
                <a:off x="4810511" y="1444861"/>
                <a:ext cx="1801948" cy="246221"/>
              </a:xfrm>
              <a:prstGeom prst="rect">
                <a:avLst/>
              </a:prstGeom>
              <a:noFill/>
            </p:spPr>
            <p:txBody>
              <a:bodyPr wrap="square" rtlCol="0">
                <a:spAutoFit/>
              </a:bodyPr>
              <a:lstStyle/>
              <a:p>
                <a:r>
                  <a:rPr lang="en-US" sz="1000" b="1" dirty="0">
                    <a:solidFill>
                      <a:schemeClr val="bg1">
                        <a:lumMod val="75000"/>
                      </a:schemeClr>
                    </a:solidFill>
                  </a:rPr>
                  <a:t>Check Job Safety</a:t>
                </a:r>
                <a:endParaRPr lang="en-IN" sz="1000" b="1" dirty="0">
                  <a:solidFill>
                    <a:schemeClr val="bg1">
                      <a:lumMod val="75000"/>
                    </a:schemeClr>
                  </a:solidFill>
                </a:endParaRPr>
              </a:p>
            </p:txBody>
          </p:sp>
          <p:sp>
            <p:nvSpPr>
              <p:cNvPr id="43" name="TextBox 42">
                <a:extLst>
                  <a:ext uri="{FF2B5EF4-FFF2-40B4-BE49-F238E27FC236}">
                    <a16:creationId xmlns:a16="http://schemas.microsoft.com/office/drawing/2014/main" id="{6D5A2120-7439-9D85-55BD-33FD1919A908}"/>
                  </a:ext>
                </a:extLst>
              </p:cNvPr>
              <p:cNvSpPr txBox="1"/>
              <p:nvPr/>
            </p:nvSpPr>
            <p:spPr>
              <a:xfrm>
                <a:off x="4810511" y="1799423"/>
                <a:ext cx="2581030" cy="384721"/>
              </a:xfrm>
              <a:prstGeom prst="rect">
                <a:avLst/>
              </a:prstGeom>
              <a:noFill/>
            </p:spPr>
            <p:txBody>
              <a:bodyPr wrap="square" rtlCol="0">
                <a:spAutoFit/>
              </a:bodyPr>
              <a:lstStyle/>
              <a:p>
                <a:pPr>
                  <a:spcAft>
                    <a:spcPts val="600"/>
                  </a:spcAft>
                </a:pPr>
                <a:r>
                  <a:rPr lang="en-US" sz="700" dirty="0">
                    <a:solidFill>
                      <a:schemeClr val="bg1">
                        <a:lumMod val="95000"/>
                      </a:schemeClr>
                    </a:solidFill>
                  </a:rPr>
                  <a:t>“I am worried that AI or automation may affect my role soon.”</a:t>
                </a:r>
                <a:endParaRPr lang="en-US" sz="700" dirty="0">
                  <a:solidFill>
                    <a:schemeClr val="bg1">
                      <a:lumMod val="50000"/>
                    </a:schemeClr>
                  </a:solidFill>
                </a:endParaRPr>
              </a:p>
              <a:p>
                <a:pPr>
                  <a:spcAft>
                    <a:spcPts val="600"/>
                  </a:spcAft>
                </a:pPr>
                <a:r>
                  <a:rPr lang="en-US" sz="700" dirty="0">
                    <a:solidFill>
                      <a:schemeClr val="bg1">
                        <a:lumMod val="50000"/>
                      </a:schemeClr>
                    </a:solidFill>
                  </a:rPr>
                  <a:t>Role: </a:t>
                </a:r>
                <a:r>
                  <a:rPr lang="en-US" sz="700" dirty="0">
                    <a:solidFill>
                      <a:schemeClr val="bg1"/>
                    </a:solidFill>
                  </a:rPr>
                  <a:t>Supervisor</a:t>
                </a:r>
                <a:r>
                  <a:rPr lang="en-US" sz="700" dirty="0">
                    <a:solidFill>
                      <a:schemeClr val="bg1">
                        <a:lumMod val="50000"/>
                      </a:schemeClr>
                    </a:solidFill>
                  </a:rPr>
                  <a:t> | Verdict: </a:t>
                </a:r>
                <a:r>
                  <a:rPr lang="en-US" sz="700" dirty="0">
                    <a:solidFill>
                      <a:schemeClr val="bg1"/>
                    </a:solidFill>
                  </a:rPr>
                  <a:t>Secured</a:t>
                </a:r>
              </a:p>
            </p:txBody>
          </p:sp>
          <p:sp>
            <p:nvSpPr>
              <p:cNvPr id="44" name="TextBox 43">
                <a:extLst>
                  <a:ext uri="{FF2B5EF4-FFF2-40B4-BE49-F238E27FC236}">
                    <a16:creationId xmlns:a16="http://schemas.microsoft.com/office/drawing/2014/main" id="{ABF49A26-337E-9521-F35F-3365E0F18E8F}"/>
                  </a:ext>
                </a:extLst>
              </p:cNvPr>
              <p:cNvSpPr txBox="1"/>
              <p:nvPr/>
            </p:nvSpPr>
            <p:spPr>
              <a:xfrm>
                <a:off x="4801230" y="1628619"/>
                <a:ext cx="1931008" cy="184666"/>
              </a:xfrm>
              <a:prstGeom prst="rect">
                <a:avLst/>
              </a:prstGeom>
              <a:noFill/>
            </p:spPr>
            <p:txBody>
              <a:bodyPr wrap="square" rtlCol="0">
                <a:spAutoFit/>
              </a:bodyPr>
              <a:lstStyle/>
              <a:p>
                <a:r>
                  <a:rPr lang="en-US" sz="600" dirty="0">
                    <a:solidFill>
                      <a:schemeClr val="bg1">
                        <a:lumMod val="75000"/>
                      </a:schemeClr>
                    </a:solidFill>
                  </a:rPr>
                  <a:t>Date 15 Jan 2026 | Duration 00:08:02</a:t>
                </a:r>
              </a:p>
            </p:txBody>
          </p:sp>
        </p:grpSp>
        <p:grpSp>
          <p:nvGrpSpPr>
            <p:cNvPr id="23" name="Group 22">
              <a:extLst>
                <a:ext uri="{FF2B5EF4-FFF2-40B4-BE49-F238E27FC236}">
                  <a16:creationId xmlns:a16="http://schemas.microsoft.com/office/drawing/2014/main" id="{71E8900F-9D64-7330-9877-43F4E6A94D40}"/>
                </a:ext>
              </a:extLst>
            </p:cNvPr>
            <p:cNvGrpSpPr/>
            <p:nvPr/>
          </p:nvGrpSpPr>
          <p:grpSpPr>
            <a:xfrm>
              <a:off x="4530078" y="1907231"/>
              <a:ext cx="3015997" cy="376111"/>
              <a:chOff x="4530078" y="1907231"/>
              <a:chExt cx="3015997" cy="376111"/>
            </a:xfrm>
          </p:grpSpPr>
          <p:pic>
            <p:nvPicPr>
              <p:cNvPr id="38" name="Picture 37">
                <a:extLst>
                  <a:ext uri="{FF2B5EF4-FFF2-40B4-BE49-F238E27FC236}">
                    <a16:creationId xmlns:a16="http://schemas.microsoft.com/office/drawing/2014/main" id="{7BCD0989-EF8D-BB79-5F28-2D4066FD5E9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30078" y="1907231"/>
                <a:ext cx="376111" cy="376111"/>
              </a:xfrm>
              <a:prstGeom prst="flowChartConnector">
                <a:avLst/>
              </a:prstGeom>
              <a:ln>
                <a:solidFill>
                  <a:schemeClr val="bg1">
                    <a:lumMod val="65000"/>
                  </a:schemeClr>
                </a:solidFill>
              </a:ln>
            </p:spPr>
          </p:pic>
          <p:sp>
            <p:nvSpPr>
              <p:cNvPr id="39" name="TextBox 38">
                <a:extLst>
                  <a:ext uri="{FF2B5EF4-FFF2-40B4-BE49-F238E27FC236}">
                    <a16:creationId xmlns:a16="http://schemas.microsoft.com/office/drawing/2014/main" id="{FFCEC9FA-0A6C-D11F-28F2-86A48B78804A}"/>
                  </a:ext>
                </a:extLst>
              </p:cNvPr>
              <p:cNvSpPr txBox="1"/>
              <p:nvPr/>
            </p:nvSpPr>
            <p:spPr>
              <a:xfrm>
                <a:off x="4948013" y="1935380"/>
                <a:ext cx="1479892" cy="307777"/>
              </a:xfrm>
              <a:prstGeom prst="rect">
                <a:avLst/>
              </a:prstGeom>
              <a:noFill/>
            </p:spPr>
            <p:txBody>
              <a:bodyPr wrap="none" rtlCol="0">
                <a:spAutoFit/>
              </a:bodyPr>
              <a:lstStyle/>
              <a:p>
                <a:r>
                  <a:rPr lang="en-US" sz="700" b="1" dirty="0">
                    <a:solidFill>
                      <a:srgbClr val="0070C0"/>
                    </a:solidFill>
                  </a:rPr>
                  <a:t>RISK EXPERT</a:t>
                </a:r>
              </a:p>
              <a:p>
                <a:r>
                  <a:rPr lang="en-US" sz="700" b="1" dirty="0">
                    <a:solidFill>
                      <a:schemeClr val="bg1">
                        <a:lumMod val="85000"/>
                      </a:schemeClr>
                    </a:solidFill>
                  </a:rPr>
                  <a:t>Ayush Verma, </a:t>
                </a:r>
                <a:r>
                  <a:rPr lang="en-US" sz="700" dirty="0">
                    <a:solidFill>
                      <a:schemeClr val="bg1">
                        <a:lumMod val="85000"/>
                      </a:schemeClr>
                    </a:solidFill>
                  </a:rPr>
                  <a:t>Director, Yes Bank</a:t>
                </a:r>
                <a:endParaRPr lang="en-IN" sz="700" dirty="0">
                  <a:solidFill>
                    <a:schemeClr val="bg1">
                      <a:lumMod val="85000"/>
                    </a:schemeClr>
                  </a:solidFill>
                </a:endParaRPr>
              </a:p>
            </p:txBody>
          </p:sp>
          <p:sp>
            <p:nvSpPr>
              <p:cNvPr id="40" name="Rectangle: Rounded Corners 39">
                <a:extLst>
                  <a:ext uri="{FF2B5EF4-FFF2-40B4-BE49-F238E27FC236}">
                    <a16:creationId xmlns:a16="http://schemas.microsoft.com/office/drawing/2014/main" id="{16DD010C-70E0-F8D9-3E30-C5575E656BAF}"/>
                  </a:ext>
                </a:extLst>
              </p:cNvPr>
              <p:cNvSpPr/>
              <p:nvPr/>
            </p:nvSpPr>
            <p:spPr>
              <a:xfrm>
                <a:off x="7099877" y="2005235"/>
                <a:ext cx="446198" cy="180101"/>
              </a:xfrm>
              <a:prstGeom prst="roundRect">
                <a:avLst>
                  <a:gd name="adj" fmla="val 12145"/>
                </a:avLst>
              </a:prstGeom>
              <a:ln/>
            </p:spPr>
            <p:style>
              <a:lnRef idx="0">
                <a:schemeClr val="dk1"/>
              </a:lnRef>
              <a:fillRef idx="3">
                <a:schemeClr val="dk1"/>
              </a:fillRef>
              <a:effectRef idx="3">
                <a:schemeClr val="dk1"/>
              </a:effectRef>
              <a:fontRef idx="minor">
                <a:schemeClr val="lt1"/>
              </a:fontRef>
            </p:style>
            <p:txBody>
              <a:bodyPr rtlCol="0" anchor="ctr"/>
              <a:lstStyle/>
              <a:p>
                <a:pPr algn="ctr"/>
                <a:r>
                  <a:rPr lang="en-US" sz="800" dirty="0">
                    <a:solidFill>
                      <a:srgbClr val="00B0F0"/>
                    </a:solidFill>
                  </a:rPr>
                  <a:t>Chat</a:t>
                </a:r>
                <a:endParaRPr lang="en-IN" sz="800" dirty="0">
                  <a:solidFill>
                    <a:srgbClr val="00B0F0"/>
                  </a:solidFill>
                </a:endParaRPr>
              </a:p>
            </p:txBody>
          </p:sp>
        </p:grpSp>
      </p:grpSp>
      <p:sp>
        <p:nvSpPr>
          <p:cNvPr id="45" name="TextBox 44">
            <a:extLst>
              <a:ext uri="{FF2B5EF4-FFF2-40B4-BE49-F238E27FC236}">
                <a16:creationId xmlns:a16="http://schemas.microsoft.com/office/drawing/2014/main" id="{83F8B45A-4614-712D-79FC-76CC890C5F19}"/>
              </a:ext>
            </a:extLst>
          </p:cNvPr>
          <p:cNvSpPr txBox="1"/>
          <p:nvPr/>
        </p:nvSpPr>
        <p:spPr>
          <a:xfrm>
            <a:off x="1170314" y="3543675"/>
            <a:ext cx="2382350" cy="369332"/>
          </a:xfrm>
          <a:prstGeom prst="rect">
            <a:avLst/>
          </a:prstGeom>
          <a:noFill/>
        </p:spPr>
        <p:txBody>
          <a:bodyPr wrap="square" rtlCol="0">
            <a:spAutoFit/>
          </a:bodyPr>
          <a:lstStyle/>
          <a:p>
            <a:pPr algn="r"/>
            <a:r>
              <a:rPr lang="en-US" sz="900" dirty="0">
                <a:solidFill>
                  <a:schemeClr val="bg1">
                    <a:lumMod val="65000"/>
                  </a:schemeClr>
                </a:solidFill>
              </a:rPr>
              <a:t>User can see the all the user data collected for the case here</a:t>
            </a:r>
            <a:endParaRPr lang="en-IN" sz="900" dirty="0">
              <a:solidFill>
                <a:schemeClr val="bg1">
                  <a:lumMod val="65000"/>
                </a:schemeClr>
              </a:solidFill>
            </a:endParaRPr>
          </a:p>
        </p:txBody>
      </p:sp>
      <p:cxnSp>
        <p:nvCxnSpPr>
          <p:cNvPr id="46" name="Connector: Elbow 45">
            <a:extLst>
              <a:ext uri="{FF2B5EF4-FFF2-40B4-BE49-F238E27FC236}">
                <a16:creationId xmlns:a16="http://schemas.microsoft.com/office/drawing/2014/main" id="{147E9BE5-3E8F-A9D9-5F30-4249A53CF533}"/>
              </a:ext>
            </a:extLst>
          </p:cNvPr>
          <p:cNvCxnSpPr>
            <a:cxnSpLocks/>
            <a:stCxn id="45" idx="3"/>
          </p:cNvCxnSpPr>
          <p:nvPr/>
        </p:nvCxnSpPr>
        <p:spPr>
          <a:xfrm>
            <a:off x="3552664" y="3728341"/>
            <a:ext cx="753601" cy="63368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99812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933C6-45B7-0453-1997-6ABAE38268B7}"/>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3ECC29EB-9CA6-C6D1-2E14-010FC11B5839}"/>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A648429E-334D-58A9-157C-C57F8C348422}"/>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9B5F0EE3-CECB-6AF9-9269-972D1DF842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07D3FDFE-323A-35EA-F092-5634D269E89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grpSp>
        <p:nvGrpSpPr>
          <p:cNvPr id="7" name="Group 6">
            <a:extLst>
              <a:ext uri="{FF2B5EF4-FFF2-40B4-BE49-F238E27FC236}">
                <a16:creationId xmlns:a16="http://schemas.microsoft.com/office/drawing/2014/main" id="{D2DB7E6E-2C9E-ADD2-08D0-FA2E9F6720A2}"/>
              </a:ext>
            </a:extLst>
          </p:cNvPr>
          <p:cNvGrpSpPr/>
          <p:nvPr/>
        </p:nvGrpSpPr>
        <p:grpSpPr>
          <a:xfrm>
            <a:off x="4516548" y="900133"/>
            <a:ext cx="2019595" cy="253916"/>
            <a:chOff x="4516548" y="900133"/>
            <a:chExt cx="2019595" cy="253916"/>
          </a:xfrm>
        </p:grpSpPr>
        <p:sp>
          <p:nvSpPr>
            <p:cNvPr id="5" name="TextBox 4">
              <a:extLst>
                <a:ext uri="{FF2B5EF4-FFF2-40B4-BE49-F238E27FC236}">
                  <a16:creationId xmlns:a16="http://schemas.microsoft.com/office/drawing/2014/main" id="{674FC38E-7A7A-C3ED-75B5-58C693EE349C}"/>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My Records</a:t>
              </a:r>
              <a:endParaRPr lang="en-IN" sz="1050" b="1" dirty="0">
                <a:solidFill>
                  <a:srgbClr val="EE7723"/>
                </a:solidFill>
              </a:endParaRPr>
            </a:p>
          </p:txBody>
        </p:sp>
        <p:pic>
          <p:nvPicPr>
            <p:cNvPr id="6" name="Graphic 5" descr="Address Book outline">
              <a:extLst>
                <a:ext uri="{FF2B5EF4-FFF2-40B4-BE49-F238E27FC236}">
                  <a16:creationId xmlns:a16="http://schemas.microsoft.com/office/drawing/2014/main" id="{A72EFF20-46A6-6B46-60BC-4CE56288E95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16548" y="931803"/>
              <a:ext cx="190575" cy="190575"/>
            </a:xfrm>
            <a:prstGeom prst="rect">
              <a:avLst/>
            </a:prstGeom>
          </p:spPr>
        </p:pic>
      </p:grpSp>
      <p:grpSp>
        <p:nvGrpSpPr>
          <p:cNvPr id="36" name="Group 35">
            <a:extLst>
              <a:ext uri="{FF2B5EF4-FFF2-40B4-BE49-F238E27FC236}">
                <a16:creationId xmlns:a16="http://schemas.microsoft.com/office/drawing/2014/main" id="{88D8016E-56A0-5CCA-C8DD-30420DC4F95D}"/>
              </a:ext>
            </a:extLst>
          </p:cNvPr>
          <p:cNvGrpSpPr/>
          <p:nvPr/>
        </p:nvGrpSpPr>
        <p:grpSpPr>
          <a:xfrm>
            <a:off x="4433231" y="2381689"/>
            <a:ext cx="3116937" cy="289004"/>
            <a:chOff x="4433231" y="2381689"/>
            <a:chExt cx="3116937" cy="289004"/>
          </a:xfrm>
        </p:grpSpPr>
        <p:sp>
          <p:nvSpPr>
            <p:cNvPr id="4" name="Rectangle: Rounded Corners 3">
              <a:extLst>
                <a:ext uri="{FF2B5EF4-FFF2-40B4-BE49-F238E27FC236}">
                  <a16:creationId xmlns:a16="http://schemas.microsoft.com/office/drawing/2014/main" id="{7398CB2B-A0A7-2290-3A23-86F0C7BF66F5}"/>
                </a:ext>
              </a:extLst>
            </p:cNvPr>
            <p:cNvSpPr/>
            <p:nvPr/>
          </p:nvSpPr>
          <p:spPr>
            <a:xfrm>
              <a:off x="4433231"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Context</a:t>
              </a:r>
              <a:endParaRPr lang="en-IN" sz="800" dirty="0"/>
            </a:p>
          </p:txBody>
        </p:sp>
        <p:sp>
          <p:nvSpPr>
            <p:cNvPr id="24" name="Rectangle: Rounded Corners 23">
              <a:extLst>
                <a:ext uri="{FF2B5EF4-FFF2-40B4-BE49-F238E27FC236}">
                  <a16:creationId xmlns:a16="http://schemas.microsoft.com/office/drawing/2014/main" id="{453159FC-4F3A-1689-EDF0-C8B11240572A}"/>
                </a:ext>
              </a:extLst>
            </p:cNvPr>
            <p:cNvSpPr/>
            <p:nvPr/>
          </p:nvSpPr>
          <p:spPr>
            <a:xfrm>
              <a:off x="5060595"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Data</a:t>
              </a:r>
              <a:endParaRPr lang="en-IN" sz="800" dirty="0"/>
            </a:p>
          </p:txBody>
        </p:sp>
        <p:sp>
          <p:nvSpPr>
            <p:cNvPr id="26" name="Rectangle: Rounded Corners 25">
              <a:extLst>
                <a:ext uri="{FF2B5EF4-FFF2-40B4-BE49-F238E27FC236}">
                  <a16:creationId xmlns:a16="http://schemas.microsoft.com/office/drawing/2014/main" id="{FD462BC2-3EA9-449F-F461-5DD4B1ACD479}"/>
                </a:ext>
              </a:extLst>
            </p:cNvPr>
            <p:cNvSpPr/>
            <p:nvPr/>
          </p:nvSpPr>
          <p:spPr>
            <a:xfrm>
              <a:off x="5687959" y="2381689"/>
              <a:ext cx="607481" cy="289004"/>
            </a:xfrm>
            <a:prstGeom prst="roundRect">
              <a:avLst>
                <a:gd name="adj" fmla="val 12145"/>
              </a:avLst>
            </a:prstGeom>
            <a:ln/>
          </p:spPr>
          <p:style>
            <a:lnRef idx="0">
              <a:schemeClr val="accent2"/>
            </a:lnRef>
            <a:fillRef idx="3">
              <a:schemeClr val="accent2"/>
            </a:fillRef>
            <a:effectRef idx="3">
              <a:schemeClr val="accent2"/>
            </a:effectRef>
            <a:fontRef idx="minor">
              <a:schemeClr val="lt1"/>
            </a:fontRef>
          </p:style>
          <p:txBody>
            <a:bodyPr rtlCol="0" anchor="b"/>
            <a:lstStyle/>
            <a:p>
              <a:pPr algn="ctr"/>
              <a:r>
                <a:rPr lang="en-US" sz="800" dirty="0"/>
                <a:t>Basis</a:t>
              </a:r>
              <a:endParaRPr lang="en-IN" sz="800" dirty="0"/>
            </a:p>
          </p:txBody>
        </p:sp>
        <p:sp>
          <p:nvSpPr>
            <p:cNvPr id="28" name="Rectangle: Rounded Corners 27">
              <a:extLst>
                <a:ext uri="{FF2B5EF4-FFF2-40B4-BE49-F238E27FC236}">
                  <a16:creationId xmlns:a16="http://schemas.microsoft.com/office/drawing/2014/main" id="{9171C1FE-DE96-A279-6A40-07BD1FFB6001}"/>
                </a:ext>
              </a:extLst>
            </p:cNvPr>
            <p:cNvSpPr/>
            <p:nvPr/>
          </p:nvSpPr>
          <p:spPr>
            <a:xfrm>
              <a:off x="6315323"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Insights</a:t>
              </a:r>
              <a:endParaRPr lang="en-IN" sz="800" dirty="0"/>
            </a:p>
          </p:txBody>
        </p:sp>
        <p:sp>
          <p:nvSpPr>
            <p:cNvPr id="35" name="Rectangle: Rounded Corners 34">
              <a:extLst>
                <a:ext uri="{FF2B5EF4-FFF2-40B4-BE49-F238E27FC236}">
                  <a16:creationId xmlns:a16="http://schemas.microsoft.com/office/drawing/2014/main" id="{B80C05EB-F62A-53E0-9D4F-4B07A5C06596}"/>
                </a:ext>
              </a:extLst>
            </p:cNvPr>
            <p:cNvSpPr/>
            <p:nvPr/>
          </p:nvSpPr>
          <p:spPr>
            <a:xfrm>
              <a:off x="6942687"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Report</a:t>
              </a:r>
              <a:endParaRPr lang="en-IN" sz="800" dirty="0"/>
            </a:p>
          </p:txBody>
        </p:sp>
      </p:grpSp>
      <p:sp>
        <p:nvSpPr>
          <p:cNvPr id="37" name="Rectangle: Rounded Corners 36">
            <a:extLst>
              <a:ext uri="{FF2B5EF4-FFF2-40B4-BE49-F238E27FC236}">
                <a16:creationId xmlns:a16="http://schemas.microsoft.com/office/drawing/2014/main" id="{818B63E1-0E93-90AA-A0C1-D44B46CF4004}"/>
              </a:ext>
            </a:extLst>
          </p:cNvPr>
          <p:cNvSpPr/>
          <p:nvPr/>
        </p:nvSpPr>
        <p:spPr>
          <a:xfrm>
            <a:off x="4433231" y="2725020"/>
            <a:ext cx="3112844" cy="3904379"/>
          </a:xfrm>
          <a:prstGeom prst="roundRect">
            <a:avLst>
              <a:gd name="adj" fmla="val 1521"/>
            </a:avLst>
          </a:prstGeom>
          <a:solidFill>
            <a:schemeClr val="bg2">
              <a:lumMod val="25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sp>
        <p:nvSpPr>
          <p:cNvPr id="2" name="Rectangle: Rounded Corners 1">
            <a:extLst>
              <a:ext uri="{FF2B5EF4-FFF2-40B4-BE49-F238E27FC236}">
                <a16:creationId xmlns:a16="http://schemas.microsoft.com/office/drawing/2014/main" id="{FCC29F59-43BE-6498-E94F-BC5D3C53EB10}"/>
              </a:ext>
            </a:extLst>
          </p:cNvPr>
          <p:cNvSpPr/>
          <p:nvPr/>
        </p:nvSpPr>
        <p:spPr>
          <a:xfrm>
            <a:off x="4525618" y="2869523"/>
            <a:ext cx="1450074" cy="1888779"/>
          </a:xfrm>
          <a:prstGeom prst="roundRect">
            <a:avLst>
              <a:gd name="adj" fmla="val 1178"/>
            </a:avLst>
          </a:prstGeom>
          <a:solidFill>
            <a:schemeClr val="bg2">
              <a:lumMod val="75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sp>
        <p:nvSpPr>
          <p:cNvPr id="3" name="Rectangle: Rounded Corners 2">
            <a:extLst>
              <a:ext uri="{FF2B5EF4-FFF2-40B4-BE49-F238E27FC236}">
                <a16:creationId xmlns:a16="http://schemas.microsoft.com/office/drawing/2014/main" id="{C1B03252-E41B-5D9F-96CA-3C654EBE0D7B}"/>
              </a:ext>
            </a:extLst>
          </p:cNvPr>
          <p:cNvSpPr/>
          <p:nvPr/>
        </p:nvSpPr>
        <p:spPr>
          <a:xfrm>
            <a:off x="6009507" y="2869523"/>
            <a:ext cx="1450074" cy="1888779"/>
          </a:xfrm>
          <a:prstGeom prst="roundRect">
            <a:avLst>
              <a:gd name="adj" fmla="val 1178"/>
            </a:avLst>
          </a:prstGeom>
          <a:solidFill>
            <a:schemeClr val="bg2">
              <a:lumMod val="75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sp>
        <p:nvSpPr>
          <p:cNvPr id="8" name="Rectangle: Rounded Corners 7">
            <a:extLst>
              <a:ext uri="{FF2B5EF4-FFF2-40B4-BE49-F238E27FC236}">
                <a16:creationId xmlns:a16="http://schemas.microsoft.com/office/drawing/2014/main" id="{D8352F3E-9552-3FDF-01F3-444221CFBBB3}"/>
              </a:ext>
            </a:extLst>
          </p:cNvPr>
          <p:cNvSpPr/>
          <p:nvPr/>
        </p:nvSpPr>
        <p:spPr>
          <a:xfrm>
            <a:off x="4532134" y="4791670"/>
            <a:ext cx="2933963" cy="1723430"/>
          </a:xfrm>
          <a:prstGeom prst="roundRect">
            <a:avLst>
              <a:gd name="adj" fmla="val 1178"/>
            </a:avLst>
          </a:prstGeom>
          <a:solidFill>
            <a:schemeClr val="bg2">
              <a:lumMod val="75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grpSp>
        <p:nvGrpSpPr>
          <p:cNvPr id="10" name="Group 9">
            <a:extLst>
              <a:ext uri="{FF2B5EF4-FFF2-40B4-BE49-F238E27FC236}">
                <a16:creationId xmlns:a16="http://schemas.microsoft.com/office/drawing/2014/main" id="{C0BB0561-423B-798E-9B34-2E7DCC723155}"/>
              </a:ext>
            </a:extLst>
          </p:cNvPr>
          <p:cNvGrpSpPr/>
          <p:nvPr/>
        </p:nvGrpSpPr>
        <p:grpSpPr>
          <a:xfrm>
            <a:off x="4478448" y="1141770"/>
            <a:ext cx="3067627" cy="1141572"/>
            <a:chOff x="4478448" y="1141770"/>
            <a:chExt cx="3067627" cy="1141572"/>
          </a:xfrm>
        </p:grpSpPr>
        <p:grpSp>
          <p:nvGrpSpPr>
            <p:cNvPr id="11" name="Group 10">
              <a:extLst>
                <a:ext uri="{FF2B5EF4-FFF2-40B4-BE49-F238E27FC236}">
                  <a16:creationId xmlns:a16="http://schemas.microsoft.com/office/drawing/2014/main" id="{4F29C6A3-D717-23F1-16CA-FE81A5873702}"/>
                </a:ext>
              </a:extLst>
            </p:cNvPr>
            <p:cNvGrpSpPr/>
            <p:nvPr/>
          </p:nvGrpSpPr>
          <p:grpSpPr>
            <a:xfrm>
              <a:off x="4478448" y="1141770"/>
              <a:ext cx="2867775" cy="739283"/>
              <a:chOff x="4523766" y="1444861"/>
              <a:chExt cx="2867775" cy="739283"/>
            </a:xfrm>
          </p:grpSpPr>
          <p:pic>
            <p:nvPicPr>
              <p:cNvPr id="16" name="Graphic 15" descr="Shield Tick outline">
                <a:extLst>
                  <a:ext uri="{FF2B5EF4-FFF2-40B4-BE49-F238E27FC236}">
                    <a16:creationId xmlns:a16="http://schemas.microsoft.com/office/drawing/2014/main" id="{B8AE1274-53E4-C0A9-DCA6-F5B3B8C0E47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23766" y="1474731"/>
                <a:ext cx="289004" cy="289004"/>
              </a:xfrm>
              <a:prstGeom prst="rect">
                <a:avLst/>
              </a:prstGeom>
            </p:spPr>
          </p:pic>
          <p:sp>
            <p:nvSpPr>
              <p:cNvPr id="17" name="TextBox 16">
                <a:extLst>
                  <a:ext uri="{FF2B5EF4-FFF2-40B4-BE49-F238E27FC236}">
                    <a16:creationId xmlns:a16="http://schemas.microsoft.com/office/drawing/2014/main" id="{F80BC6FE-49DD-252A-9211-42BC7EE2A9D8}"/>
                  </a:ext>
                </a:extLst>
              </p:cNvPr>
              <p:cNvSpPr txBox="1"/>
              <p:nvPr/>
            </p:nvSpPr>
            <p:spPr>
              <a:xfrm>
                <a:off x="4810511" y="1444861"/>
                <a:ext cx="1801948" cy="246221"/>
              </a:xfrm>
              <a:prstGeom prst="rect">
                <a:avLst/>
              </a:prstGeom>
              <a:noFill/>
            </p:spPr>
            <p:txBody>
              <a:bodyPr wrap="square" rtlCol="0">
                <a:spAutoFit/>
              </a:bodyPr>
              <a:lstStyle/>
              <a:p>
                <a:r>
                  <a:rPr lang="en-US" sz="1000" b="1" dirty="0">
                    <a:solidFill>
                      <a:schemeClr val="bg1">
                        <a:lumMod val="75000"/>
                      </a:schemeClr>
                    </a:solidFill>
                  </a:rPr>
                  <a:t>Check Job Safety</a:t>
                </a:r>
                <a:endParaRPr lang="en-IN" sz="1000" b="1" dirty="0">
                  <a:solidFill>
                    <a:schemeClr val="bg1">
                      <a:lumMod val="75000"/>
                    </a:schemeClr>
                  </a:solidFill>
                </a:endParaRPr>
              </a:p>
            </p:txBody>
          </p:sp>
          <p:sp>
            <p:nvSpPr>
              <p:cNvPr id="18" name="TextBox 17">
                <a:extLst>
                  <a:ext uri="{FF2B5EF4-FFF2-40B4-BE49-F238E27FC236}">
                    <a16:creationId xmlns:a16="http://schemas.microsoft.com/office/drawing/2014/main" id="{6E6F5F7B-C9A9-5A42-26D6-1B2C482F764E}"/>
                  </a:ext>
                </a:extLst>
              </p:cNvPr>
              <p:cNvSpPr txBox="1"/>
              <p:nvPr/>
            </p:nvSpPr>
            <p:spPr>
              <a:xfrm>
                <a:off x="4810511" y="1799423"/>
                <a:ext cx="2581030" cy="384721"/>
              </a:xfrm>
              <a:prstGeom prst="rect">
                <a:avLst/>
              </a:prstGeom>
              <a:noFill/>
            </p:spPr>
            <p:txBody>
              <a:bodyPr wrap="square" rtlCol="0">
                <a:spAutoFit/>
              </a:bodyPr>
              <a:lstStyle/>
              <a:p>
                <a:pPr>
                  <a:spcAft>
                    <a:spcPts val="600"/>
                  </a:spcAft>
                </a:pPr>
                <a:r>
                  <a:rPr lang="en-US" sz="700" dirty="0">
                    <a:solidFill>
                      <a:schemeClr val="bg1">
                        <a:lumMod val="95000"/>
                      </a:schemeClr>
                    </a:solidFill>
                  </a:rPr>
                  <a:t>“I am worried that AI or automation may affect my role soon.”</a:t>
                </a:r>
                <a:endParaRPr lang="en-US" sz="700" dirty="0">
                  <a:solidFill>
                    <a:schemeClr val="bg1">
                      <a:lumMod val="50000"/>
                    </a:schemeClr>
                  </a:solidFill>
                </a:endParaRPr>
              </a:p>
              <a:p>
                <a:pPr>
                  <a:spcAft>
                    <a:spcPts val="600"/>
                  </a:spcAft>
                </a:pPr>
                <a:r>
                  <a:rPr lang="en-US" sz="700" dirty="0">
                    <a:solidFill>
                      <a:schemeClr val="bg1">
                        <a:lumMod val="50000"/>
                      </a:schemeClr>
                    </a:solidFill>
                  </a:rPr>
                  <a:t>Role: </a:t>
                </a:r>
                <a:r>
                  <a:rPr lang="en-US" sz="700" dirty="0">
                    <a:solidFill>
                      <a:schemeClr val="bg1"/>
                    </a:solidFill>
                  </a:rPr>
                  <a:t>Supervisor</a:t>
                </a:r>
                <a:r>
                  <a:rPr lang="en-US" sz="700" dirty="0">
                    <a:solidFill>
                      <a:schemeClr val="bg1">
                        <a:lumMod val="50000"/>
                      </a:schemeClr>
                    </a:solidFill>
                  </a:rPr>
                  <a:t> | Verdict: </a:t>
                </a:r>
                <a:r>
                  <a:rPr lang="en-US" sz="700" dirty="0">
                    <a:solidFill>
                      <a:schemeClr val="bg1"/>
                    </a:solidFill>
                  </a:rPr>
                  <a:t>Secured</a:t>
                </a:r>
              </a:p>
            </p:txBody>
          </p:sp>
          <p:sp>
            <p:nvSpPr>
              <p:cNvPr id="19" name="TextBox 18">
                <a:extLst>
                  <a:ext uri="{FF2B5EF4-FFF2-40B4-BE49-F238E27FC236}">
                    <a16:creationId xmlns:a16="http://schemas.microsoft.com/office/drawing/2014/main" id="{A62A2DA1-59C8-6556-E238-7163ACBD9F6D}"/>
                  </a:ext>
                </a:extLst>
              </p:cNvPr>
              <p:cNvSpPr txBox="1"/>
              <p:nvPr/>
            </p:nvSpPr>
            <p:spPr>
              <a:xfrm>
                <a:off x="4801230" y="1628619"/>
                <a:ext cx="1931008" cy="184666"/>
              </a:xfrm>
              <a:prstGeom prst="rect">
                <a:avLst/>
              </a:prstGeom>
              <a:noFill/>
            </p:spPr>
            <p:txBody>
              <a:bodyPr wrap="square" rtlCol="0">
                <a:spAutoFit/>
              </a:bodyPr>
              <a:lstStyle/>
              <a:p>
                <a:r>
                  <a:rPr lang="en-US" sz="600" dirty="0">
                    <a:solidFill>
                      <a:schemeClr val="bg1">
                        <a:lumMod val="75000"/>
                      </a:schemeClr>
                    </a:solidFill>
                  </a:rPr>
                  <a:t>Date 15 Jan 2026 | Duration 00:08:02</a:t>
                </a:r>
              </a:p>
            </p:txBody>
          </p:sp>
        </p:grpSp>
        <p:grpSp>
          <p:nvGrpSpPr>
            <p:cNvPr id="12" name="Group 11">
              <a:extLst>
                <a:ext uri="{FF2B5EF4-FFF2-40B4-BE49-F238E27FC236}">
                  <a16:creationId xmlns:a16="http://schemas.microsoft.com/office/drawing/2014/main" id="{C01B71D3-97A2-4D17-042F-CD3BF04B3238}"/>
                </a:ext>
              </a:extLst>
            </p:cNvPr>
            <p:cNvGrpSpPr/>
            <p:nvPr/>
          </p:nvGrpSpPr>
          <p:grpSpPr>
            <a:xfrm>
              <a:off x="4530078" y="1907231"/>
              <a:ext cx="3015997" cy="376111"/>
              <a:chOff x="4530078" y="1907231"/>
              <a:chExt cx="3015997" cy="376111"/>
            </a:xfrm>
          </p:grpSpPr>
          <p:pic>
            <p:nvPicPr>
              <p:cNvPr id="13" name="Picture 12">
                <a:extLst>
                  <a:ext uri="{FF2B5EF4-FFF2-40B4-BE49-F238E27FC236}">
                    <a16:creationId xmlns:a16="http://schemas.microsoft.com/office/drawing/2014/main" id="{B09ADE10-CD9E-D128-527C-112C0178CBD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30078" y="1907231"/>
                <a:ext cx="376111" cy="376111"/>
              </a:xfrm>
              <a:prstGeom prst="flowChartConnector">
                <a:avLst/>
              </a:prstGeom>
              <a:ln>
                <a:solidFill>
                  <a:schemeClr val="bg1">
                    <a:lumMod val="65000"/>
                  </a:schemeClr>
                </a:solidFill>
              </a:ln>
            </p:spPr>
          </p:pic>
          <p:sp>
            <p:nvSpPr>
              <p:cNvPr id="14" name="TextBox 13">
                <a:extLst>
                  <a:ext uri="{FF2B5EF4-FFF2-40B4-BE49-F238E27FC236}">
                    <a16:creationId xmlns:a16="http://schemas.microsoft.com/office/drawing/2014/main" id="{C6AD0E80-5AD3-C020-25DF-337FD862EB3F}"/>
                  </a:ext>
                </a:extLst>
              </p:cNvPr>
              <p:cNvSpPr txBox="1"/>
              <p:nvPr/>
            </p:nvSpPr>
            <p:spPr>
              <a:xfrm>
                <a:off x="4948013" y="1935380"/>
                <a:ext cx="1479892" cy="307777"/>
              </a:xfrm>
              <a:prstGeom prst="rect">
                <a:avLst/>
              </a:prstGeom>
              <a:noFill/>
            </p:spPr>
            <p:txBody>
              <a:bodyPr wrap="none" rtlCol="0">
                <a:spAutoFit/>
              </a:bodyPr>
              <a:lstStyle/>
              <a:p>
                <a:r>
                  <a:rPr lang="en-US" sz="700" b="1" dirty="0">
                    <a:solidFill>
                      <a:srgbClr val="0070C0"/>
                    </a:solidFill>
                  </a:rPr>
                  <a:t>RISK EXPERT</a:t>
                </a:r>
              </a:p>
              <a:p>
                <a:r>
                  <a:rPr lang="en-US" sz="700" b="1" dirty="0">
                    <a:solidFill>
                      <a:schemeClr val="bg1">
                        <a:lumMod val="85000"/>
                      </a:schemeClr>
                    </a:solidFill>
                  </a:rPr>
                  <a:t>Ayush Verma, </a:t>
                </a:r>
                <a:r>
                  <a:rPr lang="en-US" sz="700" dirty="0">
                    <a:solidFill>
                      <a:schemeClr val="bg1">
                        <a:lumMod val="85000"/>
                      </a:schemeClr>
                    </a:solidFill>
                  </a:rPr>
                  <a:t>Director, Yes Bank</a:t>
                </a:r>
                <a:endParaRPr lang="en-IN" sz="700" dirty="0">
                  <a:solidFill>
                    <a:schemeClr val="bg1">
                      <a:lumMod val="85000"/>
                    </a:schemeClr>
                  </a:solidFill>
                </a:endParaRPr>
              </a:p>
            </p:txBody>
          </p:sp>
          <p:sp>
            <p:nvSpPr>
              <p:cNvPr id="15" name="Rectangle: Rounded Corners 14">
                <a:extLst>
                  <a:ext uri="{FF2B5EF4-FFF2-40B4-BE49-F238E27FC236}">
                    <a16:creationId xmlns:a16="http://schemas.microsoft.com/office/drawing/2014/main" id="{8A9E89DC-B3BA-4E7C-7332-6D18E48F2216}"/>
                  </a:ext>
                </a:extLst>
              </p:cNvPr>
              <p:cNvSpPr/>
              <p:nvPr/>
            </p:nvSpPr>
            <p:spPr>
              <a:xfrm>
                <a:off x="7099877" y="2005235"/>
                <a:ext cx="446198" cy="180101"/>
              </a:xfrm>
              <a:prstGeom prst="roundRect">
                <a:avLst>
                  <a:gd name="adj" fmla="val 12145"/>
                </a:avLst>
              </a:prstGeom>
              <a:ln/>
            </p:spPr>
            <p:style>
              <a:lnRef idx="0">
                <a:schemeClr val="dk1"/>
              </a:lnRef>
              <a:fillRef idx="3">
                <a:schemeClr val="dk1"/>
              </a:fillRef>
              <a:effectRef idx="3">
                <a:schemeClr val="dk1"/>
              </a:effectRef>
              <a:fontRef idx="minor">
                <a:schemeClr val="lt1"/>
              </a:fontRef>
            </p:style>
            <p:txBody>
              <a:bodyPr rtlCol="0" anchor="ctr"/>
              <a:lstStyle/>
              <a:p>
                <a:pPr algn="ctr"/>
                <a:r>
                  <a:rPr lang="en-US" sz="800" dirty="0">
                    <a:solidFill>
                      <a:srgbClr val="00B0F0"/>
                    </a:solidFill>
                  </a:rPr>
                  <a:t>Chat</a:t>
                </a:r>
                <a:endParaRPr lang="en-IN" sz="800" dirty="0">
                  <a:solidFill>
                    <a:srgbClr val="00B0F0"/>
                  </a:solidFill>
                </a:endParaRPr>
              </a:p>
            </p:txBody>
          </p:sp>
        </p:grpSp>
      </p:grpSp>
      <p:sp>
        <p:nvSpPr>
          <p:cNvPr id="20" name="TextBox 19">
            <a:extLst>
              <a:ext uri="{FF2B5EF4-FFF2-40B4-BE49-F238E27FC236}">
                <a16:creationId xmlns:a16="http://schemas.microsoft.com/office/drawing/2014/main" id="{D9065567-689C-77BD-1916-A7F4D3747A21}"/>
              </a:ext>
            </a:extLst>
          </p:cNvPr>
          <p:cNvSpPr txBox="1"/>
          <p:nvPr/>
        </p:nvSpPr>
        <p:spPr>
          <a:xfrm>
            <a:off x="1729740" y="3543675"/>
            <a:ext cx="1822924" cy="369332"/>
          </a:xfrm>
          <a:prstGeom prst="rect">
            <a:avLst/>
          </a:prstGeom>
          <a:noFill/>
        </p:spPr>
        <p:txBody>
          <a:bodyPr wrap="square" rtlCol="0">
            <a:spAutoFit/>
          </a:bodyPr>
          <a:lstStyle/>
          <a:p>
            <a:pPr algn="r"/>
            <a:r>
              <a:rPr lang="en-US" sz="900" dirty="0">
                <a:solidFill>
                  <a:schemeClr val="bg1">
                    <a:lumMod val="65000"/>
                  </a:schemeClr>
                </a:solidFill>
              </a:rPr>
              <a:t>User can see the assumptions of the case here</a:t>
            </a:r>
            <a:endParaRPr lang="en-IN" sz="900" dirty="0">
              <a:solidFill>
                <a:schemeClr val="bg1">
                  <a:lumMod val="65000"/>
                </a:schemeClr>
              </a:solidFill>
            </a:endParaRPr>
          </a:p>
        </p:txBody>
      </p:sp>
      <p:cxnSp>
        <p:nvCxnSpPr>
          <p:cNvPr id="21" name="Connector: Elbow 20">
            <a:extLst>
              <a:ext uri="{FF2B5EF4-FFF2-40B4-BE49-F238E27FC236}">
                <a16:creationId xmlns:a16="http://schemas.microsoft.com/office/drawing/2014/main" id="{79775ECE-AC92-7DEA-E51D-A3F977C4217C}"/>
              </a:ext>
            </a:extLst>
          </p:cNvPr>
          <p:cNvCxnSpPr>
            <a:cxnSpLocks/>
            <a:stCxn id="20" idx="3"/>
          </p:cNvCxnSpPr>
          <p:nvPr/>
        </p:nvCxnSpPr>
        <p:spPr>
          <a:xfrm>
            <a:off x="3552664" y="3728341"/>
            <a:ext cx="753601" cy="63368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514153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3CC65-8E3C-1DC4-14B7-740539E5850C}"/>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E9CADE0A-5A07-CE76-39EF-4FADDB4C1CE5}"/>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8A8E4AF4-06E7-FB21-C7F9-854894E8FBB1}"/>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A01ACBDB-88B5-F0E2-342D-53967487E9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CBF8CEA5-5499-AF9B-1740-78516546A11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grpSp>
        <p:nvGrpSpPr>
          <p:cNvPr id="7" name="Group 6">
            <a:extLst>
              <a:ext uri="{FF2B5EF4-FFF2-40B4-BE49-F238E27FC236}">
                <a16:creationId xmlns:a16="http://schemas.microsoft.com/office/drawing/2014/main" id="{2971C625-F3C3-6E40-46EE-2FE48C80623A}"/>
              </a:ext>
            </a:extLst>
          </p:cNvPr>
          <p:cNvGrpSpPr/>
          <p:nvPr/>
        </p:nvGrpSpPr>
        <p:grpSpPr>
          <a:xfrm>
            <a:off x="4516548" y="900133"/>
            <a:ext cx="2019595" cy="253916"/>
            <a:chOff x="4516548" y="900133"/>
            <a:chExt cx="2019595" cy="253916"/>
          </a:xfrm>
        </p:grpSpPr>
        <p:sp>
          <p:nvSpPr>
            <p:cNvPr id="5" name="TextBox 4">
              <a:extLst>
                <a:ext uri="{FF2B5EF4-FFF2-40B4-BE49-F238E27FC236}">
                  <a16:creationId xmlns:a16="http://schemas.microsoft.com/office/drawing/2014/main" id="{87242170-4377-6F6A-86AE-D7D534483812}"/>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My Records</a:t>
              </a:r>
              <a:endParaRPr lang="en-IN" sz="1050" b="1" dirty="0">
                <a:solidFill>
                  <a:srgbClr val="EE7723"/>
                </a:solidFill>
              </a:endParaRPr>
            </a:p>
          </p:txBody>
        </p:sp>
        <p:pic>
          <p:nvPicPr>
            <p:cNvPr id="6" name="Graphic 5" descr="Address Book outline">
              <a:extLst>
                <a:ext uri="{FF2B5EF4-FFF2-40B4-BE49-F238E27FC236}">
                  <a16:creationId xmlns:a16="http://schemas.microsoft.com/office/drawing/2014/main" id="{743967A4-56F7-52A7-47F5-6FEB2BC46BD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16548" y="931803"/>
              <a:ext cx="190575" cy="190575"/>
            </a:xfrm>
            <a:prstGeom prst="rect">
              <a:avLst/>
            </a:prstGeom>
          </p:spPr>
        </p:pic>
      </p:grpSp>
      <p:grpSp>
        <p:nvGrpSpPr>
          <p:cNvPr id="36" name="Group 35">
            <a:extLst>
              <a:ext uri="{FF2B5EF4-FFF2-40B4-BE49-F238E27FC236}">
                <a16:creationId xmlns:a16="http://schemas.microsoft.com/office/drawing/2014/main" id="{72BAB8F5-D53D-2775-97BF-CD06E027A227}"/>
              </a:ext>
            </a:extLst>
          </p:cNvPr>
          <p:cNvGrpSpPr/>
          <p:nvPr/>
        </p:nvGrpSpPr>
        <p:grpSpPr>
          <a:xfrm>
            <a:off x="4433231" y="2381689"/>
            <a:ext cx="3116937" cy="289004"/>
            <a:chOff x="4433231" y="2381689"/>
            <a:chExt cx="3116937" cy="289004"/>
          </a:xfrm>
        </p:grpSpPr>
        <p:sp>
          <p:nvSpPr>
            <p:cNvPr id="4" name="Rectangle: Rounded Corners 3">
              <a:extLst>
                <a:ext uri="{FF2B5EF4-FFF2-40B4-BE49-F238E27FC236}">
                  <a16:creationId xmlns:a16="http://schemas.microsoft.com/office/drawing/2014/main" id="{E29E79EB-DF04-9F6E-EB8F-00A384956787}"/>
                </a:ext>
              </a:extLst>
            </p:cNvPr>
            <p:cNvSpPr/>
            <p:nvPr/>
          </p:nvSpPr>
          <p:spPr>
            <a:xfrm>
              <a:off x="4433231"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Context</a:t>
              </a:r>
              <a:endParaRPr lang="en-IN" sz="800" dirty="0"/>
            </a:p>
          </p:txBody>
        </p:sp>
        <p:sp>
          <p:nvSpPr>
            <p:cNvPr id="24" name="Rectangle: Rounded Corners 23">
              <a:extLst>
                <a:ext uri="{FF2B5EF4-FFF2-40B4-BE49-F238E27FC236}">
                  <a16:creationId xmlns:a16="http://schemas.microsoft.com/office/drawing/2014/main" id="{D836CD3A-A462-E0EB-D4E6-A21CC8C07C25}"/>
                </a:ext>
              </a:extLst>
            </p:cNvPr>
            <p:cNvSpPr/>
            <p:nvPr/>
          </p:nvSpPr>
          <p:spPr>
            <a:xfrm>
              <a:off x="5060595"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Data</a:t>
              </a:r>
              <a:endParaRPr lang="en-IN" sz="800" dirty="0"/>
            </a:p>
          </p:txBody>
        </p:sp>
        <p:sp>
          <p:nvSpPr>
            <p:cNvPr id="26" name="Rectangle: Rounded Corners 25">
              <a:extLst>
                <a:ext uri="{FF2B5EF4-FFF2-40B4-BE49-F238E27FC236}">
                  <a16:creationId xmlns:a16="http://schemas.microsoft.com/office/drawing/2014/main" id="{B4E2C112-B261-CE48-72B3-92BBFAB61105}"/>
                </a:ext>
              </a:extLst>
            </p:cNvPr>
            <p:cNvSpPr/>
            <p:nvPr/>
          </p:nvSpPr>
          <p:spPr>
            <a:xfrm>
              <a:off x="5687959"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Basis</a:t>
              </a:r>
              <a:endParaRPr lang="en-IN" sz="800" dirty="0"/>
            </a:p>
          </p:txBody>
        </p:sp>
        <p:sp>
          <p:nvSpPr>
            <p:cNvPr id="28" name="Rectangle: Rounded Corners 27">
              <a:extLst>
                <a:ext uri="{FF2B5EF4-FFF2-40B4-BE49-F238E27FC236}">
                  <a16:creationId xmlns:a16="http://schemas.microsoft.com/office/drawing/2014/main" id="{ED2DECE8-3345-D1FD-0050-8C613E291D33}"/>
                </a:ext>
              </a:extLst>
            </p:cNvPr>
            <p:cNvSpPr/>
            <p:nvPr/>
          </p:nvSpPr>
          <p:spPr>
            <a:xfrm>
              <a:off x="6315323" y="2381689"/>
              <a:ext cx="607481" cy="289004"/>
            </a:xfrm>
            <a:prstGeom prst="roundRect">
              <a:avLst>
                <a:gd name="adj" fmla="val 12145"/>
              </a:avLst>
            </a:prstGeom>
            <a:ln/>
          </p:spPr>
          <p:style>
            <a:lnRef idx="0">
              <a:schemeClr val="accent2"/>
            </a:lnRef>
            <a:fillRef idx="3">
              <a:schemeClr val="accent2"/>
            </a:fillRef>
            <a:effectRef idx="3">
              <a:schemeClr val="accent2"/>
            </a:effectRef>
            <a:fontRef idx="minor">
              <a:schemeClr val="lt1"/>
            </a:fontRef>
          </p:style>
          <p:txBody>
            <a:bodyPr rtlCol="0" anchor="b"/>
            <a:lstStyle/>
            <a:p>
              <a:pPr algn="ctr"/>
              <a:r>
                <a:rPr lang="en-US" sz="800" dirty="0"/>
                <a:t>Insights</a:t>
              </a:r>
              <a:endParaRPr lang="en-IN" sz="800" dirty="0"/>
            </a:p>
          </p:txBody>
        </p:sp>
        <p:sp>
          <p:nvSpPr>
            <p:cNvPr id="35" name="Rectangle: Rounded Corners 34">
              <a:extLst>
                <a:ext uri="{FF2B5EF4-FFF2-40B4-BE49-F238E27FC236}">
                  <a16:creationId xmlns:a16="http://schemas.microsoft.com/office/drawing/2014/main" id="{5DB02728-D635-6DA0-9093-B3D278FD6AFE}"/>
                </a:ext>
              </a:extLst>
            </p:cNvPr>
            <p:cNvSpPr/>
            <p:nvPr/>
          </p:nvSpPr>
          <p:spPr>
            <a:xfrm>
              <a:off x="6942687"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Report</a:t>
              </a:r>
              <a:endParaRPr lang="en-IN" sz="800" dirty="0"/>
            </a:p>
          </p:txBody>
        </p:sp>
      </p:grpSp>
      <p:sp>
        <p:nvSpPr>
          <p:cNvPr id="37" name="Rectangle: Rounded Corners 36">
            <a:extLst>
              <a:ext uri="{FF2B5EF4-FFF2-40B4-BE49-F238E27FC236}">
                <a16:creationId xmlns:a16="http://schemas.microsoft.com/office/drawing/2014/main" id="{29F052FA-072B-118D-627A-5C7EE5040504}"/>
              </a:ext>
            </a:extLst>
          </p:cNvPr>
          <p:cNvSpPr/>
          <p:nvPr/>
        </p:nvSpPr>
        <p:spPr>
          <a:xfrm>
            <a:off x="4433231" y="2725020"/>
            <a:ext cx="3112844" cy="3904379"/>
          </a:xfrm>
          <a:prstGeom prst="roundRect">
            <a:avLst>
              <a:gd name="adj" fmla="val 1521"/>
            </a:avLst>
          </a:prstGeom>
          <a:solidFill>
            <a:schemeClr val="bg2">
              <a:lumMod val="25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grpSp>
        <p:nvGrpSpPr>
          <p:cNvPr id="15" name="Group 14">
            <a:extLst>
              <a:ext uri="{FF2B5EF4-FFF2-40B4-BE49-F238E27FC236}">
                <a16:creationId xmlns:a16="http://schemas.microsoft.com/office/drawing/2014/main" id="{171FE289-833D-94FB-77B9-B7C37EC0A185}"/>
              </a:ext>
            </a:extLst>
          </p:cNvPr>
          <p:cNvGrpSpPr/>
          <p:nvPr/>
        </p:nvGrpSpPr>
        <p:grpSpPr>
          <a:xfrm>
            <a:off x="4552287" y="2830364"/>
            <a:ext cx="2914439" cy="2835315"/>
            <a:chOff x="4569478" y="1728384"/>
            <a:chExt cx="2914439" cy="2835315"/>
          </a:xfrm>
        </p:grpSpPr>
        <p:sp>
          <p:nvSpPr>
            <p:cNvPr id="2" name="Rectangle: Rounded Corners 1">
              <a:extLst>
                <a:ext uri="{FF2B5EF4-FFF2-40B4-BE49-F238E27FC236}">
                  <a16:creationId xmlns:a16="http://schemas.microsoft.com/office/drawing/2014/main" id="{5D64F2D7-4C41-B44F-C552-1C58944C7EDF}"/>
                </a:ext>
              </a:extLst>
            </p:cNvPr>
            <p:cNvSpPr/>
            <p:nvPr/>
          </p:nvSpPr>
          <p:spPr>
            <a:xfrm>
              <a:off x="4569481" y="1728386"/>
              <a:ext cx="1567406" cy="308768"/>
            </a:xfrm>
            <a:prstGeom prst="roundRect">
              <a:avLst>
                <a:gd name="adj" fmla="val 0"/>
              </a:avLst>
            </a:prstGeom>
            <a:solidFill>
              <a:schemeClr val="bg1">
                <a:lumMod val="75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chemeClr val="tx1">
                      <a:lumMod val="85000"/>
                      <a:lumOff val="15000"/>
                    </a:schemeClr>
                  </a:solidFill>
                </a:rPr>
                <a:t>Stage-1 Findings</a:t>
              </a:r>
              <a:endParaRPr lang="en-IN" sz="1200" b="1" dirty="0">
                <a:solidFill>
                  <a:schemeClr val="tx1">
                    <a:lumMod val="85000"/>
                    <a:lumOff val="15000"/>
                  </a:schemeClr>
                </a:solidFill>
              </a:endParaRPr>
            </a:p>
          </p:txBody>
        </p:sp>
        <p:sp>
          <p:nvSpPr>
            <p:cNvPr id="3" name="Rectangle: Rounded Corners 2">
              <a:extLst>
                <a:ext uri="{FF2B5EF4-FFF2-40B4-BE49-F238E27FC236}">
                  <a16:creationId xmlns:a16="http://schemas.microsoft.com/office/drawing/2014/main" id="{A497D4B9-25F0-536B-E78A-20FC063C0704}"/>
                </a:ext>
              </a:extLst>
            </p:cNvPr>
            <p:cNvSpPr/>
            <p:nvPr/>
          </p:nvSpPr>
          <p:spPr>
            <a:xfrm>
              <a:off x="6172461" y="1728384"/>
              <a:ext cx="1311456" cy="674117"/>
            </a:xfrm>
            <a:prstGeom prst="roundRect">
              <a:avLst>
                <a:gd name="adj" fmla="val 0"/>
              </a:avLst>
            </a:prstGeom>
            <a:solidFill>
              <a:schemeClr val="bg1">
                <a:lumMod val="75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lumMod val="85000"/>
                      <a:lumOff val="15000"/>
                    </a:schemeClr>
                  </a:solidFill>
                </a:rPr>
                <a:t>How exposed your current role is to AI disruption, structurally?</a:t>
              </a:r>
              <a:endParaRPr lang="en-IN" sz="1000" dirty="0">
                <a:solidFill>
                  <a:schemeClr val="tx1">
                    <a:lumMod val="85000"/>
                    <a:lumOff val="15000"/>
                  </a:schemeClr>
                </a:solidFill>
              </a:endParaRPr>
            </a:p>
          </p:txBody>
        </p:sp>
        <p:sp>
          <p:nvSpPr>
            <p:cNvPr id="8" name="Rectangle: Rounded Corners 7">
              <a:extLst>
                <a:ext uri="{FF2B5EF4-FFF2-40B4-BE49-F238E27FC236}">
                  <a16:creationId xmlns:a16="http://schemas.microsoft.com/office/drawing/2014/main" id="{A144940E-8413-234A-E048-F36CC1516C4D}"/>
                </a:ext>
              </a:extLst>
            </p:cNvPr>
            <p:cNvSpPr/>
            <p:nvPr/>
          </p:nvSpPr>
          <p:spPr>
            <a:xfrm>
              <a:off x="4569479" y="2073819"/>
              <a:ext cx="498753" cy="328682"/>
            </a:xfrm>
            <a:prstGeom prst="roundRect">
              <a:avLst>
                <a:gd name="adj" fmla="val 0"/>
              </a:avLst>
            </a:prstGeom>
            <a:solidFill>
              <a:schemeClr val="bg1">
                <a:lumMod val="75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FBF2BEB0-EACF-E58B-CF07-5514285BD419}"/>
                </a:ext>
              </a:extLst>
            </p:cNvPr>
            <p:cNvSpPr/>
            <p:nvPr/>
          </p:nvSpPr>
          <p:spPr>
            <a:xfrm>
              <a:off x="5103806" y="2073819"/>
              <a:ext cx="498753" cy="328682"/>
            </a:xfrm>
            <a:prstGeom prst="roundRect">
              <a:avLst>
                <a:gd name="adj" fmla="val 0"/>
              </a:avLst>
            </a:prstGeom>
            <a:solidFill>
              <a:schemeClr val="bg1">
                <a:lumMod val="75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47DF2260-C33A-5174-40FD-260146BF4D68}"/>
                </a:ext>
              </a:extLst>
            </p:cNvPr>
            <p:cNvSpPr/>
            <p:nvPr/>
          </p:nvSpPr>
          <p:spPr>
            <a:xfrm>
              <a:off x="5638133" y="2073819"/>
              <a:ext cx="498753" cy="328682"/>
            </a:xfrm>
            <a:prstGeom prst="roundRect">
              <a:avLst>
                <a:gd name="adj" fmla="val 0"/>
              </a:avLst>
            </a:prstGeom>
            <a:solidFill>
              <a:schemeClr val="bg1">
                <a:lumMod val="75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A2BC102B-9BF2-80E2-3715-31FA728E2A29}"/>
                </a:ext>
              </a:extLst>
            </p:cNvPr>
            <p:cNvSpPr/>
            <p:nvPr/>
          </p:nvSpPr>
          <p:spPr>
            <a:xfrm>
              <a:off x="4569479" y="2448369"/>
              <a:ext cx="2914437" cy="984942"/>
            </a:xfrm>
            <a:prstGeom prst="roundRect">
              <a:avLst>
                <a:gd name="adj" fmla="val 0"/>
              </a:avLst>
            </a:prstGeom>
            <a:solidFill>
              <a:schemeClr val="bg1">
                <a:lumMod val="75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Insights</a:t>
              </a:r>
              <a:endParaRPr lang="en-IN" dirty="0">
                <a:solidFill>
                  <a:schemeClr val="bg1">
                    <a:lumMod val="50000"/>
                  </a:schemeClr>
                </a:solidFill>
              </a:endParaRPr>
            </a:p>
          </p:txBody>
        </p:sp>
        <p:sp>
          <p:nvSpPr>
            <p:cNvPr id="13" name="Rectangle: Rounded Corners 12">
              <a:extLst>
                <a:ext uri="{FF2B5EF4-FFF2-40B4-BE49-F238E27FC236}">
                  <a16:creationId xmlns:a16="http://schemas.microsoft.com/office/drawing/2014/main" id="{170D718D-99D0-4DEF-AA84-8F477F428CDB}"/>
                </a:ext>
              </a:extLst>
            </p:cNvPr>
            <p:cNvSpPr/>
            <p:nvPr/>
          </p:nvSpPr>
          <p:spPr>
            <a:xfrm>
              <a:off x="4569478" y="3475355"/>
              <a:ext cx="1453937" cy="1088344"/>
            </a:xfrm>
            <a:prstGeom prst="roundRect">
              <a:avLst>
                <a:gd name="adj" fmla="val 0"/>
              </a:avLst>
            </a:prstGeom>
            <a:solidFill>
              <a:schemeClr val="bg1">
                <a:lumMod val="75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75C8A5BC-3713-8174-304C-155886508A4C}"/>
                </a:ext>
              </a:extLst>
            </p:cNvPr>
            <p:cNvSpPr/>
            <p:nvPr/>
          </p:nvSpPr>
          <p:spPr>
            <a:xfrm>
              <a:off x="6074428" y="3475355"/>
              <a:ext cx="1409488" cy="1088344"/>
            </a:xfrm>
            <a:prstGeom prst="roundRect">
              <a:avLst>
                <a:gd name="adj" fmla="val 0"/>
              </a:avLst>
            </a:prstGeom>
            <a:solidFill>
              <a:schemeClr val="bg1">
                <a:lumMod val="75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6" name="Group 15">
            <a:extLst>
              <a:ext uri="{FF2B5EF4-FFF2-40B4-BE49-F238E27FC236}">
                <a16:creationId xmlns:a16="http://schemas.microsoft.com/office/drawing/2014/main" id="{8901CE0B-E715-7560-9F4E-652CB2FA1AAA}"/>
              </a:ext>
            </a:extLst>
          </p:cNvPr>
          <p:cNvGrpSpPr/>
          <p:nvPr/>
        </p:nvGrpSpPr>
        <p:grpSpPr>
          <a:xfrm>
            <a:off x="4478448" y="1141770"/>
            <a:ext cx="3067627" cy="1141572"/>
            <a:chOff x="4478448" y="1141770"/>
            <a:chExt cx="3067627" cy="1141572"/>
          </a:xfrm>
        </p:grpSpPr>
        <p:grpSp>
          <p:nvGrpSpPr>
            <p:cNvPr id="17" name="Group 16">
              <a:extLst>
                <a:ext uri="{FF2B5EF4-FFF2-40B4-BE49-F238E27FC236}">
                  <a16:creationId xmlns:a16="http://schemas.microsoft.com/office/drawing/2014/main" id="{98603DAA-06A3-CBDE-7401-9B687AC9DBF1}"/>
                </a:ext>
              </a:extLst>
            </p:cNvPr>
            <p:cNvGrpSpPr/>
            <p:nvPr/>
          </p:nvGrpSpPr>
          <p:grpSpPr>
            <a:xfrm>
              <a:off x="4478448" y="1141770"/>
              <a:ext cx="2867775" cy="739283"/>
              <a:chOff x="4523766" y="1444861"/>
              <a:chExt cx="2867775" cy="739283"/>
            </a:xfrm>
          </p:grpSpPr>
          <p:pic>
            <p:nvPicPr>
              <p:cNvPr id="22" name="Graphic 21" descr="Shield Tick outline">
                <a:extLst>
                  <a:ext uri="{FF2B5EF4-FFF2-40B4-BE49-F238E27FC236}">
                    <a16:creationId xmlns:a16="http://schemas.microsoft.com/office/drawing/2014/main" id="{9B494175-4AF9-B1C9-88B5-DD6EE3B6E50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23766" y="1474731"/>
                <a:ext cx="289004" cy="289004"/>
              </a:xfrm>
              <a:prstGeom prst="rect">
                <a:avLst/>
              </a:prstGeom>
            </p:spPr>
          </p:pic>
          <p:sp>
            <p:nvSpPr>
              <p:cNvPr id="23" name="TextBox 22">
                <a:extLst>
                  <a:ext uri="{FF2B5EF4-FFF2-40B4-BE49-F238E27FC236}">
                    <a16:creationId xmlns:a16="http://schemas.microsoft.com/office/drawing/2014/main" id="{46D8B9EA-4AF2-4FEB-D2EC-1FA9F233BEAB}"/>
                  </a:ext>
                </a:extLst>
              </p:cNvPr>
              <p:cNvSpPr txBox="1"/>
              <p:nvPr/>
            </p:nvSpPr>
            <p:spPr>
              <a:xfrm>
                <a:off x="4810511" y="1444861"/>
                <a:ext cx="1801948" cy="246221"/>
              </a:xfrm>
              <a:prstGeom prst="rect">
                <a:avLst/>
              </a:prstGeom>
              <a:noFill/>
            </p:spPr>
            <p:txBody>
              <a:bodyPr wrap="square" rtlCol="0">
                <a:spAutoFit/>
              </a:bodyPr>
              <a:lstStyle/>
              <a:p>
                <a:r>
                  <a:rPr lang="en-US" sz="1000" b="1" dirty="0">
                    <a:solidFill>
                      <a:schemeClr val="bg1">
                        <a:lumMod val="75000"/>
                      </a:schemeClr>
                    </a:solidFill>
                  </a:rPr>
                  <a:t>Check Job Safety</a:t>
                </a:r>
                <a:endParaRPr lang="en-IN" sz="1000" b="1" dirty="0">
                  <a:solidFill>
                    <a:schemeClr val="bg1">
                      <a:lumMod val="75000"/>
                    </a:schemeClr>
                  </a:solidFill>
                </a:endParaRPr>
              </a:p>
            </p:txBody>
          </p:sp>
          <p:sp>
            <p:nvSpPr>
              <p:cNvPr id="38" name="TextBox 37">
                <a:extLst>
                  <a:ext uri="{FF2B5EF4-FFF2-40B4-BE49-F238E27FC236}">
                    <a16:creationId xmlns:a16="http://schemas.microsoft.com/office/drawing/2014/main" id="{6AA14829-9D04-CDBC-9A41-E534D77536DD}"/>
                  </a:ext>
                </a:extLst>
              </p:cNvPr>
              <p:cNvSpPr txBox="1"/>
              <p:nvPr/>
            </p:nvSpPr>
            <p:spPr>
              <a:xfrm>
                <a:off x="4810511" y="1799423"/>
                <a:ext cx="2581030" cy="384721"/>
              </a:xfrm>
              <a:prstGeom prst="rect">
                <a:avLst/>
              </a:prstGeom>
              <a:noFill/>
            </p:spPr>
            <p:txBody>
              <a:bodyPr wrap="square" rtlCol="0">
                <a:spAutoFit/>
              </a:bodyPr>
              <a:lstStyle/>
              <a:p>
                <a:pPr>
                  <a:spcAft>
                    <a:spcPts val="600"/>
                  </a:spcAft>
                </a:pPr>
                <a:r>
                  <a:rPr lang="en-US" sz="700" dirty="0">
                    <a:solidFill>
                      <a:schemeClr val="bg1">
                        <a:lumMod val="95000"/>
                      </a:schemeClr>
                    </a:solidFill>
                  </a:rPr>
                  <a:t>“I am worried that AI or automation may affect my role soon.”</a:t>
                </a:r>
                <a:endParaRPr lang="en-US" sz="700" dirty="0">
                  <a:solidFill>
                    <a:schemeClr val="bg1">
                      <a:lumMod val="50000"/>
                    </a:schemeClr>
                  </a:solidFill>
                </a:endParaRPr>
              </a:p>
              <a:p>
                <a:pPr>
                  <a:spcAft>
                    <a:spcPts val="600"/>
                  </a:spcAft>
                </a:pPr>
                <a:r>
                  <a:rPr lang="en-US" sz="700" dirty="0">
                    <a:solidFill>
                      <a:schemeClr val="bg1">
                        <a:lumMod val="50000"/>
                      </a:schemeClr>
                    </a:solidFill>
                  </a:rPr>
                  <a:t>Role: </a:t>
                </a:r>
                <a:r>
                  <a:rPr lang="en-US" sz="700" dirty="0">
                    <a:solidFill>
                      <a:schemeClr val="bg1"/>
                    </a:solidFill>
                  </a:rPr>
                  <a:t>Supervisor</a:t>
                </a:r>
                <a:r>
                  <a:rPr lang="en-US" sz="700" dirty="0">
                    <a:solidFill>
                      <a:schemeClr val="bg1">
                        <a:lumMod val="50000"/>
                      </a:schemeClr>
                    </a:solidFill>
                  </a:rPr>
                  <a:t> | Verdict: </a:t>
                </a:r>
                <a:r>
                  <a:rPr lang="en-US" sz="700" dirty="0">
                    <a:solidFill>
                      <a:schemeClr val="bg1"/>
                    </a:solidFill>
                  </a:rPr>
                  <a:t>Secured</a:t>
                </a:r>
              </a:p>
            </p:txBody>
          </p:sp>
          <p:sp>
            <p:nvSpPr>
              <p:cNvPr id="39" name="TextBox 38">
                <a:extLst>
                  <a:ext uri="{FF2B5EF4-FFF2-40B4-BE49-F238E27FC236}">
                    <a16:creationId xmlns:a16="http://schemas.microsoft.com/office/drawing/2014/main" id="{60334D03-D297-76A7-E6DC-9B613DC4CB4E}"/>
                  </a:ext>
                </a:extLst>
              </p:cNvPr>
              <p:cNvSpPr txBox="1"/>
              <p:nvPr/>
            </p:nvSpPr>
            <p:spPr>
              <a:xfrm>
                <a:off x="4801230" y="1628619"/>
                <a:ext cx="1931008" cy="184666"/>
              </a:xfrm>
              <a:prstGeom prst="rect">
                <a:avLst/>
              </a:prstGeom>
              <a:noFill/>
            </p:spPr>
            <p:txBody>
              <a:bodyPr wrap="square" rtlCol="0">
                <a:spAutoFit/>
              </a:bodyPr>
              <a:lstStyle/>
              <a:p>
                <a:r>
                  <a:rPr lang="en-US" sz="600" dirty="0">
                    <a:solidFill>
                      <a:schemeClr val="bg1">
                        <a:lumMod val="75000"/>
                      </a:schemeClr>
                    </a:solidFill>
                  </a:rPr>
                  <a:t>Date 15 Jan 2026 | Duration 00:08:02</a:t>
                </a:r>
              </a:p>
            </p:txBody>
          </p:sp>
        </p:grpSp>
        <p:grpSp>
          <p:nvGrpSpPr>
            <p:cNvPr id="18" name="Group 17">
              <a:extLst>
                <a:ext uri="{FF2B5EF4-FFF2-40B4-BE49-F238E27FC236}">
                  <a16:creationId xmlns:a16="http://schemas.microsoft.com/office/drawing/2014/main" id="{F795B4C9-92E8-D35F-1312-52F6BE618442}"/>
                </a:ext>
              </a:extLst>
            </p:cNvPr>
            <p:cNvGrpSpPr/>
            <p:nvPr/>
          </p:nvGrpSpPr>
          <p:grpSpPr>
            <a:xfrm>
              <a:off x="4530078" y="1907231"/>
              <a:ext cx="3015997" cy="376111"/>
              <a:chOff x="4530078" y="1907231"/>
              <a:chExt cx="3015997" cy="376111"/>
            </a:xfrm>
          </p:grpSpPr>
          <p:pic>
            <p:nvPicPr>
              <p:cNvPr id="19" name="Picture 18">
                <a:extLst>
                  <a:ext uri="{FF2B5EF4-FFF2-40B4-BE49-F238E27FC236}">
                    <a16:creationId xmlns:a16="http://schemas.microsoft.com/office/drawing/2014/main" id="{4408A154-799C-5D24-ED9F-08C7ACD2B91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30078" y="1907231"/>
                <a:ext cx="376111" cy="376111"/>
              </a:xfrm>
              <a:prstGeom prst="flowChartConnector">
                <a:avLst/>
              </a:prstGeom>
              <a:ln>
                <a:solidFill>
                  <a:schemeClr val="bg1">
                    <a:lumMod val="65000"/>
                  </a:schemeClr>
                </a:solidFill>
              </a:ln>
            </p:spPr>
          </p:pic>
          <p:sp>
            <p:nvSpPr>
              <p:cNvPr id="20" name="TextBox 19">
                <a:extLst>
                  <a:ext uri="{FF2B5EF4-FFF2-40B4-BE49-F238E27FC236}">
                    <a16:creationId xmlns:a16="http://schemas.microsoft.com/office/drawing/2014/main" id="{B7EAA4E0-4B2E-2B68-1346-461BF613939C}"/>
                  </a:ext>
                </a:extLst>
              </p:cNvPr>
              <p:cNvSpPr txBox="1"/>
              <p:nvPr/>
            </p:nvSpPr>
            <p:spPr>
              <a:xfrm>
                <a:off x="4948013" y="1935380"/>
                <a:ext cx="1479892" cy="307777"/>
              </a:xfrm>
              <a:prstGeom prst="rect">
                <a:avLst/>
              </a:prstGeom>
              <a:noFill/>
            </p:spPr>
            <p:txBody>
              <a:bodyPr wrap="none" rtlCol="0">
                <a:spAutoFit/>
              </a:bodyPr>
              <a:lstStyle/>
              <a:p>
                <a:r>
                  <a:rPr lang="en-US" sz="700" b="1" dirty="0">
                    <a:solidFill>
                      <a:srgbClr val="0070C0"/>
                    </a:solidFill>
                  </a:rPr>
                  <a:t>RISK EXPERT</a:t>
                </a:r>
              </a:p>
              <a:p>
                <a:r>
                  <a:rPr lang="en-US" sz="700" b="1" dirty="0">
                    <a:solidFill>
                      <a:schemeClr val="bg1">
                        <a:lumMod val="85000"/>
                      </a:schemeClr>
                    </a:solidFill>
                  </a:rPr>
                  <a:t>Ayush Verma, </a:t>
                </a:r>
                <a:r>
                  <a:rPr lang="en-US" sz="700" dirty="0">
                    <a:solidFill>
                      <a:schemeClr val="bg1">
                        <a:lumMod val="85000"/>
                      </a:schemeClr>
                    </a:solidFill>
                  </a:rPr>
                  <a:t>Director, Yes Bank</a:t>
                </a:r>
                <a:endParaRPr lang="en-IN" sz="700" dirty="0">
                  <a:solidFill>
                    <a:schemeClr val="bg1">
                      <a:lumMod val="85000"/>
                    </a:schemeClr>
                  </a:solidFill>
                </a:endParaRPr>
              </a:p>
            </p:txBody>
          </p:sp>
          <p:sp>
            <p:nvSpPr>
              <p:cNvPr id="21" name="Rectangle: Rounded Corners 20">
                <a:extLst>
                  <a:ext uri="{FF2B5EF4-FFF2-40B4-BE49-F238E27FC236}">
                    <a16:creationId xmlns:a16="http://schemas.microsoft.com/office/drawing/2014/main" id="{D4F07977-E300-85E9-F6A8-05E8DA712E53}"/>
                  </a:ext>
                </a:extLst>
              </p:cNvPr>
              <p:cNvSpPr/>
              <p:nvPr/>
            </p:nvSpPr>
            <p:spPr>
              <a:xfrm>
                <a:off x="7099877" y="2005235"/>
                <a:ext cx="446198" cy="180101"/>
              </a:xfrm>
              <a:prstGeom prst="roundRect">
                <a:avLst>
                  <a:gd name="adj" fmla="val 12145"/>
                </a:avLst>
              </a:prstGeom>
              <a:ln/>
            </p:spPr>
            <p:style>
              <a:lnRef idx="0">
                <a:schemeClr val="dk1"/>
              </a:lnRef>
              <a:fillRef idx="3">
                <a:schemeClr val="dk1"/>
              </a:fillRef>
              <a:effectRef idx="3">
                <a:schemeClr val="dk1"/>
              </a:effectRef>
              <a:fontRef idx="minor">
                <a:schemeClr val="lt1"/>
              </a:fontRef>
            </p:style>
            <p:txBody>
              <a:bodyPr rtlCol="0" anchor="ctr"/>
              <a:lstStyle/>
              <a:p>
                <a:pPr algn="ctr"/>
                <a:r>
                  <a:rPr lang="en-US" sz="800" dirty="0">
                    <a:solidFill>
                      <a:srgbClr val="00B0F0"/>
                    </a:solidFill>
                  </a:rPr>
                  <a:t>Chat</a:t>
                </a:r>
                <a:endParaRPr lang="en-IN" sz="800" dirty="0">
                  <a:solidFill>
                    <a:srgbClr val="00B0F0"/>
                  </a:solidFill>
                </a:endParaRPr>
              </a:p>
            </p:txBody>
          </p:sp>
        </p:grpSp>
      </p:grpSp>
      <p:sp>
        <p:nvSpPr>
          <p:cNvPr id="40" name="TextBox 39">
            <a:extLst>
              <a:ext uri="{FF2B5EF4-FFF2-40B4-BE49-F238E27FC236}">
                <a16:creationId xmlns:a16="http://schemas.microsoft.com/office/drawing/2014/main" id="{18D37B16-12C6-8839-0DF6-917B4162220A}"/>
              </a:ext>
            </a:extLst>
          </p:cNvPr>
          <p:cNvSpPr txBox="1"/>
          <p:nvPr/>
        </p:nvSpPr>
        <p:spPr>
          <a:xfrm>
            <a:off x="1440180" y="3543675"/>
            <a:ext cx="2112484" cy="369332"/>
          </a:xfrm>
          <a:prstGeom prst="rect">
            <a:avLst/>
          </a:prstGeom>
          <a:noFill/>
        </p:spPr>
        <p:txBody>
          <a:bodyPr wrap="square" rtlCol="0">
            <a:spAutoFit/>
          </a:bodyPr>
          <a:lstStyle/>
          <a:p>
            <a:pPr algn="r"/>
            <a:r>
              <a:rPr lang="en-US" sz="900" dirty="0">
                <a:solidFill>
                  <a:schemeClr val="bg1">
                    <a:lumMod val="65000"/>
                  </a:schemeClr>
                </a:solidFill>
              </a:rPr>
              <a:t>User can see all the external insights collected for the case here</a:t>
            </a:r>
            <a:endParaRPr lang="en-IN" sz="900" dirty="0">
              <a:solidFill>
                <a:schemeClr val="bg1">
                  <a:lumMod val="65000"/>
                </a:schemeClr>
              </a:solidFill>
            </a:endParaRPr>
          </a:p>
        </p:txBody>
      </p:sp>
      <p:cxnSp>
        <p:nvCxnSpPr>
          <p:cNvPr id="41" name="Connector: Elbow 40">
            <a:extLst>
              <a:ext uri="{FF2B5EF4-FFF2-40B4-BE49-F238E27FC236}">
                <a16:creationId xmlns:a16="http://schemas.microsoft.com/office/drawing/2014/main" id="{F1348519-D24F-2C64-314C-5D57EF18739A}"/>
              </a:ext>
            </a:extLst>
          </p:cNvPr>
          <p:cNvCxnSpPr>
            <a:cxnSpLocks/>
            <a:stCxn id="40" idx="3"/>
          </p:cNvCxnSpPr>
          <p:nvPr/>
        </p:nvCxnSpPr>
        <p:spPr>
          <a:xfrm>
            <a:off x="3552664" y="3728341"/>
            <a:ext cx="753601" cy="63368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59917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D8CD0-79C4-2054-16C9-404B950FD46D}"/>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1C4BFA0C-282A-711A-054C-1DF5B0960213}"/>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97EED447-19E3-AB84-079D-A6CDD4DF80F9}"/>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14A21A52-C43E-1AE8-B6E8-B05E1B7F21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71DA472E-8DDA-4A33-98A4-82731FF57FB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grpSp>
        <p:nvGrpSpPr>
          <p:cNvPr id="7" name="Group 6">
            <a:extLst>
              <a:ext uri="{FF2B5EF4-FFF2-40B4-BE49-F238E27FC236}">
                <a16:creationId xmlns:a16="http://schemas.microsoft.com/office/drawing/2014/main" id="{D2167534-939E-AC25-7F54-C769D3D8C96D}"/>
              </a:ext>
            </a:extLst>
          </p:cNvPr>
          <p:cNvGrpSpPr/>
          <p:nvPr/>
        </p:nvGrpSpPr>
        <p:grpSpPr>
          <a:xfrm>
            <a:off x="4516548" y="900133"/>
            <a:ext cx="2019595" cy="253916"/>
            <a:chOff x="4516548" y="900133"/>
            <a:chExt cx="2019595" cy="253916"/>
          </a:xfrm>
        </p:grpSpPr>
        <p:sp>
          <p:nvSpPr>
            <p:cNvPr id="5" name="TextBox 4">
              <a:extLst>
                <a:ext uri="{FF2B5EF4-FFF2-40B4-BE49-F238E27FC236}">
                  <a16:creationId xmlns:a16="http://schemas.microsoft.com/office/drawing/2014/main" id="{4B6EF4E1-079A-02DE-7900-855C3ADD9CC8}"/>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My Records</a:t>
              </a:r>
              <a:endParaRPr lang="en-IN" sz="1050" b="1" dirty="0">
                <a:solidFill>
                  <a:srgbClr val="EE7723"/>
                </a:solidFill>
              </a:endParaRPr>
            </a:p>
          </p:txBody>
        </p:sp>
        <p:pic>
          <p:nvPicPr>
            <p:cNvPr id="6" name="Graphic 5" descr="Address Book outline">
              <a:extLst>
                <a:ext uri="{FF2B5EF4-FFF2-40B4-BE49-F238E27FC236}">
                  <a16:creationId xmlns:a16="http://schemas.microsoft.com/office/drawing/2014/main" id="{E4510CA1-C5A1-A79B-F1B7-5D919FA3F1C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16548" y="931803"/>
              <a:ext cx="190575" cy="190575"/>
            </a:xfrm>
            <a:prstGeom prst="rect">
              <a:avLst/>
            </a:prstGeom>
          </p:spPr>
        </p:pic>
      </p:grpSp>
      <p:grpSp>
        <p:nvGrpSpPr>
          <p:cNvPr id="36" name="Group 35">
            <a:extLst>
              <a:ext uri="{FF2B5EF4-FFF2-40B4-BE49-F238E27FC236}">
                <a16:creationId xmlns:a16="http://schemas.microsoft.com/office/drawing/2014/main" id="{2404D53A-A7F4-1845-AAD5-9343C9479E46}"/>
              </a:ext>
            </a:extLst>
          </p:cNvPr>
          <p:cNvGrpSpPr/>
          <p:nvPr/>
        </p:nvGrpSpPr>
        <p:grpSpPr>
          <a:xfrm>
            <a:off x="4433231" y="2381689"/>
            <a:ext cx="3116937" cy="289004"/>
            <a:chOff x="4433231" y="2381689"/>
            <a:chExt cx="3116937" cy="289004"/>
          </a:xfrm>
        </p:grpSpPr>
        <p:sp>
          <p:nvSpPr>
            <p:cNvPr id="4" name="Rectangle: Rounded Corners 3">
              <a:extLst>
                <a:ext uri="{FF2B5EF4-FFF2-40B4-BE49-F238E27FC236}">
                  <a16:creationId xmlns:a16="http://schemas.microsoft.com/office/drawing/2014/main" id="{A2801544-618C-EF79-37F8-99EAC4E47752}"/>
                </a:ext>
              </a:extLst>
            </p:cNvPr>
            <p:cNvSpPr/>
            <p:nvPr/>
          </p:nvSpPr>
          <p:spPr>
            <a:xfrm>
              <a:off x="4433231"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Context</a:t>
              </a:r>
              <a:endParaRPr lang="en-IN" sz="800" dirty="0"/>
            </a:p>
          </p:txBody>
        </p:sp>
        <p:sp>
          <p:nvSpPr>
            <p:cNvPr id="24" name="Rectangle: Rounded Corners 23">
              <a:extLst>
                <a:ext uri="{FF2B5EF4-FFF2-40B4-BE49-F238E27FC236}">
                  <a16:creationId xmlns:a16="http://schemas.microsoft.com/office/drawing/2014/main" id="{A3F5E0DE-9146-9A89-1164-2162838D47C3}"/>
                </a:ext>
              </a:extLst>
            </p:cNvPr>
            <p:cNvSpPr/>
            <p:nvPr/>
          </p:nvSpPr>
          <p:spPr>
            <a:xfrm>
              <a:off x="5060595"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Data</a:t>
              </a:r>
              <a:endParaRPr lang="en-IN" sz="800" dirty="0"/>
            </a:p>
          </p:txBody>
        </p:sp>
        <p:sp>
          <p:nvSpPr>
            <p:cNvPr id="26" name="Rectangle: Rounded Corners 25">
              <a:extLst>
                <a:ext uri="{FF2B5EF4-FFF2-40B4-BE49-F238E27FC236}">
                  <a16:creationId xmlns:a16="http://schemas.microsoft.com/office/drawing/2014/main" id="{46CC7036-9EFC-25E9-1578-EE600ABAEE4B}"/>
                </a:ext>
              </a:extLst>
            </p:cNvPr>
            <p:cNvSpPr/>
            <p:nvPr/>
          </p:nvSpPr>
          <p:spPr>
            <a:xfrm>
              <a:off x="5687959"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Basis</a:t>
              </a:r>
              <a:endParaRPr lang="en-IN" sz="800" dirty="0"/>
            </a:p>
          </p:txBody>
        </p:sp>
        <p:sp>
          <p:nvSpPr>
            <p:cNvPr id="28" name="Rectangle: Rounded Corners 27">
              <a:extLst>
                <a:ext uri="{FF2B5EF4-FFF2-40B4-BE49-F238E27FC236}">
                  <a16:creationId xmlns:a16="http://schemas.microsoft.com/office/drawing/2014/main" id="{CFF89F9E-EF92-FF2C-A0FF-B806077E821D}"/>
                </a:ext>
              </a:extLst>
            </p:cNvPr>
            <p:cNvSpPr/>
            <p:nvPr/>
          </p:nvSpPr>
          <p:spPr>
            <a:xfrm>
              <a:off x="6315323"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Insights</a:t>
              </a:r>
              <a:endParaRPr lang="en-IN" sz="800" dirty="0"/>
            </a:p>
          </p:txBody>
        </p:sp>
        <p:sp>
          <p:nvSpPr>
            <p:cNvPr id="35" name="Rectangle: Rounded Corners 34">
              <a:extLst>
                <a:ext uri="{FF2B5EF4-FFF2-40B4-BE49-F238E27FC236}">
                  <a16:creationId xmlns:a16="http://schemas.microsoft.com/office/drawing/2014/main" id="{F33A2DD6-90E9-A622-F856-131D8ABC8DFF}"/>
                </a:ext>
              </a:extLst>
            </p:cNvPr>
            <p:cNvSpPr/>
            <p:nvPr/>
          </p:nvSpPr>
          <p:spPr>
            <a:xfrm>
              <a:off x="6942687" y="2381689"/>
              <a:ext cx="607481" cy="289004"/>
            </a:xfrm>
            <a:prstGeom prst="roundRect">
              <a:avLst>
                <a:gd name="adj" fmla="val 12145"/>
              </a:avLst>
            </a:prstGeom>
            <a:ln/>
          </p:spPr>
          <p:style>
            <a:lnRef idx="0">
              <a:schemeClr val="accent2"/>
            </a:lnRef>
            <a:fillRef idx="3">
              <a:schemeClr val="accent2"/>
            </a:fillRef>
            <a:effectRef idx="3">
              <a:schemeClr val="accent2"/>
            </a:effectRef>
            <a:fontRef idx="minor">
              <a:schemeClr val="lt1"/>
            </a:fontRef>
          </p:style>
          <p:txBody>
            <a:bodyPr rtlCol="0" anchor="b"/>
            <a:lstStyle/>
            <a:p>
              <a:pPr algn="ctr"/>
              <a:r>
                <a:rPr lang="en-US" sz="800" dirty="0"/>
                <a:t>Report</a:t>
              </a:r>
              <a:endParaRPr lang="en-IN" sz="800" dirty="0"/>
            </a:p>
          </p:txBody>
        </p:sp>
      </p:grpSp>
      <p:sp>
        <p:nvSpPr>
          <p:cNvPr id="37" name="Rectangle: Rounded Corners 36">
            <a:extLst>
              <a:ext uri="{FF2B5EF4-FFF2-40B4-BE49-F238E27FC236}">
                <a16:creationId xmlns:a16="http://schemas.microsoft.com/office/drawing/2014/main" id="{8934A4FF-A786-5B8B-5746-9981399A43F7}"/>
              </a:ext>
            </a:extLst>
          </p:cNvPr>
          <p:cNvSpPr/>
          <p:nvPr/>
        </p:nvSpPr>
        <p:spPr>
          <a:xfrm>
            <a:off x="4433231" y="2725020"/>
            <a:ext cx="3112844" cy="3904379"/>
          </a:xfrm>
          <a:prstGeom prst="roundRect">
            <a:avLst>
              <a:gd name="adj" fmla="val 1521"/>
            </a:avLst>
          </a:prstGeom>
          <a:solidFill>
            <a:schemeClr val="bg2">
              <a:lumMod val="25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sp>
        <p:nvSpPr>
          <p:cNvPr id="2" name="Rectangle: Rounded Corners 1">
            <a:extLst>
              <a:ext uri="{FF2B5EF4-FFF2-40B4-BE49-F238E27FC236}">
                <a16:creationId xmlns:a16="http://schemas.microsoft.com/office/drawing/2014/main" id="{A6AAC5F0-1DDB-7E6A-76E9-190163C31F1D}"/>
              </a:ext>
            </a:extLst>
          </p:cNvPr>
          <p:cNvSpPr/>
          <p:nvPr/>
        </p:nvSpPr>
        <p:spPr>
          <a:xfrm>
            <a:off x="4585631" y="2992581"/>
            <a:ext cx="2833478" cy="3512127"/>
          </a:xfrm>
          <a:prstGeom prst="roundRect">
            <a:avLst>
              <a:gd name="adj" fmla="val 1178"/>
            </a:avLst>
          </a:prstGeom>
          <a:solidFill>
            <a:schemeClr val="bg2">
              <a:lumMod val="75000"/>
            </a:schemeClr>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grpSp>
        <p:nvGrpSpPr>
          <p:cNvPr id="12" name="Group 11">
            <a:extLst>
              <a:ext uri="{FF2B5EF4-FFF2-40B4-BE49-F238E27FC236}">
                <a16:creationId xmlns:a16="http://schemas.microsoft.com/office/drawing/2014/main" id="{64D9FB98-7A35-3482-AAAE-F12E62077BD0}"/>
              </a:ext>
            </a:extLst>
          </p:cNvPr>
          <p:cNvGrpSpPr/>
          <p:nvPr/>
        </p:nvGrpSpPr>
        <p:grpSpPr>
          <a:xfrm>
            <a:off x="6953609" y="2774903"/>
            <a:ext cx="428671" cy="186935"/>
            <a:chOff x="6953609" y="2774903"/>
            <a:chExt cx="428671" cy="186935"/>
          </a:xfrm>
        </p:grpSpPr>
        <p:pic>
          <p:nvPicPr>
            <p:cNvPr id="8" name="Graphic 7" descr="Download with solid fill">
              <a:extLst>
                <a:ext uri="{FF2B5EF4-FFF2-40B4-BE49-F238E27FC236}">
                  <a16:creationId xmlns:a16="http://schemas.microsoft.com/office/drawing/2014/main" id="{2C0B1D01-4E71-40A8-FB53-CC37C08A570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96307" y="2774903"/>
              <a:ext cx="185973" cy="185973"/>
            </a:xfrm>
            <a:prstGeom prst="rect">
              <a:avLst/>
            </a:prstGeom>
          </p:spPr>
        </p:pic>
        <p:pic>
          <p:nvPicPr>
            <p:cNvPr id="11" name="Graphic 10" descr="Envelope with solid fill">
              <a:extLst>
                <a:ext uri="{FF2B5EF4-FFF2-40B4-BE49-F238E27FC236}">
                  <a16:creationId xmlns:a16="http://schemas.microsoft.com/office/drawing/2014/main" id="{6093A616-1699-6191-3BB7-8620496B132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953609" y="2775865"/>
              <a:ext cx="185973" cy="185973"/>
            </a:xfrm>
            <a:prstGeom prst="rect">
              <a:avLst/>
            </a:prstGeom>
          </p:spPr>
        </p:pic>
      </p:grpSp>
      <p:grpSp>
        <p:nvGrpSpPr>
          <p:cNvPr id="3" name="Group 2">
            <a:extLst>
              <a:ext uri="{FF2B5EF4-FFF2-40B4-BE49-F238E27FC236}">
                <a16:creationId xmlns:a16="http://schemas.microsoft.com/office/drawing/2014/main" id="{08C59EAF-E5CF-FEA6-5D3A-88FF770A7F28}"/>
              </a:ext>
            </a:extLst>
          </p:cNvPr>
          <p:cNvGrpSpPr/>
          <p:nvPr/>
        </p:nvGrpSpPr>
        <p:grpSpPr>
          <a:xfrm>
            <a:off x="4478448" y="1141770"/>
            <a:ext cx="3067627" cy="1141572"/>
            <a:chOff x="4478448" y="1141770"/>
            <a:chExt cx="3067627" cy="1141572"/>
          </a:xfrm>
        </p:grpSpPr>
        <p:grpSp>
          <p:nvGrpSpPr>
            <p:cNvPr id="10" name="Group 9">
              <a:extLst>
                <a:ext uri="{FF2B5EF4-FFF2-40B4-BE49-F238E27FC236}">
                  <a16:creationId xmlns:a16="http://schemas.microsoft.com/office/drawing/2014/main" id="{D80274C6-95F7-0AA4-6DE5-56A762C28363}"/>
                </a:ext>
              </a:extLst>
            </p:cNvPr>
            <p:cNvGrpSpPr/>
            <p:nvPr/>
          </p:nvGrpSpPr>
          <p:grpSpPr>
            <a:xfrm>
              <a:off x="4478448" y="1141770"/>
              <a:ext cx="2867775" cy="739283"/>
              <a:chOff x="4523766" y="1444861"/>
              <a:chExt cx="2867775" cy="739283"/>
            </a:xfrm>
          </p:grpSpPr>
          <p:pic>
            <p:nvPicPr>
              <p:cNvPr id="17" name="Graphic 16" descr="Shield Tick outline">
                <a:extLst>
                  <a:ext uri="{FF2B5EF4-FFF2-40B4-BE49-F238E27FC236}">
                    <a16:creationId xmlns:a16="http://schemas.microsoft.com/office/drawing/2014/main" id="{F3D7660F-CDAA-F146-D067-CC0261870B4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523766" y="1474731"/>
                <a:ext cx="289004" cy="289004"/>
              </a:xfrm>
              <a:prstGeom prst="rect">
                <a:avLst/>
              </a:prstGeom>
            </p:spPr>
          </p:pic>
          <p:sp>
            <p:nvSpPr>
              <p:cNvPr id="18" name="TextBox 17">
                <a:extLst>
                  <a:ext uri="{FF2B5EF4-FFF2-40B4-BE49-F238E27FC236}">
                    <a16:creationId xmlns:a16="http://schemas.microsoft.com/office/drawing/2014/main" id="{7BEEA1D5-AE67-2A22-74A2-E134DC37962E}"/>
                  </a:ext>
                </a:extLst>
              </p:cNvPr>
              <p:cNvSpPr txBox="1"/>
              <p:nvPr/>
            </p:nvSpPr>
            <p:spPr>
              <a:xfrm>
                <a:off x="4810511" y="1444861"/>
                <a:ext cx="1801948" cy="246221"/>
              </a:xfrm>
              <a:prstGeom prst="rect">
                <a:avLst/>
              </a:prstGeom>
              <a:noFill/>
            </p:spPr>
            <p:txBody>
              <a:bodyPr wrap="square" rtlCol="0">
                <a:spAutoFit/>
              </a:bodyPr>
              <a:lstStyle/>
              <a:p>
                <a:r>
                  <a:rPr lang="en-US" sz="1000" b="1" dirty="0">
                    <a:solidFill>
                      <a:schemeClr val="bg1">
                        <a:lumMod val="75000"/>
                      </a:schemeClr>
                    </a:solidFill>
                  </a:rPr>
                  <a:t>Check Job Safety</a:t>
                </a:r>
                <a:endParaRPr lang="en-IN" sz="1000" b="1" dirty="0">
                  <a:solidFill>
                    <a:schemeClr val="bg1">
                      <a:lumMod val="75000"/>
                    </a:schemeClr>
                  </a:solidFill>
                </a:endParaRPr>
              </a:p>
            </p:txBody>
          </p:sp>
          <p:sp>
            <p:nvSpPr>
              <p:cNvPr id="19" name="TextBox 18">
                <a:extLst>
                  <a:ext uri="{FF2B5EF4-FFF2-40B4-BE49-F238E27FC236}">
                    <a16:creationId xmlns:a16="http://schemas.microsoft.com/office/drawing/2014/main" id="{3ACDDECE-0A2B-62F9-2258-BA26A43146D7}"/>
                  </a:ext>
                </a:extLst>
              </p:cNvPr>
              <p:cNvSpPr txBox="1"/>
              <p:nvPr/>
            </p:nvSpPr>
            <p:spPr>
              <a:xfrm>
                <a:off x="4810511" y="1799423"/>
                <a:ext cx="2581030" cy="384721"/>
              </a:xfrm>
              <a:prstGeom prst="rect">
                <a:avLst/>
              </a:prstGeom>
              <a:noFill/>
            </p:spPr>
            <p:txBody>
              <a:bodyPr wrap="square" rtlCol="0">
                <a:spAutoFit/>
              </a:bodyPr>
              <a:lstStyle/>
              <a:p>
                <a:pPr>
                  <a:spcAft>
                    <a:spcPts val="600"/>
                  </a:spcAft>
                </a:pPr>
                <a:r>
                  <a:rPr lang="en-US" sz="700" dirty="0">
                    <a:solidFill>
                      <a:schemeClr val="bg1">
                        <a:lumMod val="95000"/>
                      </a:schemeClr>
                    </a:solidFill>
                  </a:rPr>
                  <a:t>“I am worried that AI or automation may affect my role soon.”</a:t>
                </a:r>
                <a:endParaRPr lang="en-US" sz="700" dirty="0">
                  <a:solidFill>
                    <a:schemeClr val="bg1">
                      <a:lumMod val="50000"/>
                    </a:schemeClr>
                  </a:solidFill>
                </a:endParaRPr>
              </a:p>
              <a:p>
                <a:pPr>
                  <a:spcAft>
                    <a:spcPts val="600"/>
                  </a:spcAft>
                </a:pPr>
                <a:r>
                  <a:rPr lang="en-US" sz="700" dirty="0">
                    <a:solidFill>
                      <a:schemeClr val="bg1">
                        <a:lumMod val="50000"/>
                      </a:schemeClr>
                    </a:solidFill>
                  </a:rPr>
                  <a:t>Role: </a:t>
                </a:r>
                <a:r>
                  <a:rPr lang="en-US" sz="700" dirty="0">
                    <a:solidFill>
                      <a:schemeClr val="bg1"/>
                    </a:solidFill>
                  </a:rPr>
                  <a:t>Supervisor</a:t>
                </a:r>
                <a:r>
                  <a:rPr lang="en-US" sz="700" dirty="0">
                    <a:solidFill>
                      <a:schemeClr val="bg1">
                        <a:lumMod val="50000"/>
                      </a:schemeClr>
                    </a:solidFill>
                  </a:rPr>
                  <a:t> | Verdict: </a:t>
                </a:r>
                <a:r>
                  <a:rPr lang="en-US" sz="700" dirty="0">
                    <a:solidFill>
                      <a:schemeClr val="bg1"/>
                    </a:solidFill>
                  </a:rPr>
                  <a:t>Secured</a:t>
                </a:r>
              </a:p>
            </p:txBody>
          </p:sp>
          <p:sp>
            <p:nvSpPr>
              <p:cNvPr id="20" name="TextBox 19">
                <a:extLst>
                  <a:ext uri="{FF2B5EF4-FFF2-40B4-BE49-F238E27FC236}">
                    <a16:creationId xmlns:a16="http://schemas.microsoft.com/office/drawing/2014/main" id="{6DC1ED7E-57CB-E0B5-FFB2-59E974472ED5}"/>
                  </a:ext>
                </a:extLst>
              </p:cNvPr>
              <p:cNvSpPr txBox="1"/>
              <p:nvPr/>
            </p:nvSpPr>
            <p:spPr>
              <a:xfrm>
                <a:off x="4801230" y="1628619"/>
                <a:ext cx="1931008" cy="184666"/>
              </a:xfrm>
              <a:prstGeom prst="rect">
                <a:avLst/>
              </a:prstGeom>
              <a:noFill/>
            </p:spPr>
            <p:txBody>
              <a:bodyPr wrap="square" rtlCol="0">
                <a:spAutoFit/>
              </a:bodyPr>
              <a:lstStyle/>
              <a:p>
                <a:r>
                  <a:rPr lang="en-US" sz="600" dirty="0">
                    <a:solidFill>
                      <a:schemeClr val="bg1">
                        <a:lumMod val="75000"/>
                      </a:schemeClr>
                    </a:solidFill>
                  </a:rPr>
                  <a:t>Date 15 Jan 2026 | Duration 00:08:02</a:t>
                </a:r>
              </a:p>
            </p:txBody>
          </p:sp>
        </p:grpSp>
        <p:grpSp>
          <p:nvGrpSpPr>
            <p:cNvPr id="13" name="Group 12">
              <a:extLst>
                <a:ext uri="{FF2B5EF4-FFF2-40B4-BE49-F238E27FC236}">
                  <a16:creationId xmlns:a16="http://schemas.microsoft.com/office/drawing/2014/main" id="{12FB8EFF-7AE4-6566-C38B-5CFFF0CF25D1}"/>
                </a:ext>
              </a:extLst>
            </p:cNvPr>
            <p:cNvGrpSpPr/>
            <p:nvPr/>
          </p:nvGrpSpPr>
          <p:grpSpPr>
            <a:xfrm>
              <a:off x="4530078" y="1907231"/>
              <a:ext cx="3015997" cy="376111"/>
              <a:chOff x="4530078" y="1907231"/>
              <a:chExt cx="3015997" cy="376111"/>
            </a:xfrm>
          </p:grpSpPr>
          <p:pic>
            <p:nvPicPr>
              <p:cNvPr id="14" name="Picture 13">
                <a:extLst>
                  <a:ext uri="{FF2B5EF4-FFF2-40B4-BE49-F238E27FC236}">
                    <a16:creationId xmlns:a16="http://schemas.microsoft.com/office/drawing/2014/main" id="{95A7B96E-3947-1F01-83C8-123D6BEEE01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530078" y="1907231"/>
                <a:ext cx="376111" cy="376111"/>
              </a:xfrm>
              <a:prstGeom prst="flowChartConnector">
                <a:avLst/>
              </a:prstGeom>
              <a:ln>
                <a:solidFill>
                  <a:schemeClr val="bg1">
                    <a:lumMod val="65000"/>
                  </a:schemeClr>
                </a:solidFill>
              </a:ln>
            </p:spPr>
          </p:pic>
          <p:sp>
            <p:nvSpPr>
              <p:cNvPr id="15" name="TextBox 14">
                <a:extLst>
                  <a:ext uri="{FF2B5EF4-FFF2-40B4-BE49-F238E27FC236}">
                    <a16:creationId xmlns:a16="http://schemas.microsoft.com/office/drawing/2014/main" id="{64ADED26-FD0B-B949-1BFF-5C9AF3B96EA2}"/>
                  </a:ext>
                </a:extLst>
              </p:cNvPr>
              <p:cNvSpPr txBox="1"/>
              <p:nvPr/>
            </p:nvSpPr>
            <p:spPr>
              <a:xfrm>
                <a:off x="4948013" y="1935380"/>
                <a:ext cx="1479892" cy="307777"/>
              </a:xfrm>
              <a:prstGeom prst="rect">
                <a:avLst/>
              </a:prstGeom>
              <a:noFill/>
            </p:spPr>
            <p:txBody>
              <a:bodyPr wrap="none" rtlCol="0">
                <a:spAutoFit/>
              </a:bodyPr>
              <a:lstStyle/>
              <a:p>
                <a:r>
                  <a:rPr lang="en-US" sz="700" b="1" dirty="0">
                    <a:solidFill>
                      <a:srgbClr val="0070C0"/>
                    </a:solidFill>
                  </a:rPr>
                  <a:t>RISK EXPERT</a:t>
                </a:r>
              </a:p>
              <a:p>
                <a:r>
                  <a:rPr lang="en-US" sz="700" b="1" dirty="0">
                    <a:solidFill>
                      <a:schemeClr val="bg1">
                        <a:lumMod val="85000"/>
                      </a:schemeClr>
                    </a:solidFill>
                  </a:rPr>
                  <a:t>Ayush Verma, </a:t>
                </a:r>
                <a:r>
                  <a:rPr lang="en-US" sz="700" dirty="0">
                    <a:solidFill>
                      <a:schemeClr val="bg1">
                        <a:lumMod val="85000"/>
                      </a:schemeClr>
                    </a:solidFill>
                  </a:rPr>
                  <a:t>Director, Yes Bank</a:t>
                </a:r>
                <a:endParaRPr lang="en-IN" sz="700" dirty="0">
                  <a:solidFill>
                    <a:schemeClr val="bg1">
                      <a:lumMod val="85000"/>
                    </a:schemeClr>
                  </a:solidFill>
                </a:endParaRPr>
              </a:p>
            </p:txBody>
          </p:sp>
          <p:sp>
            <p:nvSpPr>
              <p:cNvPr id="16" name="Rectangle: Rounded Corners 15">
                <a:extLst>
                  <a:ext uri="{FF2B5EF4-FFF2-40B4-BE49-F238E27FC236}">
                    <a16:creationId xmlns:a16="http://schemas.microsoft.com/office/drawing/2014/main" id="{968E0715-4C8A-377F-4CC7-5DA20295CD32}"/>
                  </a:ext>
                </a:extLst>
              </p:cNvPr>
              <p:cNvSpPr/>
              <p:nvPr/>
            </p:nvSpPr>
            <p:spPr>
              <a:xfrm>
                <a:off x="7099877" y="2005235"/>
                <a:ext cx="446198" cy="180101"/>
              </a:xfrm>
              <a:prstGeom prst="roundRect">
                <a:avLst>
                  <a:gd name="adj" fmla="val 12145"/>
                </a:avLst>
              </a:prstGeom>
              <a:ln/>
            </p:spPr>
            <p:style>
              <a:lnRef idx="0">
                <a:schemeClr val="dk1"/>
              </a:lnRef>
              <a:fillRef idx="3">
                <a:schemeClr val="dk1"/>
              </a:fillRef>
              <a:effectRef idx="3">
                <a:schemeClr val="dk1"/>
              </a:effectRef>
              <a:fontRef idx="minor">
                <a:schemeClr val="lt1"/>
              </a:fontRef>
            </p:style>
            <p:txBody>
              <a:bodyPr rtlCol="0" anchor="ctr"/>
              <a:lstStyle/>
              <a:p>
                <a:pPr algn="ctr"/>
                <a:r>
                  <a:rPr lang="en-US" sz="800" dirty="0">
                    <a:solidFill>
                      <a:srgbClr val="00B0F0"/>
                    </a:solidFill>
                  </a:rPr>
                  <a:t>Chat</a:t>
                </a:r>
                <a:endParaRPr lang="en-IN" sz="800" dirty="0">
                  <a:solidFill>
                    <a:srgbClr val="00B0F0"/>
                  </a:solidFill>
                </a:endParaRPr>
              </a:p>
            </p:txBody>
          </p:sp>
        </p:grpSp>
      </p:grpSp>
      <p:sp>
        <p:nvSpPr>
          <p:cNvPr id="21" name="TextBox 20">
            <a:extLst>
              <a:ext uri="{FF2B5EF4-FFF2-40B4-BE49-F238E27FC236}">
                <a16:creationId xmlns:a16="http://schemas.microsoft.com/office/drawing/2014/main" id="{20F94177-6A2B-8BE7-D0AE-0CD4013B47B8}"/>
              </a:ext>
            </a:extLst>
          </p:cNvPr>
          <p:cNvSpPr txBox="1"/>
          <p:nvPr/>
        </p:nvSpPr>
        <p:spPr>
          <a:xfrm>
            <a:off x="1729740" y="3543675"/>
            <a:ext cx="1822924" cy="230832"/>
          </a:xfrm>
          <a:prstGeom prst="rect">
            <a:avLst/>
          </a:prstGeom>
          <a:noFill/>
        </p:spPr>
        <p:txBody>
          <a:bodyPr wrap="square" rtlCol="0">
            <a:spAutoFit/>
          </a:bodyPr>
          <a:lstStyle/>
          <a:p>
            <a:pPr algn="r"/>
            <a:r>
              <a:rPr lang="en-US" sz="900" dirty="0">
                <a:solidFill>
                  <a:schemeClr val="bg1">
                    <a:lumMod val="65000"/>
                  </a:schemeClr>
                </a:solidFill>
              </a:rPr>
              <a:t>User can see the full report here</a:t>
            </a:r>
            <a:endParaRPr lang="en-IN" sz="900" dirty="0">
              <a:solidFill>
                <a:schemeClr val="bg1">
                  <a:lumMod val="65000"/>
                </a:schemeClr>
              </a:solidFill>
            </a:endParaRPr>
          </a:p>
        </p:txBody>
      </p:sp>
      <p:cxnSp>
        <p:nvCxnSpPr>
          <p:cNvPr id="22" name="Connector: Elbow 21">
            <a:extLst>
              <a:ext uri="{FF2B5EF4-FFF2-40B4-BE49-F238E27FC236}">
                <a16:creationId xmlns:a16="http://schemas.microsoft.com/office/drawing/2014/main" id="{2D629ECC-40A9-65F0-738C-5C1C367E6754}"/>
              </a:ext>
            </a:extLst>
          </p:cNvPr>
          <p:cNvCxnSpPr>
            <a:cxnSpLocks/>
            <a:stCxn id="21" idx="3"/>
          </p:cNvCxnSpPr>
          <p:nvPr/>
        </p:nvCxnSpPr>
        <p:spPr>
          <a:xfrm>
            <a:off x="3552664" y="3659091"/>
            <a:ext cx="753601" cy="70293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66243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B338C-F146-E612-61F1-D09D3C450A8F}"/>
            </a:ext>
          </a:extLst>
        </p:cNvPr>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7149B750-DF48-EFC6-0234-91F4F27331A0}"/>
              </a:ext>
            </a:extLst>
          </p:cNvPr>
          <p:cNvSpPr/>
          <p:nvPr/>
        </p:nvSpPr>
        <p:spPr>
          <a:xfrm>
            <a:off x="4433231" y="2725020"/>
            <a:ext cx="3112844" cy="3904379"/>
          </a:xfrm>
          <a:prstGeom prst="roundRect">
            <a:avLst>
              <a:gd name="adj" fmla="val 1521"/>
            </a:avLst>
          </a:prstGeom>
          <a:solidFill>
            <a:schemeClr val="bg2">
              <a:lumMod val="25000"/>
            </a:schemeClr>
          </a:solidFill>
          <a:ln w="9525"/>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sp>
        <p:nvSpPr>
          <p:cNvPr id="45" name="Rectangle: Rounded Corners 44">
            <a:extLst>
              <a:ext uri="{FF2B5EF4-FFF2-40B4-BE49-F238E27FC236}">
                <a16:creationId xmlns:a16="http://schemas.microsoft.com/office/drawing/2014/main" id="{76D076D2-4338-5811-FBD1-D166A5FC3F3A}"/>
              </a:ext>
            </a:extLst>
          </p:cNvPr>
          <p:cNvSpPr/>
          <p:nvPr/>
        </p:nvSpPr>
        <p:spPr>
          <a:xfrm>
            <a:off x="7260210" y="6265825"/>
            <a:ext cx="250727" cy="238884"/>
          </a:xfrm>
          <a:prstGeom prst="roundRect">
            <a:avLst>
              <a:gd name="adj" fmla="val 50000"/>
            </a:avLst>
          </a:prstGeom>
          <a:solidFill>
            <a:srgbClr val="00B0F0"/>
          </a:solidFill>
          <a:ln>
            <a:solidFill>
              <a:schemeClr val="tx1"/>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grpSp>
        <p:nvGrpSpPr>
          <p:cNvPr id="30" name="Group 29">
            <a:extLst>
              <a:ext uri="{FF2B5EF4-FFF2-40B4-BE49-F238E27FC236}">
                <a16:creationId xmlns:a16="http://schemas.microsoft.com/office/drawing/2014/main" id="{D591827E-FE7A-7273-D2F8-6CC83B79185B}"/>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D71FB64E-E99E-3B37-1B17-B3A07227D7EF}"/>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8C34817B-210D-5123-DD38-EFF966D2AF7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53767936-7E89-5801-ECC1-92D3EB2B140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grpSp>
        <p:nvGrpSpPr>
          <p:cNvPr id="7" name="Group 6">
            <a:extLst>
              <a:ext uri="{FF2B5EF4-FFF2-40B4-BE49-F238E27FC236}">
                <a16:creationId xmlns:a16="http://schemas.microsoft.com/office/drawing/2014/main" id="{F8F5CACB-89E4-3C3B-6081-02C9D1A80237}"/>
              </a:ext>
            </a:extLst>
          </p:cNvPr>
          <p:cNvGrpSpPr/>
          <p:nvPr/>
        </p:nvGrpSpPr>
        <p:grpSpPr>
          <a:xfrm>
            <a:off x="4516548" y="900133"/>
            <a:ext cx="1579452" cy="253916"/>
            <a:chOff x="4516548" y="900133"/>
            <a:chExt cx="1579452" cy="253916"/>
          </a:xfrm>
        </p:grpSpPr>
        <p:sp>
          <p:nvSpPr>
            <p:cNvPr id="5" name="TextBox 4">
              <a:extLst>
                <a:ext uri="{FF2B5EF4-FFF2-40B4-BE49-F238E27FC236}">
                  <a16:creationId xmlns:a16="http://schemas.microsoft.com/office/drawing/2014/main" id="{07A30B6B-D1A2-5ADF-E21D-A76B32DDAD50}"/>
                </a:ext>
              </a:extLst>
            </p:cNvPr>
            <p:cNvSpPr txBox="1"/>
            <p:nvPr/>
          </p:nvSpPr>
          <p:spPr>
            <a:xfrm>
              <a:off x="4734195" y="900133"/>
              <a:ext cx="1361805" cy="253916"/>
            </a:xfrm>
            <a:prstGeom prst="rect">
              <a:avLst/>
            </a:prstGeom>
            <a:noFill/>
          </p:spPr>
          <p:txBody>
            <a:bodyPr wrap="square" rtlCol="0">
              <a:spAutoFit/>
            </a:bodyPr>
            <a:lstStyle/>
            <a:p>
              <a:r>
                <a:rPr lang="en-US" sz="1050" b="1" dirty="0">
                  <a:solidFill>
                    <a:srgbClr val="EE7723"/>
                  </a:solidFill>
                </a:rPr>
                <a:t>My Records</a:t>
              </a:r>
              <a:endParaRPr lang="en-IN" sz="1050" b="1" dirty="0">
                <a:solidFill>
                  <a:srgbClr val="EE7723"/>
                </a:solidFill>
              </a:endParaRPr>
            </a:p>
          </p:txBody>
        </p:sp>
        <p:pic>
          <p:nvPicPr>
            <p:cNvPr id="6" name="Graphic 5" descr="Address Book outline">
              <a:extLst>
                <a:ext uri="{FF2B5EF4-FFF2-40B4-BE49-F238E27FC236}">
                  <a16:creationId xmlns:a16="http://schemas.microsoft.com/office/drawing/2014/main" id="{F2170A2E-E6CC-C28D-8CF5-FA62CE3DD1C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16548" y="931803"/>
              <a:ext cx="190575" cy="190575"/>
            </a:xfrm>
            <a:prstGeom prst="rect">
              <a:avLst/>
            </a:prstGeom>
          </p:spPr>
        </p:pic>
      </p:grpSp>
      <p:grpSp>
        <p:nvGrpSpPr>
          <p:cNvPr id="36" name="Group 35">
            <a:extLst>
              <a:ext uri="{FF2B5EF4-FFF2-40B4-BE49-F238E27FC236}">
                <a16:creationId xmlns:a16="http://schemas.microsoft.com/office/drawing/2014/main" id="{0A7C9228-944D-1480-EC53-9E0E0C23ADBC}"/>
              </a:ext>
            </a:extLst>
          </p:cNvPr>
          <p:cNvGrpSpPr/>
          <p:nvPr/>
        </p:nvGrpSpPr>
        <p:grpSpPr>
          <a:xfrm>
            <a:off x="4433231" y="2381689"/>
            <a:ext cx="3116937" cy="289004"/>
            <a:chOff x="4433231" y="2381689"/>
            <a:chExt cx="3116937" cy="289004"/>
          </a:xfrm>
        </p:grpSpPr>
        <p:sp>
          <p:nvSpPr>
            <p:cNvPr id="4" name="Rectangle: Rounded Corners 3">
              <a:extLst>
                <a:ext uri="{FF2B5EF4-FFF2-40B4-BE49-F238E27FC236}">
                  <a16:creationId xmlns:a16="http://schemas.microsoft.com/office/drawing/2014/main" id="{0664A80F-C2B5-8B84-3F26-AB1675E423E0}"/>
                </a:ext>
              </a:extLst>
            </p:cNvPr>
            <p:cNvSpPr/>
            <p:nvPr/>
          </p:nvSpPr>
          <p:spPr>
            <a:xfrm>
              <a:off x="4433231"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Context</a:t>
              </a:r>
              <a:endParaRPr lang="en-IN" sz="800" dirty="0"/>
            </a:p>
          </p:txBody>
        </p:sp>
        <p:sp>
          <p:nvSpPr>
            <p:cNvPr id="24" name="Rectangle: Rounded Corners 23">
              <a:extLst>
                <a:ext uri="{FF2B5EF4-FFF2-40B4-BE49-F238E27FC236}">
                  <a16:creationId xmlns:a16="http://schemas.microsoft.com/office/drawing/2014/main" id="{3C81F13B-4EFD-490B-B395-D7D630A043A3}"/>
                </a:ext>
              </a:extLst>
            </p:cNvPr>
            <p:cNvSpPr/>
            <p:nvPr/>
          </p:nvSpPr>
          <p:spPr>
            <a:xfrm>
              <a:off x="5060595"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Data</a:t>
              </a:r>
              <a:endParaRPr lang="en-IN" sz="800" dirty="0"/>
            </a:p>
          </p:txBody>
        </p:sp>
        <p:sp>
          <p:nvSpPr>
            <p:cNvPr id="26" name="Rectangle: Rounded Corners 25">
              <a:extLst>
                <a:ext uri="{FF2B5EF4-FFF2-40B4-BE49-F238E27FC236}">
                  <a16:creationId xmlns:a16="http://schemas.microsoft.com/office/drawing/2014/main" id="{7915736F-5DE6-7D46-4B41-E537262E4A90}"/>
                </a:ext>
              </a:extLst>
            </p:cNvPr>
            <p:cNvSpPr/>
            <p:nvPr/>
          </p:nvSpPr>
          <p:spPr>
            <a:xfrm>
              <a:off x="5687959"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Basis</a:t>
              </a:r>
              <a:endParaRPr lang="en-IN" sz="800" dirty="0"/>
            </a:p>
          </p:txBody>
        </p:sp>
        <p:sp>
          <p:nvSpPr>
            <p:cNvPr id="28" name="Rectangle: Rounded Corners 27">
              <a:extLst>
                <a:ext uri="{FF2B5EF4-FFF2-40B4-BE49-F238E27FC236}">
                  <a16:creationId xmlns:a16="http://schemas.microsoft.com/office/drawing/2014/main" id="{3B1470EF-4946-B914-A926-9C0735300D7B}"/>
                </a:ext>
              </a:extLst>
            </p:cNvPr>
            <p:cNvSpPr/>
            <p:nvPr/>
          </p:nvSpPr>
          <p:spPr>
            <a:xfrm>
              <a:off x="6315323"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Insights</a:t>
              </a:r>
              <a:endParaRPr lang="en-IN" sz="800" dirty="0"/>
            </a:p>
          </p:txBody>
        </p:sp>
        <p:sp>
          <p:nvSpPr>
            <p:cNvPr id="35" name="Rectangle: Rounded Corners 34">
              <a:extLst>
                <a:ext uri="{FF2B5EF4-FFF2-40B4-BE49-F238E27FC236}">
                  <a16:creationId xmlns:a16="http://schemas.microsoft.com/office/drawing/2014/main" id="{0A95058E-6C99-19E2-D8BB-6489F7C203B2}"/>
                </a:ext>
              </a:extLst>
            </p:cNvPr>
            <p:cNvSpPr/>
            <p:nvPr/>
          </p:nvSpPr>
          <p:spPr>
            <a:xfrm>
              <a:off x="6942687" y="2381689"/>
              <a:ext cx="607481" cy="289004"/>
            </a:xfrm>
            <a:prstGeom prst="roundRect">
              <a:avLst>
                <a:gd name="adj" fmla="val 12145"/>
              </a:avLst>
            </a:prstGeom>
            <a:ln/>
          </p:spPr>
          <p:style>
            <a:lnRef idx="0">
              <a:schemeClr val="dk1"/>
            </a:lnRef>
            <a:fillRef idx="3">
              <a:schemeClr val="dk1"/>
            </a:fillRef>
            <a:effectRef idx="3">
              <a:schemeClr val="dk1"/>
            </a:effectRef>
            <a:fontRef idx="minor">
              <a:schemeClr val="lt1"/>
            </a:fontRef>
          </p:style>
          <p:txBody>
            <a:bodyPr rtlCol="0" anchor="b"/>
            <a:lstStyle/>
            <a:p>
              <a:pPr algn="ctr"/>
              <a:r>
                <a:rPr lang="en-US" sz="800" dirty="0"/>
                <a:t>Report</a:t>
              </a:r>
              <a:endParaRPr lang="en-IN" sz="800" dirty="0"/>
            </a:p>
          </p:txBody>
        </p:sp>
      </p:grpSp>
      <p:sp>
        <p:nvSpPr>
          <p:cNvPr id="2" name="Rectangle: Rounded Corners 1">
            <a:extLst>
              <a:ext uri="{FF2B5EF4-FFF2-40B4-BE49-F238E27FC236}">
                <a16:creationId xmlns:a16="http://schemas.microsoft.com/office/drawing/2014/main" id="{F09A9AE8-D239-A523-F4CC-BB06C68CC534}"/>
              </a:ext>
            </a:extLst>
          </p:cNvPr>
          <p:cNvSpPr/>
          <p:nvPr/>
        </p:nvSpPr>
        <p:spPr>
          <a:xfrm>
            <a:off x="4478448" y="6256020"/>
            <a:ext cx="2738424" cy="248689"/>
          </a:xfrm>
          <a:prstGeom prst="roundRect">
            <a:avLst>
              <a:gd name="adj" fmla="val 50000"/>
            </a:avLst>
          </a:prstGeom>
          <a:solidFill>
            <a:schemeClr val="bg1"/>
          </a:solidFill>
          <a:ln>
            <a:solidFill>
              <a:schemeClr val="tx1"/>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grpSp>
        <p:nvGrpSpPr>
          <p:cNvPr id="3" name="Group 2">
            <a:extLst>
              <a:ext uri="{FF2B5EF4-FFF2-40B4-BE49-F238E27FC236}">
                <a16:creationId xmlns:a16="http://schemas.microsoft.com/office/drawing/2014/main" id="{1A01B536-04C1-0265-36FD-04C6166B13A4}"/>
              </a:ext>
            </a:extLst>
          </p:cNvPr>
          <p:cNvGrpSpPr/>
          <p:nvPr/>
        </p:nvGrpSpPr>
        <p:grpSpPr>
          <a:xfrm>
            <a:off x="4478448" y="1141770"/>
            <a:ext cx="3067627" cy="1141572"/>
            <a:chOff x="4478448" y="1141770"/>
            <a:chExt cx="3067627" cy="1141572"/>
          </a:xfrm>
        </p:grpSpPr>
        <p:grpSp>
          <p:nvGrpSpPr>
            <p:cNvPr id="10" name="Group 9">
              <a:extLst>
                <a:ext uri="{FF2B5EF4-FFF2-40B4-BE49-F238E27FC236}">
                  <a16:creationId xmlns:a16="http://schemas.microsoft.com/office/drawing/2014/main" id="{960F1B21-8822-EF53-46B2-C2F2AA38B05B}"/>
                </a:ext>
              </a:extLst>
            </p:cNvPr>
            <p:cNvGrpSpPr/>
            <p:nvPr/>
          </p:nvGrpSpPr>
          <p:grpSpPr>
            <a:xfrm>
              <a:off x="4478448" y="1141770"/>
              <a:ext cx="2867775" cy="739283"/>
              <a:chOff x="4523766" y="1444861"/>
              <a:chExt cx="2867775" cy="739283"/>
            </a:xfrm>
          </p:grpSpPr>
          <p:pic>
            <p:nvPicPr>
              <p:cNvPr id="17" name="Graphic 16" descr="Shield Tick outline">
                <a:extLst>
                  <a:ext uri="{FF2B5EF4-FFF2-40B4-BE49-F238E27FC236}">
                    <a16:creationId xmlns:a16="http://schemas.microsoft.com/office/drawing/2014/main" id="{7D1753C0-2204-F93F-9D9D-ACF1B1A6B3F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23766" y="1474731"/>
                <a:ext cx="289004" cy="289004"/>
              </a:xfrm>
              <a:prstGeom prst="rect">
                <a:avLst/>
              </a:prstGeom>
            </p:spPr>
          </p:pic>
          <p:sp>
            <p:nvSpPr>
              <p:cNvPr id="18" name="TextBox 17">
                <a:extLst>
                  <a:ext uri="{FF2B5EF4-FFF2-40B4-BE49-F238E27FC236}">
                    <a16:creationId xmlns:a16="http://schemas.microsoft.com/office/drawing/2014/main" id="{CEB19770-DB6E-24F4-2692-DDCDA54BABC4}"/>
                  </a:ext>
                </a:extLst>
              </p:cNvPr>
              <p:cNvSpPr txBox="1"/>
              <p:nvPr/>
            </p:nvSpPr>
            <p:spPr>
              <a:xfrm>
                <a:off x="4810511" y="1444861"/>
                <a:ext cx="1801948" cy="246221"/>
              </a:xfrm>
              <a:prstGeom prst="rect">
                <a:avLst/>
              </a:prstGeom>
              <a:noFill/>
            </p:spPr>
            <p:txBody>
              <a:bodyPr wrap="square" rtlCol="0">
                <a:spAutoFit/>
              </a:bodyPr>
              <a:lstStyle/>
              <a:p>
                <a:r>
                  <a:rPr lang="en-US" sz="1000" b="1" dirty="0">
                    <a:solidFill>
                      <a:schemeClr val="bg1">
                        <a:lumMod val="75000"/>
                      </a:schemeClr>
                    </a:solidFill>
                  </a:rPr>
                  <a:t>Check Job Safety</a:t>
                </a:r>
                <a:endParaRPr lang="en-IN" sz="1000" b="1" dirty="0">
                  <a:solidFill>
                    <a:schemeClr val="bg1">
                      <a:lumMod val="75000"/>
                    </a:schemeClr>
                  </a:solidFill>
                </a:endParaRPr>
              </a:p>
            </p:txBody>
          </p:sp>
          <p:sp>
            <p:nvSpPr>
              <p:cNvPr id="19" name="TextBox 18">
                <a:extLst>
                  <a:ext uri="{FF2B5EF4-FFF2-40B4-BE49-F238E27FC236}">
                    <a16:creationId xmlns:a16="http://schemas.microsoft.com/office/drawing/2014/main" id="{EC9DF288-E3F1-62D3-2F43-213BDEF7274A}"/>
                  </a:ext>
                </a:extLst>
              </p:cNvPr>
              <p:cNvSpPr txBox="1"/>
              <p:nvPr/>
            </p:nvSpPr>
            <p:spPr>
              <a:xfrm>
                <a:off x="4810511" y="1799423"/>
                <a:ext cx="2581030" cy="384721"/>
              </a:xfrm>
              <a:prstGeom prst="rect">
                <a:avLst/>
              </a:prstGeom>
              <a:noFill/>
            </p:spPr>
            <p:txBody>
              <a:bodyPr wrap="square" rtlCol="0">
                <a:spAutoFit/>
              </a:bodyPr>
              <a:lstStyle/>
              <a:p>
                <a:pPr>
                  <a:spcAft>
                    <a:spcPts val="600"/>
                  </a:spcAft>
                </a:pPr>
                <a:r>
                  <a:rPr lang="en-US" sz="700" dirty="0">
                    <a:solidFill>
                      <a:schemeClr val="bg1">
                        <a:lumMod val="95000"/>
                      </a:schemeClr>
                    </a:solidFill>
                  </a:rPr>
                  <a:t>“I am worried that AI or automation may affect my role soon.”</a:t>
                </a:r>
                <a:endParaRPr lang="en-US" sz="700" dirty="0">
                  <a:solidFill>
                    <a:schemeClr val="bg1">
                      <a:lumMod val="50000"/>
                    </a:schemeClr>
                  </a:solidFill>
                </a:endParaRPr>
              </a:p>
              <a:p>
                <a:pPr>
                  <a:spcAft>
                    <a:spcPts val="600"/>
                  </a:spcAft>
                </a:pPr>
                <a:r>
                  <a:rPr lang="en-US" sz="700" dirty="0">
                    <a:solidFill>
                      <a:schemeClr val="bg1">
                        <a:lumMod val="50000"/>
                      </a:schemeClr>
                    </a:solidFill>
                  </a:rPr>
                  <a:t>Role: </a:t>
                </a:r>
                <a:r>
                  <a:rPr lang="en-US" sz="700" dirty="0">
                    <a:solidFill>
                      <a:schemeClr val="bg1"/>
                    </a:solidFill>
                  </a:rPr>
                  <a:t>Supervisor</a:t>
                </a:r>
                <a:r>
                  <a:rPr lang="en-US" sz="700" dirty="0">
                    <a:solidFill>
                      <a:schemeClr val="bg1">
                        <a:lumMod val="50000"/>
                      </a:schemeClr>
                    </a:solidFill>
                  </a:rPr>
                  <a:t> | Verdict: </a:t>
                </a:r>
                <a:r>
                  <a:rPr lang="en-US" sz="700" dirty="0">
                    <a:solidFill>
                      <a:schemeClr val="bg1"/>
                    </a:solidFill>
                  </a:rPr>
                  <a:t>Secured</a:t>
                </a:r>
              </a:p>
            </p:txBody>
          </p:sp>
          <p:sp>
            <p:nvSpPr>
              <p:cNvPr id="20" name="TextBox 19">
                <a:extLst>
                  <a:ext uri="{FF2B5EF4-FFF2-40B4-BE49-F238E27FC236}">
                    <a16:creationId xmlns:a16="http://schemas.microsoft.com/office/drawing/2014/main" id="{B520CE25-06D7-0862-12CB-30623C93AD34}"/>
                  </a:ext>
                </a:extLst>
              </p:cNvPr>
              <p:cNvSpPr txBox="1"/>
              <p:nvPr/>
            </p:nvSpPr>
            <p:spPr>
              <a:xfrm>
                <a:off x="4801230" y="1628619"/>
                <a:ext cx="1931008" cy="184666"/>
              </a:xfrm>
              <a:prstGeom prst="rect">
                <a:avLst/>
              </a:prstGeom>
              <a:noFill/>
            </p:spPr>
            <p:txBody>
              <a:bodyPr wrap="square" rtlCol="0">
                <a:spAutoFit/>
              </a:bodyPr>
              <a:lstStyle/>
              <a:p>
                <a:r>
                  <a:rPr lang="en-US" sz="600" dirty="0">
                    <a:solidFill>
                      <a:schemeClr val="bg1">
                        <a:lumMod val="75000"/>
                      </a:schemeClr>
                    </a:solidFill>
                  </a:rPr>
                  <a:t>Date 15 Jan 2026 | Duration 00:08:02</a:t>
                </a:r>
              </a:p>
            </p:txBody>
          </p:sp>
        </p:grpSp>
        <p:grpSp>
          <p:nvGrpSpPr>
            <p:cNvPr id="13" name="Group 12">
              <a:extLst>
                <a:ext uri="{FF2B5EF4-FFF2-40B4-BE49-F238E27FC236}">
                  <a16:creationId xmlns:a16="http://schemas.microsoft.com/office/drawing/2014/main" id="{CB64AFE3-33DE-C195-F1CE-9AFD91414F9D}"/>
                </a:ext>
              </a:extLst>
            </p:cNvPr>
            <p:cNvGrpSpPr/>
            <p:nvPr/>
          </p:nvGrpSpPr>
          <p:grpSpPr>
            <a:xfrm>
              <a:off x="4530078" y="1907231"/>
              <a:ext cx="3015997" cy="376111"/>
              <a:chOff x="4530078" y="1907231"/>
              <a:chExt cx="3015997" cy="376111"/>
            </a:xfrm>
          </p:grpSpPr>
          <p:pic>
            <p:nvPicPr>
              <p:cNvPr id="14" name="Picture 13">
                <a:extLst>
                  <a:ext uri="{FF2B5EF4-FFF2-40B4-BE49-F238E27FC236}">
                    <a16:creationId xmlns:a16="http://schemas.microsoft.com/office/drawing/2014/main" id="{1DAEA0B5-CAFD-B016-0C9E-D9FEB3AFEBE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30078" y="1907231"/>
                <a:ext cx="376111" cy="376111"/>
              </a:xfrm>
              <a:prstGeom prst="flowChartConnector">
                <a:avLst/>
              </a:prstGeom>
              <a:ln>
                <a:solidFill>
                  <a:schemeClr val="bg1">
                    <a:lumMod val="65000"/>
                  </a:schemeClr>
                </a:solidFill>
              </a:ln>
            </p:spPr>
          </p:pic>
          <p:sp>
            <p:nvSpPr>
              <p:cNvPr id="15" name="TextBox 14">
                <a:extLst>
                  <a:ext uri="{FF2B5EF4-FFF2-40B4-BE49-F238E27FC236}">
                    <a16:creationId xmlns:a16="http://schemas.microsoft.com/office/drawing/2014/main" id="{B0A046EF-65C8-A966-FC31-A538BAEAAA36}"/>
                  </a:ext>
                </a:extLst>
              </p:cNvPr>
              <p:cNvSpPr txBox="1"/>
              <p:nvPr/>
            </p:nvSpPr>
            <p:spPr>
              <a:xfrm>
                <a:off x="4948013" y="1935380"/>
                <a:ext cx="1479892" cy="307777"/>
              </a:xfrm>
              <a:prstGeom prst="rect">
                <a:avLst/>
              </a:prstGeom>
              <a:noFill/>
            </p:spPr>
            <p:txBody>
              <a:bodyPr wrap="none" rtlCol="0">
                <a:spAutoFit/>
              </a:bodyPr>
              <a:lstStyle/>
              <a:p>
                <a:r>
                  <a:rPr lang="en-US" sz="700" b="1" dirty="0">
                    <a:solidFill>
                      <a:srgbClr val="0070C0"/>
                    </a:solidFill>
                  </a:rPr>
                  <a:t>RISK EXPERT</a:t>
                </a:r>
              </a:p>
              <a:p>
                <a:r>
                  <a:rPr lang="en-US" sz="700" b="1" dirty="0">
                    <a:solidFill>
                      <a:schemeClr val="bg1">
                        <a:lumMod val="85000"/>
                      </a:schemeClr>
                    </a:solidFill>
                  </a:rPr>
                  <a:t>Ayush Verma, </a:t>
                </a:r>
                <a:r>
                  <a:rPr lang="en-US" sz="700" dirty="0">
                    <a:solidFill>
                      <a:schemeClr val="bg1">
                        <a:lumMod val="85000"/>
                      </a:schemeClr>
                    </a:solidFill>
                  </a:rPr>
                  <a:t>Director, Yes Bank</a:t>
                </a:r>
                <a:endParaRPr lang="en-IN" sz="700" dirty="0">
                  <a:solidFill>
                    <a:schemeClr val="bg1">
                      <a:lumMod val="85000"/>
                    </a:schemeClr>
                  </a:solidFill>
                </a:endParaRPr>
              </a:p>
            </p:txBody>
          </p:sp>
          <p:sp>
            <p:nvSpPr>
              <p:cNvPr id="16" name="Rectangle: Rounded Corners 15">
                <a:extLst>
                  <a:ext uri="{FF2B5EF4-FFF2-40B4-BE49-F238E27FC236}">
                    <a16:creationId xmlns:a16="http://schemas.microsoft.com/office/drawing/2014/main" id="{93DE95DC-C2D8-C258-8B84-E9E853CC809F}"/>
                  </a:ext>
                </a:extLst>
              </p:cNvPr>
              <p:cNvSpPr/>
              <p:nvPr/>
            </p:nvSpPr>
            <p:spPr>
              <a:xfrm>
                <a:off x="7099877" y="2005235"/>
                <a:ext cx="446198" cy="180101"/>
              </a:xfrm>
              <a:prstGeom prst="roundRect">
                <a:avLst>
                  <a:gd name="adj" fmla="val 12145"/>
                </a:avLst>
              </a:prstGeom>
              <a:ln/>
            </p:spPr>
            <p:style>
              <a:lnRef idx="0">
                <a:schemeClr val="dk1"/>
              </a:lnRef>
              <a:fillRef idx="3">
                <a:schemeClr val="dk1"/>
              </a:fillRef>
              <a:effectRef idx="3">
                <a:schemeClr val="dk1"/>
              </a:effectRef>
              <a:fontRef idx="minor">
                <a:schemeClr val="lt1"/>
              </a:fontRef>
            </p:style>
            <p:txBody>
              <a:bodyPr rtlCol="0" anchor="ctr"/>
              <a:lstStyle/>
              <a:p>
                <a:pPr algn="ctr"/>
                <a:r>
                  <a:rPr lang="en-US" sz="800" dirty="0">
                    <a:solidFill>
                      <a:schemeClr val="bg1"/>
                    </a:solidFill>
                  </a:rPr>
                  <a:t>Chat</a:t>
                </a:r>
                <a:endParaRPr lang="en-IN" sz="800" dirty="0">
                  <a:solidFill>
                    <a:schemeClr val="bg1"/>
                  </a:solidFill>
                </a:endParaRPr>
              </a:p>
            </p:txBody>
          </p:sp>
        </p:grpSp>
      </p:grpSp>
      <p:sp>
        <p:nvSpPr>
          <p:cNvPr id="9" name="Speech Bubble: Rectangle with Corners Rounded 8">
            <a:extLst>
              <a:ext uri="{FF2B5EF4-FFF2-40B4-BE49-F238E27FC236}">
                <a16:creationId xmlns:a16="http://schemas.microsoft.com/office/drawing/2014/main" id="{63590F2E-B8A8-3255-C791-7EE3270F3FD7}"/>
              </a:ext>
            </a:extLst>
          </p:cNvPr>
          <p:cNvSpPr/>
          <p:nvPr/>
        </p:nvSpPr>
        <p:spPr>
          <a:xfrm>
            <a:off x="4921778" y="5412053"/>
            <a:ext cx="2097537" cy="362104"/>
          </a:xfrm>
          <a:prstGeom prst="wedgeRoundRectCallout">
            <a:avLst>
              <a:gd name="adj1" fmla="val -71395"/>
              <a:gd name="adj2" fmla="val 20501"/>
              <a:gd name="adj3" fmla="val 16667"/>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Speech Bubble: Rectangle with Corners Rounded 20">
            <a:extLst>
              <a:ext uri="{FF2B5EF4-FFF2-40B4-BE49-F238E27FC236}">
                <a16:creationId xmlns:a16="http://schemas.microsoft.com/office/drawing/2014/main" id="{D28CF98D-C296-13F2-1F05-CB82331C575F}"/>
              </a:ext>
            </a:extLst>
          </p:cNvPr>
          <p:cNvSpPr/>
          <p:nvPr/>
        </p:nvSpPr>
        <p:spPr>
          <a:xfrm>
            <a:off x="5225439" y="4655045"/>
            <a:ext cx="2097537" cy="362104"/>
          </a:xfrm>
          <a:prstGeom prst="wedgeRoundRectCallout">
            <a:avLst>
              <a:gd name="adj1" fmla="val 57934"/>
              <a:gd name="adj2" fmla="val 18396"/>
              <a:gd name="adj3" fmla="val 166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Speech Bubble: Rectangle with Corners Rounded 21">
            <a:extLst>
              <a:ext uri="{FF2B5EF4-FFF2-40B4-BE49-F238E27FC236}">
                <a16:creationId xmlns:a16="http://schemas.microsoft.com/office/drawing/2014/main" id="{D0FA7B1D-E83E-D0E9-44EC-25E8CC365988}"/>
              </a:ext>
            </a:extLst>
          </p:cNvPr>
          <p:cNvSpPr/>
          <p:nvPr/>
        </p:nvSpPr>
        <p:spPr>
          <a:xfrm>
            <a:off x="5225438" y="4237224"/>
            <a:ext cx="2097537" cy="362104"/>
          </a:xfrm>
          <a:prstGeom prst="wedgeRoundRectCallout">
            <a:avLst>
              <a:gd name="adj1" fmla="val 57934"/>
              <a:gd name="adj2" fmla="val 18396"/>
              <a:gd name="adj3" fmla="val 166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9" name="Group 28">
            <a:extLst>
              <a:ext uri="{FF2B5EF4-FFF2-40B4-BE49-F238E27FC236}">
                <a16:creationId xmlns:a16="http://schemas.microsoft.com/office/drawing/2014/main" id="{D7EAEDD2-3526-2353-8F54-74A245D21747}"/>
              </a:ext>
            </a:extLst>
          </p:cNvPr>
          <p:cNvGrpSpPr/>
          <p:nvPr/>
        </p:nvGrpSpPr>
        <p:grpSpPr>
          <a:xfrm>
            <a:off x="6041452" y="3819403"/>
            <a:ext cx="1248208" cy="362104"/>
            <a:chOff x="6096000" y="3603450"/>
            <a:chExt cx="1248208" cy="362104"/>
          </a:xfrm>
        </p:grpSpPr>
        <p:sp>
          <p:nvSpPr>
            <p:cNvPr id="23" name="Speech Bubble: Rectangle with Corners Rounded 22">
              <a:extLst>
                <a:ext uri="{FF2B5EF4-FFF2-40B4-BE49-F238E27FC236}">
                  <a16:creationId xmlns:a16="http://schemas.microsoft.com/office/drawing/2014/main" id="{0A85FB99-2E96-DBAB-3592-5ECBD35E5E6C}"/>
                </a:ext>
              </a:extLst>
            </p:cNvPr>
            <p:cNvSpPr/>
            <p:nvPr/>
          </p:nvSpPr>
          <p:spPr>
            <a:xfrm>
              <a:off x="6096000" y="3603450"/>
              <a:ext cx="1248208" cy="362104"/>
            </a:xfrm>
            <a:prstGeom prst="wedgeRoundRectCallout">
              <a:avLst>
                <a:gd name="adj1" fmla="val 57934"/>
                <a:gd name="adj2" fmla="val 18396"/>
                <a:gd name="adj3" fmla="val 166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7" name="Picture 26">
              <a:extLst>
                <a:ext uri="{FF2B5EF4-FFF2-40B4-BE49-F238E27FC236}">
                  <a16:creationId xmlns:a16="http://schemas.microsoft.com/office/drawing/2014/main" id="{77674AE6-E23D-3913-C56B-C88EC1AF0FBC}"/>
                </a:ext>
              </a:extLst>
            </p:cNvPr>
            <p:cNvPicPr>
              <a:picLocks noChangeAspect="1"/>
            </p:cNvPicPr>
            <p:nvPr/>
          </p:nvPicPr>
          <p:blipFill>
            <a:blip r:embed="rId12"/>
            <a:stretch>
              <a:fillRect/>
            </a:stretch>
          </p:blipFill>
          <p:spPr>
            <a:xfrm>
              <a:off x="6233117" y="3654411"/>
              <a:ext cx="1013310" cy="275243"/>
            </a:xfrm>
            <a:prstGeom prst="rect">
              <a:avLst/>
            </a:prstGeom>
          </p:spPr>
        </p:pic>
      </p:grpSp>
      <p:pic>
        <p:nvPicPr>
          <p:cNvPr id="38" name="Picture 37">
            <a:extLst>
              <a:ext uri="{FF2B5EF4-FFF2-40B4-BE49-F238E27FC236}">
                <a16:creationId xmlns:a16="http://schemas.microsoft.com/office/drawing/2014/main" id="{A6260080-5622-1137-75EB-BCAAA77F5A40}"/>
              </a:ext>
            </a:extLst>
          </p:cNvPr>
          <p:cNvPicPr>
            <a:picLocks noChangeAspect="1"/>
          </p:cNvPicPr>
          <p:nvPr/>
        </p:nvPicPr>
        <p:blipFill>
          <a:blip r:embed="rId13"/>
          <a:stretch>
            <a:fillRect/>
          </a:stretch>
        </p:blipFill>
        <p:spPr>
          <a:xfrm>
            <a:off x="6035301" y="2900195"/>
            <a:ext cx="1382489" cy="825599"/>
          </a:xfrm>
          <a:prstGeom prst="rect">
            <a:avLst/>
          </a:prstGeom>
        </p:spPr>
      </p:pic>
      <p:pic>
        <p:nvPicPr>
          <p:cNvPr id="40" name="Graphic 39" descr="Radio microphone outline">
            <a:extLst>
              <a:ext uri="{FF2B5EF4-FFF2-40B4-BE49-F238E27FC236}">
                <a16:creationId xmlns:a16="http://schemas.microsoft.com/office/drawing/2014/main" id="{13A6ADFA-CEA1-004E-6E50-14ECEB90F4F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319890" y="6306508"/>
            <a:ext cx="147709" cy="147709"/>
          </a:xfrm>
          <a:prstGeom prst="rect">
            <a:avLst/>
          </a:prstGeom>
        </p:spPr>
      </p:pic>
      <p:pic>
        <p:nvPicPr>
          <p:cNvPr id="42" name="Graphic 41" descr="Camera outline">
            <a:extLst>
              <a:ext uri="{FF2B5EF4-FFF2-40B4-BE49-F238E27FC236}">
                <a16:creationId xmlns:a16="http://schemas.microsoft.com/office/drawing/2014/main" id="{296D8B8E-1C3A-56C8-F3EF-6D63FE3CEC0D}"/>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008582" y="6306508"/>
            <a:ext cx="147709" cy="147709"/>
          </a:xfrm>
          <a:prstGeom prst="rect">
            <a:avLst/>
          </a:prstGeom>
        </p:spPr>
      </p:pic>
      <p:pic>
        <p:nvPicPr>
          <p:cNvPr id="44" name="Graphic 43" descr="Paperclip outline">
            <a:extLst>
              <a:ext uri="{FF2B5EF4-FFF2-40B4-BE49-F238E27FC236}">
                <a16:creationId xmlns:a16="http://schemas.microsoft.com/office/drawing/2014/main" id="{AFEBF451-14E0-AEDD-F525-C7EC4D772190}"/>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777584" y="6306507"/>
            <a:ext cx="147709" cy="147709"/>
          </a:xfrm>
          <a:prstGeom prst="rect">
            <a:avLst/>
          </a:prstGeom>
        </p:spPr>
      </p:pic>
      <p:sp>
        <p:nvSpPr>
          <p:cNvPr id="46" name="TextBox 45">
            <a:extLst>
              <a:ext uri="{FF2B5EF4-FFF2-40B4-BE49-F238E27FC236}">
                <a16:creationId xmlns:a16="http://schemas.microsoft.com/office/drawing/2014/main" id="{6D8270A0-1D54-A114-6194-6CBC193C680C}"/>
              </a:ext>
            </a:extLst>
          </p:cNvPr>
          <p:cNvSpPr txBox="1"/>
          <p:nvPr/>
        </p:nvSpPr>
        <p:spPr>
          <a:xfrm>
            <a:off x="6418971" y="6046110"/>
            <a:ext cx="1091966" cy="184666"/>
          </a:xfrm>
          <a:prstGeom prst="rect">
            <a:avLst/>
          </a:prstGeom>
          <a:noFill/>
        </p:spPr>
        <p:txBody>
          <a:bodyPr wrap="none" rtlCol="0">
            <a:spAutoFit/>
          </a:bodyPr>
          <a:lstStyle/>
          <a:p>
            <a:r>
              <a:rPr lang="en-US" sz="600" dirty="0">
                <a:solidFill>
                  <a:schemeClr val="bg1"/>
                </a:solidFill>
              </a:rPr>
              <a:t>You can ask 2 more queries</a:t>
            </a:r>
            <a:endParaRPr lang="en-IN" sz="600" dirty="0">
              <a:solidFill>
                <a:schemeClr val="bg1"/>
              </a:solidFill>
            </a:endParaRPr>
          </a:p>
        </p:txBody>
      </p:sp>
      <p:sp>
        <p:nvSpPr>
          <p:cNvPr id="47" name="TextBox 46">
            <a:extLst>
              <a:ext uri="{FF2B5EF4-FFF2-40B4-BE49-F238E27FC236}">
                <a16:creationId xmlns:a16="http://schemas.microsoft.com/office/drawing/2014/main" id="{465AD56F-F174-8665-6D67-932DBB750A50}"/>
              </a:ext>
            </a:extLst>
          </p:cNvPr>
          <p:cNvSpPr txBox="1"/>
          <p:nvPr/>
        </p:nvSpPr>
        <p:spPr>
          <a:xfrm>
            <a:off x="1729740" y="3543675"/>
            <a:ext cx="1822924" cy="369332"/>
          </a:xfrm>
          <a:prstGeom prst="rect">
            <a:avLst/>
          </a:prstGeom>
          <a:noFill/>
        </p:spPr>
        <p:txBody>
          <a:bodyPr wrap="square" rtlCol="0">
            <a:spAutoFit/>
          </a:bodyPr>
          <a:lstStyle/>
          <a:p>
            <a:pPr algn="r"/>
            <a:r>
              <a:rPr lang="en-US" sz="900" dirty="0">
                <a:solidFill>
                  <a:schemeClr val="bg1">
                    <a:lumMod val="65000"/>
                  </a:schemeClr>
                </a:solidFill>
              </a:rPr>
              <a:t>This is a chat screen where user can interact with the expert.</a:t>
            </a:r>
            <a:endParaRPr lang="en-IN" sz="900" dirty="0">
              <a:solidFill>
                <a:schemeClr val="bg1">
                  <a:lumMod val="65000"/>
                </a:schemeClr>
              </a:solidFill>
            </a:endParaRPr>
          </a:p>
        </p:txBody>
      </p:sp>
      <p:cxnSp>
        <p:nvCxnSpPr>
          <p:cNvPr id="48" name="Connector: Elbow 47">
            <a:extLst>
              <a:ext uri="{FF2B5EF4-FFF2-40B4-BE49-F238E27FC236}">
                <a16:creationId xmlns:a16="http://schemas.microsoft.com/office/drawing/2014/main" id="{D5CDEC39-5924-B3EA-E63F-09DDD475A6AF}"/>
              </a:ext>
            </a:extLst>
          </p:cNvPr>
          <p:cNvCxnSpPr>
            <a:cxnSpLocks/>
            <a:stCxn id="47" idx="3"/>
          </p:cNvCxnSpPr>
          <p:nvPr/>
        </p:nvCxnSpPr>
        <p:spPr>
          <a:xfrm>
            <a:off x="3552664" y="3728341"/>
            <a:ext cx="753601" cy="633682"/>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17A86085-EDB5-9B8A-CFF6-CC57526CC1D5}"/>
              </a:ext>
            </a:extLst>
          </p:cNvPr>
          <p:cNvSpPr txBox="1"/>
          <p:nvPr/>
        </p:nvSpPr>
        <p:spPr>
          <a:xfrm>
            <a:off x="8083675" y="2839667"/>
            <a:ext cx="2843405" cy="646331"/>
          </a:xfrm>
          <a:prstGeom prst="rect">
            <a:avLst/>
          </a:prstGeom>
          <a:noFill/>
        </p:spPr>
        <p:txBody>
          <a:bodyPr wrap="square" rtlCol="0">
            <a:spAutoFit/>
          </a:bodyPr>
          <a:lstStyle/>
          <a:p>
            <a:r>
              <a:rPr lang="en-US" sz="900" dirty="0">
                <a:solidFill>
                  <a:schemeClr val="bg1">
                    <a:lumMod val="65000"/>
                  </a:schemeClr>
                </a:solidFill>
              </a:rPr>
              <a:t>The chat conversation with the expert can exchange images/files (size limit up to 1 MB) by both the parties. But user can send only 3 times either text/file/audio by default. </a:t>
            </a:r>
            <a:endParaRPr lang="en-IN" sz="900" dirty="0">
              <a:solidFill>
                <a:schemeClr val="bg1">
                  <a:lumMod val="65000"/>
                </a:schemeClr>
              </a:solidFill>
            </a:endParaRPr>
          </a:p>
        </p:txBody>
      </p:sp>
      <p:cxnSp>
        <p:nvCxnSpPr>
          <p:cNvPr id="50" name="Connector: Elbow 49">
            <a:extLst>
              <a:ext uri="{FF2B5EF4-FFF2-40B4-BE49-F238E27FC236}">
                <a16:creationId xmlns:a16="http://schemas.microsoft.com/office/drawing/2014/main" id="{88AD13E2-037B-1D12-040C-E16998697C3A}"/>
              </a:ext>
            </a:extLst>
          </p:cNvPr>
          <p:cNvCxnSpPr>
            <a:cxnSpLocks/>
            <a:stCxn id="49" idx="1"/>
          </p:cNvCxnSpPr>
          <p:nvPr/>
        </p:nvCxnSpPr>
        <p:spPr>
          <a:xfrm rot="10800000" flipV="1">
            <a:off x="7797825" y="3162833"/>
            <a:ext cx="285851" cy="117130"/>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68D60889-72DF-9D5E-0887-BC9E5949F441}"/>
              </a:ext>
            </a:extLst>
          </p:cNvPr>
          <p:cNvSpPr txBox="1"/>
          <p:nvPr/>
        </p:nvSpPr>
        <p:spPr>
          <a:xfrm>
            <a:off x="8083675" y="3578038"/>
            <a:ext cx="2843405" cy="369332"/>
          </a:xfrm>
          <a:prstGeom prst="rect">
            <a:avLst/>
          </a:prstGeom>
          <a:noFill/>
        </p:spPr>
        <p:txBody>
          <a:bodyPr wrap="square" rtlCol="0">
            <a:spAutoFit/>
          </a:bodyPr>
          <a:lstStyle/>
          <a:p>
            <a:r>
              <a:rPr lang="en-US" sz="900" dirty="0">
                <a:solidFill>
                  <a:schemeClr val="bg1">
                    <a:lumMod val="65000"/>
                  </a:schemeClr>
                </a:solidFill>
              </a:rPr>
              <a:t>The conversation with the expert can exchange audio chats. </a:t>
            </a:r>
            <a:endParaRPr lang="en-IN" sz="900" dirty="0">
              <a:solidFill>
                <a:schemeClr val="bg1">
                  <a:lumMod val="65000"/>
                </a:schemeClr>
              </a:solidFill>
            </a:endParaRPr>
          </a:p>
        </p:txBody>
      </p:sp>
      <p:cxnSp>
        <p:nvCxnSpPr>
          <p:cNvPr id="54" name="Connector: Elbow 53">
            <a:extLst>
              <a:ext uri="{FF2B5EF4-FFF2-40B4-BE49-F238E27FC236}">
                <a16:creationId xmlns:a16="http://schemas.microsoft.com/office/drawing/2014/main" id="{CD19BF20-0EAD-E274-CE5F-9025FF6D0F38}"/>
              </a:ext>
            </a:extLst>
          </p:cNvPr>
          <p:cNvCxnSpPr>
            <a:cxnSpLocks/>
            <a:stCxn id="53" idx="1"/>
          </p:cNvCxnSpPr>
          <p:nvPr/>
        </p:nvCxnSpPr>
        <p:spPr>
          <a:xfrm rot="10800000" flipV="1">
            <a:off x="7797825" y="3762704"/>
            <a:ext cx="285851" cy="255630"/>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C8017949-563C-BF43-D0FD-076A6B3EBD31}"/>
              </a:ext>
            </a:extLst>
          </p:cNvPr>
          <p:cNvSpPr txBox="1"/>
          <p:nvPr/>
        </p:nvSpPr>
        <p:spPr>
          <a:xfrm>
            <a:off x="8083674" y="4316409"/>
            <a:ext cx="2843405" cy="369332"/>
          </a:xfrm>
          <a:prstGeom prst="rect">
            <a:avLst/>
          </a:prstGeom>
          <a:noFill/>
        </p:spPr>
        <p:txBody>
          <a:bodyPr wrap="square" rtlCol="0">
            <a:spAutoFit/>
          </a:bodyPr>
          <a:lstStyle/>
          <a:p>
            <a:r>
              <a:rPr lang="en-US" sz="900" dirty="0">
                <a:solidFill>
                  <a:schemeClr val="bg1">
                    <a:lumMod val="65000"/>
                  </a:schemeClr>
                </a:solidFill>
              </a:rPr>
              <a:t>The conversation with the expert can exchange  text chats. </a:t>
            </a:r>
            <a:endParaRPr lang="en-IN" sz="900" dirty="0">
              <a:solidFill>
                <a:schemeClr val="bg1">
                  <a:lumMod val="65000"/>
                </a:schemeClr>
              </a:solidFill>
            </a:endParaRPr>
          </a:p>
        </p:txBody>
      </p:sp>
      <p:cxnSp>
        <p:nvCxnSpPr>
          <p:cNvPr id="56" name="Connector: Elbow 55">
            <a:extLst>
              <a:ext uri="{FF2B5EF4-FFF2-40B4-BE49-F238E27FC236}">
                <a16:creationId xmlns:a16="http://schemas.microsoft.com/office/drawing/2014/main" id="{3E03E286-C451-1D5E-B652-2626EE67DAF5}"/>
              </a:ext>
            </a:extLst>
          </p:cNvPr>
          <p:cNvCxnSpPr>
            <a:cxnSpLocks/>
            <a:stCxn id="55" idx="1"/>
          </p:cNvCxnSpPr>
          <p:nvPr/>
        </p:nvCxnSpPr>
        <p:spPr>
          <a:xfrm rot="10800000" flipV="1">
            <a:off x="7797824" y="4501075"/>
            <a:ext cx="285851" cy="255630"/>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F2869254-08CC-6BBB-E216-ACC4B96E0623}"/>
              </a:ext>
            </a:extLst>
          </p:cNvPr>
          <p:cNvSpPr txBox="1"/>
          <p:nvPr/>
        </p:nvSpPr>
        <p:spPr>
          <a:xfrm>
            <a:off x="8034622" y="5676778"/>
            <a:ext cx="2843405" cy="369332"/>
          </a:xfrm>
          <a:prstGeom prst="rect">
            <a:avLst/>
          </a:prstGeom>
          <a:noFill/>
        </p:spPr>
        <p:txBody>
          <a:bodyPr wrap="square" rtlCol="0">
            <a:spAutoFit/>
          </a:bodyPr>
          <a:lstStyle/>
          <a:p>
            <a:r>
              <a:rPr lang="en-US" sz="900" dirty="0">
                <a:solidFill>
                  <a:schemeClr val="bg1">
                    <a:lumMod val="65000"/>
                  </a:schemeClr>
                </a:solidFill>
              </a:rPr>
              <a:t>This is a label to show user that how many attempts are left for the user.</a:t>
            </a:r>
            <a:endParaRPr lang="en-IN" sz="900" dirty="0">
              <a:solidFill>
                <a:schemeClr val="bg1">
                  <a:lumMod val="65000"/>
                </a:schemeClr>
              </a:solidFill>
            </a:endParaRPr>
          </a:p>
        </p:txBody>
      </p:sp>
      <p:cxnSp>
        <p:nvCxnSpPr>
          <p:cNvPr id="58" name="Connector: Elbow 57">
            <a:extLst>
              <a:ext uri="{FF2B5EF4-FFF2-40B4-BE49-F238E27FC236}">
                <a16:creationId xmlns:a16="http://schemas.microsoft.com/office/drawing/2014/main" id="{69AE0451-B240-ABA1-9E90-54A292434144}"/>
              </a:ext>
            </a:extLst>
          </p:cNvPr>
          <p:cNvCxnSpPr>
            <a:cxnSpLocks/>
            <a:stCxn id="57" idx="1"/>
          </p:cNvCxnSpPr>
          <p:nvPr/>
        </p:nvCxnSpPr>
        <p:spPr>
          <a:xfrm rot="10800000" flipV="1">
            <a:off x="7748776" y="5861444"/>
            <a:ext cx="285847" cy="255630"/>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9F31627C-CA00-34D2-22FE-07492395E30F}"/>
              </a:ext>
            </a:extLst>
          </p:cNvPr>
          <p:cNvSpPr txBox="1"/>
          <p:nvPr/>
        </p:nvSpPr>
        <p:spPr>
          <a:xfrm>
            <a:off x="8226291" y="615439"/>
            <a:ext cx="2843405" cy="646331"/>
          </a:xfrm>
          <a:prstGeom prst="rect">
            <a:avLst/>
          </a:prstGeom>
          <a:noFill/>
        </p:spPr>
        <p:txBody>
          <a:bodyPr wrap="square" rtlCol="0">
            <a:spAutoFit/>
          </a:bodyPr>
          <a:lstStyle/>
          <a:p>
            <a:r>
              <a:rPr lang="en-US" sz="900" dirty="0">
                <a:solidFill>
                  <a:schemeClr val="bg1">
                    <a:lumMod val="65000"/>
                  </a:schemeClr>
                </a:solidFill>
              </a:rPr>
              <a:t>This chat window is a time-sensitive. User can talk on this case and validation till 30 days from the date of report generation. After that user can access the history but cannot do conversation.</a:t>
            </a:r>
            <a:endParaRPr lang="en-IN" sz="900" dirty="0">
              <a:solidFill>
                <a:schemeClr val="bg1">
                  <a:lumMod val="65000"/>
                </a:schemeClr>
              </a:solidFill>
            </a:endParaRPr>
          </a:p>
        </p:txBody>
      </p:sp>
      <p:cxnSp>
        <p:nvCxnSpPr>
          <p:cNvPr id="60" name="Connector: Elbow 59">
            <a:extLst>
              <a:ext uri="{FF2B5EF4-FFF2-40B4-BE49-F238E27FC236}">
                <a16:creationId xmlns:a16="http://schemas.microsoft.com/office/drawing/2014/main" id="{554690B9-D95C-A31C-B715-1DA615F52E56}"/>
              </a:ext>
            </a:extLst>
          </p:cNvPr>
          <p:cNvCxnSpPr>
            <a:cxnSpLocks/>
            <a:stCxn id="59" idx="1"/>
          </p:cNvCxnSpPr>
          <p:nvPr/>
        </p:nvCxnSpPr>
        <p:spPr>
          <a:xfrm rot="10800000" flipV="1">
            <a:off x="7940449" y="938605"/>
            <a:ext cx="285843" cy="117130"/>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grpSp>
        <p:nvGrpSpPr>
          <p:cNvPr id="61" name="Group 60">
            <a:extLst>
              <a:ext uri="{FF2B5EF4-FFF2-40B4-BE49-F238E27FC236}">
                <a16:creationId xmlns:a16="http://schemas.microsoft.com/office/drawing/2014/main" id="{6AF2A8CB-015E-0580-EF27-BF90F69DDBB0}"/>
              </a:ext>
            </a:extLst>
          </p:cNvPr>
          <p:cNvGrpSpPr/>
          <p:nvPr/>
        </p:nvGrpSpPr>
        <p:grpSpPr>
          <a:xfrm>
            <a:off x="6329285" y="938605"/>
            <a:ext cx="1261372" cy="215444"/>
            <a:chOff x="6156418" y="1349079"/>
            <a:chExt cx="1261372" cy="215444"/>
          </a:xfrm>
        </p:grpSpPr>
        <p:sp>
          <p:nvSpPr>
            <p:cNvPr id="62" name="TextBox 61">
              <a:extLst>
                <a:ext uri="{FF2B5EF4-FFF2-40B4-BE49-F238E27FC236}">
                  <a16:creationId xmlns:a16="http://schemas.microsoft.com/office/drawing/2014/main" id="{E3B18FF7-C52E-6516-69B9-9CFED7D65247}"/>
                </a:ext>
              </a:extLst>
            </p:cNvPr>
            <p:cNvSpPr txBox="1"/>
            <p:nvPr/>
          </p:nvSpPr>
          <p:spPr>
            <a:xfrm>
              <a:off x="6272925" y="1349079"/>
              <a:ext cx="1144865" cy="215444"/>
            </a:xfrm>
            <a:prstGeom prst="rect">
              <a:avLst/>
            </a:prstGeom>
            <a:noFill/>
          </p:spPr>
          <p:txBody>
            <a:bodyPr wrap="none" rtlCol="0">
              <a:spAutoFit/>
            </a:bodyPr>
            <a:lstStyle/>
            <a:p>
              <a:pPr algn="r"/>
              <a:r>
                <a:rPr lang="en-US" sz="800" dirty="0">
                  <a:solidFill>
                    <a:schemeClr val="tx1">
                      <a:lumMod val="50000"/>
                      <a:lumOff val="50000"/>
                    </a:schemeClr>
                  </a:solidFill>
                </a:rPr>
                <a:t>Chat open for 29 days</a:t>
              </a:r>
              <a:endParaRPr lang="en-IN" sz="800" dirty="0">
                <a:solidFill>
                  <a:schemeClr val="tx1">
                    <a:lumMod val="50000"/>
                    <a:lumOff val="50000"/>
                  </a:schemeClr>
                </a:solidFill>
              </a:endParaRPr>
            </a:p>
          </p:txBody>
        </p:sp>
        <p:pic>
          <p:nvPicPr>
            <p:cNvPr id="63" name="Graphic 62" descr="Stopwatch with solid fill">
              <a:extLst>
                <a:ext uri="{FF2B5EF4-FFF2-40B4-BE49-F238E27FC236}">
                  <a16:creationId xmlns:a16="http://schemas.microsoft.com/office/drawing/2014/main" id="{2895C2DA-F63F-3673-0CAB-DA6E0D6C4CB0}"/>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156418" y="1384077"/>
              <a:ext cx="141989" cy="141989"/>
            </a:xfrm>
            <a:prstGeom prst="rect">
              <a:avLst/>
            </a:prstGeom>
          </p:spPr>
        </p:pic>
      </p:grpSp>
    </p:spTree>
    <p:extLst>
      <p:ext uri="{BB962C8B-B14F-4D97-AF65-F5344CB8AC3E}">
        <p14:creationId xmlns:p14="http://schemas.microsoft.com/office/powerpoint/2010/main" val="22013287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E2B1B-0EBF-C64F-42B3-F87677EB0C04}"/>
            </a:ext>
          </a:extLst>
        </p:cNvPr>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959E85BB-FEFA-05E5-4F7F-51E58DA43285}"/>
              </a:ext>
            </a:extLst>
          </p:cNvPr>
          <p:cNvSpPr/>
          <p:nvPr/>
        </p:nvSpPr>
        <p:spPr>
          <a:xfrm>
            <a:off x="4433231" y="2725020"/>
            <a:ext cx="3112844" cy="3904379"/>
          </a:xfrm>
          <a:prstGeom prst="roundRect">
            <a:avLst>
              <a:gd name="adj" fmla="val 1521"/>
            </a:avLst>
          </a:prstGeom>
          <a:solidFill>
            <a:schemeClr val="bg2">
              <a:lumMod val="25000"/>
            </a:schemeClr>
          </a:solidFill>
          <a:ln w="9525"/>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sp>
        <p:nvSpPr>
          <p:cNvPr id="45" name="Rectangle: Rounded Corners 44">
            <a:extLst>
              <a:ext uri="{FF2B5EF4-FFF2-40B4-BE49-F238E27FC236}">
                <a16:creationId xmlns:a16="http://schemas.microsoft.com/office/drawing/2014/main" id="{33E7213F-05C9-BAB6-35CC-0A189C5EB82B}"/>
              </a:ext>
            </a:extLst>
          </p:cNvPr>
          <p:cNvSpPr/>
          <p:nvPr/>
        </p:nvSpPr>
        <p:spPr>
          <a:xfrm>
            <a:off x="7260210" y="6265825"/>
            <a:ext cx="250727" cy="238884"/>
          </a:xfrm>
          <a:prstGeom prst="roundRect">
            <a:avLst>
              <a:gd name="adj" fmla="val 50000"/>
            </a:avLst>
          </a:prstGeom>
          <a:solidFill>
            <a:srgbClr val="00B0F0"/>
          </a:solidFill>
          <a:ln>
            <a:solidFill>
              <a:schemeClr val="tx1"/>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grpSp>
        <p:nvGrpSpPr>
          <p:cNvPr id="30" name="Group 29">
            <a:extLst>
              <a:ext uri="{FF2B5EF4-FFF2-40B4-BE49-F238E27FC236}">
                <a16:creationId xmlns:a16="http://schemas.microsoft.com/office/drawing/2014/main" id="{8162E01D-54EE-6F5F-4AB1-27A9C72516D5}"/>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737877D3-FB0F-1EBA-6021-058C94F1B672}"/>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64F8A2A0-1B1E-90D3-DD87-F0A1946AE9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7E9F6A61-B34E-CFD1-953B-635B69C83E8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grpSp>
        <p:nvGrpSpPr>
          <p:cNvPr id="7" name="Group 6">
            <a:extLst>
              <a:ext uri="{FF2B5EF4-FFF2-40B4-BE49-F238E27FC236}">
                <a16:creationId xmlns:a16="http://schemas.microsoft.com/office/drawing/2014/main" id="{36B467DD-F60E-300D-1D82-4723F95D63F5}"/>
              </a:ext>
            </a:extLst>
          </p:cNvPr>
          <p:cNvGrpSpPr/>
          <p:nvPr/>
        </p:nvGrpSpPr>
        <p:grpSpPr>
          <a:xfrm>
            <a:off x="4516548" y="900133"/>
            <a:ext cx="2019595" cy="253916"/>
            <a:chOff x="4516548" y="900133"/>
            <a:chExt cx="2019595" cy="253916"/>
          </a:xfrm>
        </p:grpSpPr>
        <p:sp>
          <p:nvSpPr>
            <p:cNvPr id="5" name="TextBox 4">
              <a:extLst>
                <a:ext uri="{FF2B5EF4-FFF2-40B4-BE49-F238E27FC236}">
                  <a16:creationId xmlns:a16="http://schemas.microsoft.com/office/drawing/2014/main" id="{8F64C006-849A-8816-6680-DEE3CBA7E25B}"/>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My Records</a:t>
              </a:r>
              <a:endParaRPr lang="en-IN" sz="1050" b="1" dirty="0">
                <a:solidFill>
                  <a:srgbClr val="EE7723"/>
                </a:solidFill>
              </a:endParaRPr>
            </a:p>
          </p:txBody>
        </p:sp>
        <p:pic>
          <p:nvPicPr>
            <p:cNvPr id="6" name="Graphic 5" descr="Address Book outline">
              <a:extLst>
                <a:ext uri="{FF2B5EF4-FFF2-40B4-BE49-F238E27FC236}">
                  <a16:creationId xmlns:a16="http://schemas.microsoft.com/office/drawing/2014/main" id="{96F06ED1-A56F-F3AA-7C50-DE6CCD7D99E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16548" y="931803"/>
              <a:ext cx="190575" cy="190575"/>
            </a:xfrm>
            <a:prstGeom prst="rect">
              <a:avLst/>
            </a:prstGeom>
          </p:spPr>
        </p:pic>
      </p:grpSp>
      <p:grpSp>
        <p:nvGrpSpPr>
          <p:cNvPr id="36" name="Group 35">
            <a:extLst>
              <a:ext uri="{FF2B5EF4-FFF2-40B4-BE49-F238E27FC236}">
                <a16:creationId xmlns:a16="http://schemas.microsoft.com/office/drawing/2014/main" id="{A16A8638-52AB-C8BA-39E4-B0C7524856A7}"/>
              </a:ext>
            </a:extLst>
          </p:cNvPr>
          <p:cNvGrpSpPr/>
          <p:nvPr/>
        </p:nvGrpSpPr>
        <p:grpSpPr>
          <a:xfrm>
            <a:off x="4433231" y="2381689"/>
            <a:ext cx="3116937" cy="289004"/>
            <a:chOff x="4433231" y="2381689"/>
            <a:chExt cx="3116937" cy="289004"/>
          </a:xfrm>
        </p:grpSpPr>
        <p:sp>
          <p:nvSpPr>
            <p:cNvPr id="4" name="Rectangle: Rounded Corners 3">
              <a:extLst>
                <a:ext uri="{FF2B5EF4-FFF2-40B4-BE49-F238E27FC236}">
                  <a16:creationId xmlns:a16="http://schemas.microsoft.com/office/drawing/2014/main" id="{9E2E94C7-069F-E93F-2FF4-25765C1AE8C1}"/>
                </a:ext>
              </a:extLst>
            </p:cNvPr>
            <p:cNvSpPr/>
            <p:nvPr/>
          </p:nvSpPr>
          <p:spPr>
            <a:xfrm>
              <a:off x="4433231"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Context</a:t>
              </a:r>
              <a:endParaRPr lang="en-IN" sz="800" dirty="0"/>
            </a:p>
          </p:txBody>
        </p:sp>
        <p:sp>
          <p:nvSpPr>
            <p:cNvPr id="24" name="Rectangle: Rounded Corners 23">
              <a:extLst>
                <a:ext uri="{FF2B5EF4-FFF2-40B4-BE49-F238E27FC236}">
                  <a16:creationId xmlns:a16="http://schemas.microsoft.com/office/drawing/2014/main" id="{ED20ED66-E5D2-1B7F-D977-C3019515A4D6}"/>
                </a:ext>
              </a:extLst>
            </p:cNvPr>
            <p:cNvSpPr/>
            <p:nvPr/>
          </p:nvSpPr>
          <p:spPr>
            <a:xfrm>
              <a:off x="5060595"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Data</a:t>
              </a:r>
              <a:endParaRPr lang="en-IN" sz="800" dirty="0"/>
            </a:p>
          </p:txBody>
        </p:sp>
        <p:sp>
          <p:nvSpPr>
            <p:cNvPr id="26" name="Rectangle: Rounded Corners 25">
              <a:extLst>
                <a:ext uri="{FF2B5EF4-FFF2-40B4-BE49-F238E27FC236}">
                  <a16:creationId xmlns:a16="http://schemas.microsoft.com/office/drawing/2014/main" id="{96794F3A-7445-46DA-1275-CB66411368A8}"/>
                </a:ext>
              </a:extLst>
            </p:cNvPr>
            <p:cNvSpPr/>
            <p:nvPr/>
          </p:nvSpPr>
          <p:spPr>
            <a:xfrm>
              <a:off x="5687959"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Basis</a:t>
              </a:r>
              <a:endParaRPr lang="en-IN" sz="800" dirty="0"/>
            </a:p>
          </p:txBody>
        </p:sp>
        <p:sp>
          <p:nvSpPr>
            <p:cNvPr id="28" name="Rectangle: Rounded Corners 27">
              <a:extLst>
                <a:ext uri="{FF2B5EF4-FFF2-40B4-BE49-F238E27FC236}">
                  <a16:creationId xmlns:a16="http://schemas.microsoft.com/office/drawing/2014/main" id="{8243EC90-6C19-4002-7AE8-D6CDF7E58F8F}"/>
                </a:ext>
              </a:extLst>
            </p:cNvPr>
            <p:cNvSpPr/>
            <p:nvPr/>
          </p:nvSpPr>
          <p:spPr>
            <a:xfrm>
              <a:off x="6315323"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Insights</a:t>
              </a:r>
              <a:endParaRPr lang="en-IN" sz="800" dirty="0"/>
            </a:p>
          </p:txBody>
        </p:sp>
        <p:sp>
          <p:nvSpPr>
            <p:cNvPr id="35" name="Rectangle: Rounded Corners 34">
              <a:extLst>
                <a:ext uri="{FF2B5EF4-FFF2-40B4-BE49-F238E27FC236}">
                  <a16:creationId xmlns:a16="http://schemas.microsoft.com/office/drawing/2014/main" id="{7C497577-48C6-227C-F57B-2D5BDD6743FF}"/>
                </a:ext>
              </a:extLst>
            </p:cNvPr>
            <p:cNvSpPr/>
            <p:nvPr/>
          </p:nvSpPr>
          <p:spPr>
            <a:xfrm>
              <a:off x="6942687" y="2381689"/>
              <a:ext cx="607481" cy="289004"/>
            </a:xfrm>
            <a:prstGeom prst="roundRect">
              <a:avLst>
                <a:gd name="adj" fmla="val 12145"/>
              </a:avLst>
            </a:prstGeom>
            <a:ln/>
          </p:spPr>
          <p:style>
            <a:lnRef idx="0">
              <a:schemeClr val="dk1"/>
            </a:lnRef>
            <a:fillRef idx="3">
              <a:schemeClr val="dk1"/>
            </a:fillRef>
            <a:effectRef idx="3">
              <a:schemeClr val="dk1"/>
            </a:effectRef>
            <a:fontRef idx="minor">
              <a:schemeClr val="lt1"/>
            </a:fontRef>
          </p:style>
          <p:txBody>
            <a:bodyPr rtlCol="0" anchor="b"/>
            <a:lstStyle/>
            <a:p>
              <a:pPr algn="ctr"/>
              <a:r>
                <a:rPr lang="en-US" sz="800" dirty="0"/>
                <a:t>Report</a:t>
              </a:r>
              <a:endParaRPr lang="en-IN" sz="800" dirty="0"/>
            </a:p>
          </p:txBody>
        </p:sp>
      </p:grpSp>
      <p:sp>
        <p:nvSpPr>
          <p:cNvPr id="2" name="Rectangle: Rounded Corners 1">
            <a:extLst>
              <a:ext uri="{FF2B5EF4-FFF2-40B4-BE49-F238E27FC236}">
                <a16:creationId xmlns:a16="http://schemas.microsoft.com/office/drawing/2014/main" id="{BFF5FF05-E16F-A435-B1CA-4616A68E903D}"/>
              </a:ext>
            </a:extLst>
          </p:cNvPr>
          <p:cNvSpPr/>
          <p:nvPr/>
        </p:nvSpPr>
        <p:spPr>
          <a:xfrm>
            <a:off x="4478448" y="6256020"/>
            <a:ext cx="2738424" cy="248689"/>
          </a:xfrm>
          <a:prstGeom prst="roundRect">
            <a:avLst>
              <a:gd name="adj" fmla="val 50000"/>
            </a:avLst>
          </a:prstGeom>
          <a:solidFill>
            <a:schemeClr val="bg1"/>
          </a:solidFill>
          <a:ln>
            <a:solidFill>
              <a:schemeClr val="tx1"/>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grpSp>
        <p:nvGrpSpPr>
          <p:cNvPr id="3" name="Group 2">
            <a:extLst>
              <a:ext uri="{FF2B5EF4-FFF2-40B4-BE49-F238E27FC236}">
                <a16:creationId xmlns:a16="http://schemas.microsoft.com/office/drawing/2014/main" id="{A608DF82-6D13-77D8-ED64-475CE5D7DD10}"/>
              </a:ext>
            </a:extLst>
          </p:cNvPr>
          <p:cNvGrpSpPr/>
          <p:nvPr/>
        </p:nvGrpSpPr>
        <p:grpSpPr>
          <a:xfrm>
            <a:off x="4478448" y="1141770"/>
            <a:ext cx="3067627" cy="1141572"/>
            <a:chOff x="4478448" y="1141770"/>
            <a:chExt cx="3067627" cy="1141572"/>
          </a:xfrm>
        </p:grpSpPr>
        <p:grpSp>
          <p:nvGrpSpPr>
            <p:cNvPr id="10" name="Group 9">
              <a:extLst>
                <a:ext uri="{FF2B5EF4-FFF2-40B4-BE49-F238E27FC236}">
                  <a16:creationId xmlns:a16="http://schemas.microsoft.com/office/drawing/2014/main" id="{E2883A5B-AE4D-641D-F8A2-CF7B1D4F6287}"/>
                </a:ext>
              </a:extLst>
            </p:cNvPr>
            <p:cNvGrpSpPr/>
            <p:nvPr/>
          </p:nvGrpSpPr>
          <p:grpSpPr>
            <a:xfrm>
              <a:off x="4478448" y="1141770"/>
              <a:ext cx="2867775" cy="739283"/>
              <a:chOff x="4523766" y="1444861"/>
              <a:chExt cx="2867775" cy="739283"/>
            </a:xfrm>
          </p:grpSpPr>
          <p:pic>
            <p:nvPicPr>
              <p:cNvPr id="17" name="Graphic 16" descr="Shield Tick outline">
                <a:extLst>
                  <a:ext uri="{FF2B5EF4-FFF2-40B4-BE49-F238E27FC236}">
                    <a16:creationId xmlns:a16="http://schemas.microsoft.com/office/drawing/2014/main" id="{F40DAF7F-BEB5-65D8-F238-D31E607B199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23766" y="1474731"/>
                <a:ext cx="289004" cy="289004"/>
              </a:xfrm>
              <a:prstGeom prst="rect">
                <a:avLst/>
              </a:prstGeom>
            </p:spPr>
          </p:pic>
          <p:sp>
            <p:nvSpPr>
              <p:cNvPr id="18" name="TextBox 17">
                <a:extLst>
                  <a:ext uri="{FF2B5EF4-FFF2-40B4-BE49-F238E27FC236}">
                    <a16:creationId xmlns:a16="http://schemas.microsoft.com/office/drawing/2014/main" id="{E4A17E72-DA72-32EE-8BD1-4053F6B9F3A0}"/>
                  </a:ext>
                </a:extLst>
              </p:cNvPr>
              <p:cNvSpPr txBox="1"/>
              <p:nvPr/>
            </p:nvSpPr>
            <p:spPr>
              <a:xfrm>
                <a:off x="4810511" y="1444861"/>
                <a:ext cx="1801948" cy="246221"/>
              </a:xfrm>
              <a:prstGeom prst="rect">
                <a:avLst/>
              </a:prstGeom>
              <a:noFill/>
            </p:spPr>
            <p:txBody>
              <a:bodyPr wrap="square" rtlCol="0">
                <a:spAutoFit/>
              </a:bodyPr>
              <a:lstStyle/>
              <a:p>
                <a:r>
                  <a:rPr lang="en-US" sz="1000" b="1" dirty="0">
                    <a:solidFill>
                      <a:schemeClr val="bg1">
                        <a:lumMod val="75000"/>
                      </a:schemeClr>
                    </a:solidFill>
                  </a:rPr>
                  <a:t>Check Job Safety</a:t>
                </a:r>
                <a:endParaRPr lang="en-IN" sz="1000" b="1" dirty="0">
                  <a:solidFill>
                    <a:schemeClr val="bg1">
                      <a:lumMod val="75000"/>
                    </a:schemeClr>
                  </a:solidFill>
                </a:endParaRPr>
              </a:p>
            </p:txBody>
          </p:sp>
          <p:sp>
            <p:nvSpPr>
              <p:cNvPr id="19" name="TextBox 18">
                <a:extLst>
                  <a:ext uri="{FF2B5EF4-FFF2-40B4-BE49-F238E27FC236}">
                    <a16:creationId xmlns:a16="http://schemas.microsoft.com/office/drawing/2014/main" id="{63D2350D-1D35-D683-4DE0-B9FF5F29A5EE}"/>
                  </a:ext>
                </a:extLst>
              </p:cNvPr>
              <p:cNvSpPr txBox="1"/>
              <p:nvPr/>
            </p:nvSpPr>
            <p:spPr>
              <a:xfrm>
                <a:off x="4810511" y="1799423"/>
                <a:ext cx="2581030" cy="384721"/>
              </a:xfrm>
              <a:prstGeom prst="rect">
                <a:avLst/>
              </a:prstGeom>
              <a:noFill/>
            </p:spPr>
            <p:txBody>
              <a:bodyPr wrap="square" rtlCol="0">
                <a:spAutoFit/>
              </a:bodyPr>
              <a:lstStyle/>
              <a:p>
                <a:pPr>
                  <a:spcAft>
                    <a:spcPts val="600"/>
                  </a:spcAft>
                </a:pPr>
                <a:r>
                  <a:rPr lang="en-US" sz="700" dirty="0">
                    <a:solidFill>
                      <a:schemeClr val="bg1">
                        <a:lumMod val="95000"/>
                      </a:schemeClr>
                    </a:solidFill>
                  </a:rPr>
                  <a:t>“I am worried that AI or automation may affect my role soon.”</a:t>
                </a:r>
                <a:endParaRPr lang="en-US" sz="700" dirty="0">
                  <a:solidFill>
                    <a:schemeClr val="bg1">
                      <a:lumMod val="50000"/>
                    </a:schemeClr>
                  </a:solidFill>
                </a:endParaRPr>
              </a:p>
              <a:p>
                <a:pPr>
                  <a:spcAft>
                    <a:spcPts val="600"/>
                  </a:spcAft>
                </a:pPr>
                <a:r>
                  <a:rPr lang="en-US" sz="700" dirty="0">
                    <a:solidFill>
                      <a:schemeClr val="bg1">
                        <a:lumMod val="50000"/>
                      </a:schemeClr>
                    </a:solidFill>
                  </a:rPr>
                  <a:t>Role: </a:t>
                </a:r>
                <a:r>
                  <a:rPr lang="en-US" sz="700" dirty="0">
                    <a:solidFill>
                      <a:schemeClr val="bg1"/>
                    </a:solidFill>
                  </a:rPr>
                  <a:t>Supervisor</a:t>
                </a:r>
                <a:r>
                  <a:rPr lang="en-US" sz="700" dirty="0">
                    <a:solidFill>
                      <a:schemeClr val="bg1">
                        <a:lumMod val="50000"/>
                      </a:schemeClr>
                    </a:solidFill>
                  </a:rPr>
                  <a:t> | Verdict: </a:t>
                </a:r>
                <a:r>
                  <a:rPr lang="en-US" sz="700" dirty="0">
                    <a:solidFill>
                      <a:schemeClr val="bg1"/>
                    </a:solidFill>
                  </a:rPr>
                  <a:t>Secured</a:t>
                </a:r>
              </a:p>
            </p:txBody>
          </p:sp>
          <p:sp>
            <p:nvSpPr>
              <p:cNvPr id="20" name="TextBox 19">
                <a:extLst>
                  <a:ext uri="{FF2B5EF4-FFF2-40B4-BE49-F238E27FC236}">
                    <a16:creationId xmlns:a16="http://schemas.microsoft.com/office/drawing/2014/main" id="{3BE6F68E-7274-D18E-04C7-89C4DAF8FF8A}"/>
                  </a:ext>
                </a:extLst>
              </p:cNvPr>
              <p:cNvSpPr txBox="1"/>
              <p:nvPr/>
            </p:nvSpPr>
            <p:spPr>
              <a:xfrm>
                <a:off x="4801230" y="1628619"/>
                <a:ext cx="1931008" cy="184666"/>
              </a:xfrm>
              <a:prstGeom prst="rect">
                <a:avLst/>
              </a:prstGeom>
              <a:noFill/>
            </p:spPr>
            <p:txBody>
              <a:bodyPr wrap="square" rtlCol="0">
                <a:spAutoFit/>
              </a:bodyPr>
              <a:lstStyle/>
              <a:p>
                <a:r>
                  <a:rPr lang="en-US" sz="600" dirty="0">
                    <a:solidFill>
                      <a:schemeClr val="bg1">
                        <a:lumMod val="75000"/>
                      </a:schemeClr>
                    </a:solidFill>
                  </a:rPr>
                  <a:t>Date 15 Jan 2026 | Duration 00:08:02</a:t>
                </a:r>
              </a:p>
            </p:txBody>
          </p:sp>
        </p:grpSp>
        <p:grpSp>
          <p:nvGrpSpPr>
            <p:cNvPr id="13" name="Group 12">
              <a:extLst>
                <a:ext uri="{FF2B5EF4-FFF2-40B4-BE49-F238E27FC236}">
                  <a16:creationId xmlns:a16="http://schemas.microsoft.com/office/drawing/2014/main" id="{43F229F6-5534-BCF2-A1AC-3B0C163ADB99}"/>
                </a:ext>
              </a:extLst>
            </p:cNvPr>
            <p:cNvGrpSpPr/>
            <p:nvPr/>
          </p:nvGrpSpPr>
          <p:grpSpPr>
            <a:xfrm>
              <a:off x="4530078" y="1907231"/>
              <a:ext cx="3015997" cy="376111"/>
              <a:chOff x="4530078" y="1907231"/>
              <a:chExt cx="3015997" cy="376111"/>
            </a:xfrm>
          </p:grpSpPr>
          <p:pic>
            <p:nvPicPr>
              <p:cNvPr id="14" name="Picture 13">
                <a:extLst>
                  <a:ext uri="{FF2B5EF4-FFF2-40B4-BE49-F238E27FC236}">
                    <a16:creationId xmlns:a16="http://schemas.microsoft.com/office/drawing/2014/main" id="{6C1910AE-E472-E826-8427-A5000A4DF46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30078" y="1907231"/>
                <a:ext cx="376111" cy="376111"/>
              </a:xfrm>
              <a:prstGeom prst="flowChartConnector">
                <a:avLst/>
              </a:prstGeom>
              <a:ln>
                <a:solidFill>
                  <a:schemeClr val="bg1">
                    <a:lumMod val="65000"/>
                  </a:schemeClr>
                </a:solidFill>
              </a:ln>
            </p:spPr>
          </p:pic>
          <p:sp>
            <p:nvSpPr>
              <p:cNvPr id="15" name="TextBox 14">
                <a:extLst>
                  <a:ext uri="{FF2B5EF4-FFF2-40B4-BE49-F238E27FC236}">
                    <a16:creationId xmlns:a16="http://schemas.microsoft.com/office/drawing/2014/main" id="{7DDEC249-B8B7-E85A-E78F-554FDF5BD561}"/>
                  </a:ext>
                </a:extLst>
              </p:cNvPr>
              <p:cNvSpPr txBox="1"/>
              <p:nvPr/>
            </p:nvSpPr>
            <p:spPr>
              <a:xfrm>
                <a:off x="4948013" y="1935380"/>
                <a:ext cx="1479892" cy="307777"/>
              </a:xfrm>
              <a:prstGeom prst="rect">
                <a:avLst/>
              </a:prstGeom>
              <a:noFill/>
            </p:spPr>
            <p:txBody>
              <a:bodyPr wrap="none" rtlCol="0">
                <a:spAutoFit/>
              </a:bodyPr>
              <a:lstStyle/>
              <a:p>
                <a:r>
                  <a:rPr lang="en-US" sz="700" b="1" dirty="0">
                    <a:solidFill>
                      <a:srgbClr val="0070C0"/>
                    </a:solidFill>
                  </a:rPr>
                  <a:t>RISK EXPERT</a:t>
                </a:r>
              </a:p>
              <a:p>
                <a:r>
                  <a:rPr lang="en-US" sz="700" b="1" dirty="0">
                    <a:solidFill>
                      <a:schemeClr val="bg1">
                        <a:lumMod val="85000"/>
                      </a:schemeClr>
                    </a:solidFill>
                  </a:rPr>
                  <a:t>Ayush Verma, </a:t>
                </a:r>
                <a:r>
                  <a:rPr lang="en-US" sz="700" dirty="0">
                    <a:solidFill>
                      <a:schemeClr val="bg1">
                        <a:lumMod val="85000"/>
                      </a:schemeClr>
                    </a:solidFill>
                  </a:rPr>
                  <a:t>Director, Yes Bank</a:t>
                </a:r>
                <a:endParaRPr lang="en-IN" sz="700" dirty="0">
                  <a:solidFill>
                    <a:schemeClr val="bg1">
                      <a:lumMod val="85000"/>
                    </a:schemeClr>
                  </a:solidFill>
                </a:endParaRPr>
              </a:p>
            </p:txBody>
          </p:sp>
          <p:sp>
            <p:nvSpPr>
              <p:cNvPr id="16" name="Rectangle: Rounded Corners 15">
                <a:extLst>
                  <a:ext uri="{FF2B5EF4-FFF2-40B4-BE49-F238E27FC236}">
                    <a16:creationId xmlns:a16="http://schemas.microsoft.com/office/drawing/2014/main" id="{274E3FBF-CD1B-3D9A-F697-F77C0423511A}"/>
                  </a:ext>
                </a:extLst>
              </p:cNvPr>
              <p:cNvSpPr/>
              <p:nvPr/>
            </p:nvSpPr>
            <p:spPr>
              <a:xfrm>
                <a:off x="7099877" y="2005235"/>
                <a:ext cx="446198" cy="180101"/>
              </a:xfrm>
              <a:prstGeom prst="roundRect">
                <a:avLst>
                  <a:gd name="adj" fmla="val 12145"/>
                </a:avLst>
              </a:prstGeom>
              <a:ln/>
            </p:spPr>
            <p:style>
              <a:lnRef idx="0">
                <a:schemeClr val="dk1"/>
              </a:lnRef>
              <a:fillRef idx="3">
                <a:schemeClr val="dk1"/>
              </a:fillRef>
              <a:effectRef idx="3">
                <a:schemeClr val="dk1"/>
              </a:effectRef>
              <a:fontRef idx="minor">
                <a:schemeClr val="lt1"/>
              </a:fontRef>
            </p:style>
            <p:txBody>
              <a:bodyPr rtlCol="0" anchor="ctr"/>
              <a:lstStyle/>
              <a:p>
                <a:pPr algn="ctr"/>
                <a:r>
                  <a:rPr lang="en-US" sz="800" dirty="0">
                    <a:solidFill>
                      <a:schemeClr val="bg1"/>
                    </a:solidFill>
                  </a:rPr>
                  <a:t>Chat</a:t>
                </a:r>
                <a:endParaRPr lang="en-IN" sz="800" dirty="0">
                  <a:solidFill>
                    <a:schemeClr val="bg1"/>
                  </a:solidFill>
                </a:endParaRPr>
              </a:p>
            </p:txBody>
          </p:sp>
        </p:grpSp>
      </p:grpSp>
      <p:sp>
        <p:nvSpPr>
          <p:cNvPr id="9" name="Speech Bubble: Rectangle with Corners Rounded 8">
            <a:extLst>
              <a:ext uri="{FF2B5EF4-FFF2-40B4-BE49-F238E27FC236}">
                <a16:creationId xmlns:a16="http://schemas.microsoft.com/office/drawing/2014/main" id="{0D6D14C8-6609-C798-527B-BEB6DBE20960}"/>
              </a:ext>
            </a:extLst>
          </p:cNvPr>
          <p:cNvSpPr/>
          <p:nvPr/>
        </p:nvSpPr>
        <p:spPr>
          <a:xfrm>
            <a:off x="4921778" y="5412053"/>
            <a:ext cx="2097537" cy="362104"/>
          </a:xfrm>
          <a:prstGeom prst="wedgeRoundRectCallout">
            <a:avLst>
              <a:gd name="adj1" fmla="val -71395"/>
              <a:gd name="adj2" fmla="val 20501"/>
              <a:gd name="adj3" fmla="val 16667"/>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Speech Bubble: Rectangle with Corners Rounded 20">
            <a:extLst>
              <a:ext uri="{FF2B5EF4-FFF2-40B4-BE49-F238E27FC236}">
                <a16:creationId xmlns:a16="http://schemas.microsoft.com/office/drawing/2014/main" id="{F6B4655C-0B7B-F8BF-789C-EA9580E0C0A2}"/>
              </a:ext>
            </a:extLst>
          </p:cNvPr>
          <p:cNvSpPr/>
          <p:nvPr/>
        </p:nvSpPr>
        <p:spPr>
          <a:xfrm>
            <a:off x="5225439" y="4655045"/>
            <a:ext cx="2097537" cy="362104"/>
          </a:xfrm>
          <a:prstGeom prst="wedgeRoundRectCallout">
            <a:avLst>
              <a:gd name="adj1" fmla="val 57934"/>
              <a:gd name="adj2" fmla="val 18396"/>
              <a:gd name="adj3" fmla="val 166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Speech Bubble: Rectangle with Corners Rounded 21">
            <a:extLst>
              <a:ext uri="{FF2B5EF4-FFF2-40B4-BE49-F238E27FC236}">
                <a16:creationId xmlns:a16="http://schemas.microsoft.com/office/drawing/2014/main" id="{51E54FE8-A0E9-C2A4-9FDE-6479A9F9518A}"/>
              </a:ext>
            </a:extLst>
          </p:cNvPr>
          <p:cNvSpPr/>
          <p:nvPr/>
        </p:nvSpPr>
        <p:spPr>
          <a:xfrm>
            <a:off x="5225438" y="4237224"/>
            <a:ext cx="2097537" cy="362104"/>
          </a:xfrm>
          <a:prstGeom prst="wedgeRoundRectCallout">
            <a:avLst>
              <a:gd name="adj1" fmla="val 57934"/>
              <a:gd name="adj2" fmla="val 18396"/>
              <a:gd name="adj3" fmla="val 166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9" name="Group 28">
            <a:extLst>
              <a:ext uri="{FF2B5EF4-FFF2-40B4-BE49-F238E27FC236}">
                <a16:creationId xmlns:a16="http://schemas.microsoft.com/office/drawing/2014/main" id="{39CB7A87-F5DD-5145-8890-2042F9623414}"/>
              </a:ext>
            </a:extLst>
          </p:cNvPr>
          <p:cNvGrpSpPr/>
          <p:nvPr/>
        </p:nvGrpSpPr>
        <p:grpSpPr>
          <a:xfrm>
            <a:off x="6041452" y="3819403"/>
            <a:ext cx="1248208" cy="362104"/>
            <a:chOff x="6096000" y="3603450"/>
            <a:chExt cx="1248208" cy="362104"/>
          </a:xfrm>
        </p:grpSpPr>
        <p:sp>
          <p:nvSpPr>
            <p:cNvPr id="23" name="Speech Bubble: Rectangle with Corners Rounded 22">
              <a:extLst>
                <a:ext uri="{FF2B5EF4-FFF2-40B4-BE49-F238E27FC236}">
                  <a16:creationId xmlns:a16="http://schemas.microsoft.com/office/drawing/2014/main" id="{1D5BAB5B-D0A9-80D0-E49D-2203A70EC145}"/>
                </a:ext>
              </a:extLst>
            </p:cNvPr>
            <p:cNvSpPr/>
            <p:nvPr/>
          </p:nvSpPr>
          <p:spPr>
            <a:xfrm>
              <a:off x="6096000" y="3603450"/>
              <a:ext cx="1248208" cy="362104"/>
            </a:xfrm>
            <a:prstGeom prst="wedgeRoundRectCallout">
              <a:avLst>
                <a:gd name="adj1" fmla="val 57934"/>
                <a:gd name="adj2" fmla="val 18396"/>
                <a:gd name="adj3" fmla="val 166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7" name="Picture 26">
              <a:extLst>
                <a:ext uri="{FF2B5EF4-FFF2-40B4-BE49-F238E27FC236}">
                  <a16:creationId xmlns:a16="http://schemas.microsoft.com/office/drawing/2014/main" id="{A13E39EB-FE04-E806-3450-50DFDAC9E587}"/>
                </a:ext>
              </a:extLst>
            </p:cNvPr>
            <p:cNvPicPr>
              <a:picLocks noChangeAspect="1"/>
            </p:cNvPicPr>
            <p:nvPr/>
          </p:nvPicPr>
          <p:blipFill>
            <a:blip r:embed="rId12"/>
            <a:stretch>
              <a:fillRect/>
            </a:stretch>
          </p:blipFill>
          <p:spPr>
            <a:xfrm>
              <a:off x="6233117" y="3654411"/>
              <a:ext cx="1013310" cy="275243"/>
            </a:xfrm>
            <a:prstGeom prst="rect">
              <a:avLst/>
            </a:prstGeom>
          </p:spPr>
        </p:pic>
      </p:grpSp>
      <p:pic>
        <p:nvPicPr>
          <p:cNvPr id="38" name="Picture 37">
            <a:extLst>
              <a:ext uri="{FF2B5EF4-FFF2-40B4-BE49-F238E27FC236}">
                <a16:creationId xmlns:a16="http://schemas.microsoft.com/office/drawing/2014/main" id="{767C40FE-CC63-948D-E8BB-166C04416DDB}"/>
              </a:ext>
            </a:extLst>
          </p:cNvPr>
          <p:cNvPicPr>
            <a:picLocks noChangeAspect="1"/>
          </p:cNvPicPr>
          <p:nvPr/>
        </p:nvPicPr>
        <p:blipFill>
          <a:blip r:embed="rId13"/>
          <a:stretch>
            <a:fillRect/>
          </a:stretch>
        </p:blipFill>
        <p:spPr>
          <a:xfrm>
            <a:off x="6035301" y="2900195"/>
            <a:ext cx="1382489" cy="825599"/>
          </a:xfrm>
          <a:prstGeom prst="rect">
            <a:avLst/>
          </a:prstGeom>
        </p:spPr>
      </p:pic>
      <p:pic>
        <p:nvPicPr>
          <p:cNvPr id="40" name="Graphic 39" descr="Radio microphone outline">
            <a:extLst>
              <a:ext uri="{FF2B5EF4-FFF2-40B4-BE49-F238E27FC236}">
                <a16:creationId xmlns:a16="http://schemas.microsoft.com/office/drawing/2014/main" id="{D4AD94FF-2233-C491-7DA1-B2007DA4854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319890" y="6306508"/>
            <a:ext cx="147709" cy="147709"/>
          </a:xfrm>
          <a:prstGeom prst="rect">
            <a:avLst/>
          </a:prstGeom>
        </p:spPr>
      </p:pic>
      <p:pic>
        <p:nvPicPr>
          <p:cNvPr id="42" name="Graphic 41" descr="Camera outline">
            <a:extLst>
              <a:ext uri="{FF2B5EF4-FFF2-40B4-BE49-F238E27FC236}">
                <a16:creationId xmlns:a16="http://schemas.microsoft.com/office/drawing/2014/main" id="{3DCE83FC-78FA-3484-6F2E-A4DA5D253AE7}"/>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008582" y="6306508"/>
            <a:ext cx="147709" cy="147709"/>
          </a:xfrm>
          <a:prstGeom prst="rect">
            <a:avLst/>
          </a:prstGeom>
        </p:spPr>
      </p:pic>
      <p:pic>
        <p:nvPicPr>
          <p:cNvPr id="44" name="Graphic 43" descr="Paperclip outline">
            <a:extLst>
              <a:ext uri="{FF2B5EF4-FFF2-40B4-BE49-F238E27FC236}">
                <a16:creationId xmlns:a16="http://schemas.microsoft.com/office/drawing/2014/main" id="{A6BA25E4-2CA9-718F-95F6-5C7696F8CD4A}"/>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777584" y="6306507"/>
            <a:ext cx="147709" cy="147709"/>
          </a:xfrm>
          <a:prstGeom prst="rect">
            <a:avLst/>
          </a:prstGeom>
        </p:spPr>
      </p:pic>
      <p:sp>
        <p:nvSpPr>
          <p:cNvPr id="46" name="TextBox 45">
            <a:extLst>
              <a:ext uri="{FF2B5EF4-FFF2-40B4-BE49-F238E27FC236}">
                <a16:creationId xmlns:a16="http://schemas.microsoft.com/office/drawing/2014/main" id="{AC46F7E7-16CE-9FE6-9E3A-B3348D8274DB}"/>
              </a:ext>
            </a:extLst>
          </p:cNvPr>
          <p:cNvSpPr txBox="1"/>
          <p:nvPr/>
        </p:nvSpPr>
        <p:spPr>
          <a:xfrm>
            <a:off x="5004590" y="6047627"/>
            <a:ext cx="2145139" cy="184666"/>
          </a:xfrm>
          <a:prstGeom prst="rect">
            <a:avLst/>
          </a:prstGeom>
          <a:noFill/>
        </p:spPr>
        <p:txBody>
          <a:bodyPr wrap="none" rtlCol="0">
            <a:spAutoFit/>
          </a:bodyPr>
          <a:lstStyle/>
          <a:p>
            <a:pPr algn="r"/>
            <a:r>
              <a:rPr lang="en-US" sz="600" dirty="0">
                <a:solidFill>
                  <a:schemeClr val="bg1"/>
                </a:solidFill>
              </a:rPr>
              <a:t>You have completed 3 attempts. You can add more credits.</a:t>
            </a:r>
            <a:endParaRPr lang="en-IN" sz="600" dirty="0">
              <a:solidFill>
                <a:schemeClr val="bg1"/>
              </a:solidFill>
            </a:endParaRPr>
          </a:p>
        </p:txBody>
      </p:sp>
      <p:sp>
        <p:nvSpPr>
          <p:cNvPr id="57" name="TextBox 56">
            <a:extLst>
              <a:ext uri="{FF2B5EF4-FFF2-40B4-BE49-F238E27FC236}">
                <a16:creationId xmlns:a16="http://schemas.microsoft.com/office/drawing/2014/main" id="{D642F23B-7CCB-937E-DD6D-55EDD0DB4CCE}"/>
              </a:ext>
            </a:extLst>
          </p:cNvPr>
          <p:cNvSpPr txBox="1"/>
          <p:nvPr/>
        </p:nvSpPr>
        <p:spPr>
          <a:xfrm>
            <a:off x="8682322" y="5658741"/>
            <a:ext cx="2843405" cy="507831"/>
          </a:xfrm>
          <a:prstGeom prst="rect">
            <a:avLst/>
          </a:prstGeom>
          <a:noFill/>
        </p:spPr>
        <p:txBody>
          <a:bodyPr wrap="square" rtlCol="0">
            <a:spAutoFit/>
          </a:bodyPr>
          <a:lstStyle/>
          <a:p>
            <a:r>
              <a:rPr lang="en-US" sz="900" dirty="0">
                <a:solidFill>
                  <a:schemeClr val="bg1">
                    <a:lumMod val="65000"/>
                  </a:schemeClr>
                </a:solidFill>
              </a:rPr>
              <a:t>If user finish default 3 attempts, user can add more credits by paying extra. For example, user pay 100/- to get  2 more attempts.</a:t>
            </a:r>
            <a:endParaRPr lang="en-IN" sz="900" dirty="0">
              <a:solidFill>
                <a:schemeClr val="bg1">
                  <a:lumMod val="65000"/>
                </a:schemeClr>
              </a:solidFill>
            </a:endParaRPr>
          </a:p>
        </p:txBody>
      </p:sp>
      <p:cxnSp>
        <p:nvCxnSpPr>
          <p:cNvPr id="58" name="Connector: Elbow 57">
            <a:extLst>
              <a:ext uri="{FF2B5EF4-FFF2-40B4-BE49-F238E27FC236}">
                <a16:creationId xmlns:a16="http://schemas.microsoft.com/office/drawing/2014/main" id="{36496DA9-B09A-8CB7-6884-9F37419A6B70}"/>
              </a:ext>
            </a:extLst>
          </p:cNvPr>
          <p:cNvCxnSpPr>
            <a:cxnSpLocks/>
            <a:stCxn id="57" idx="1"/>
          </p:cNvCxnSpPr>
          <p:nvPr/>
        </p:nvCxnSpPr>
        <p:spPr>
          <a:xfrm rot="10800000" flipV="1">
            <a:off x="7810500" y="5912657"/>
            <a:ext cx="871822" cy="276614"/>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913DA9CC-D280-FF25-8912-D4E164E2015F}"/>
              </a:ext>
            </a:extLst>
          </p:cNvPr>
          <p:cNvSpPr/>
          <p:nvPr/>
        </p:nvSpPr>
        <p:spPr>
          <a:xfrm>
            <a:off x="7128373" y="6096455"/>
            <a:ext cx="382563" cy="92816"/>
          </a:xfrm>
          <a:prstGeom prst="roundRect">
            <a:avLst>
              <a:gd name="adj" fmla="val 12145"/>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600" dirty="0">
                <a:solidFill>
                  <a:schemeClr val="bg1"/>
                </a:solidFill>
              </a:rPr>
              <a:t>+ Add</a:t>
            </a:r>
            <a:endParaRPr lang="en-IN" sz="600" dirty="0">
              <a:solidFill>
                <a:schemeClr val="bg1"/>
              </a:solidFill>
            </a:endParaRPr>
          </a:p>
        </p:txBody>
      </p:sp>
      <p:grpSp>
        <p:nvGrpSpPr>
          <p:cNvPr id="12" name="Group 11">
            <a:extLst>
              <a:ext uri="{FF2B5EF4-FFF2-40B4-BE49-F238E27FC236}">
                <a16:creationId xmlns:a16="http://schemas.microsoft.com/office/drawing/2014/main" id="{F8072C7B-AEC5-2E3D-29A9-4329E0FB4BBF}"/>
              </a:ext>
            </a:extLst>
          </p:cNvPr>
          <p:cNvGrpSpPr/>
          <p:nvPr/>
        </p:nvGrpSpPr>
        <p:grpSpPr>
          <a:xfrm>
            <a:off x="6329285" y="938605"/>
            <a:ext cx="1261372" cy="215444"/>
            <a:chOff x="6156418" y="1349079"/>
            <a:chExt cx="1261372" cy="215444"/>
          </a:xfrm>
        </p:grpSpPr>
        <p:sp>
          <p:nvSpPr>
            <p:cNvPr id="25" name="TextBox 24">
              <a:extLst>
                <a:ext uri="{FF2B5EF4-FFF2-40B4-BE49-F238E27FC236}">
                  <a16:creationId xmlns:a16="http://schemas.microsoft.com/office/drawing/2014/main" id="{C88C833B-7F73-9535-2A65-DDAF32D3B028}"/>
                </a:ext>
              </a:extLst>
            </p:cNvPr>
            <p:cNvSpPr txBox="1"/>
            <p:nvPr/>
          </p:nvSpPr>
          <p:spPr>
            <a:xfrm>
              <a:off x="6272925" y="1349079"/>
              <a:ext cx="1144865" cy="215444"/>
            </a:xfrm>
            <a:prstGeom prst="rect">
              <a:avLst/>
            </a:prstGeom>
            <a:noFill/>
          </p:spPr>
          <p:txBody>
            <a:bodyPr wrap="none" rtlCol="0">
              <a:spAutoFit/>
            </a:bodyPr>
            <a:lstStyle/>
            <a:p>
              <a:pPr algn="r"/>
              <a:r>
                <a:rPr lang="en-US" sz="800" dirty="0">
                  <a:solidFill>
                    <a:schemeClr val="tx1">
                      <a:lumMod val="50000"/>
                      <a:lumOff val="50000"/>
                    </a:schemeClr>
                  </a:solidFill>
                </a:rPr>
                <a:t>Chat open for 29 days</a:t>
              </a:r>
              <a:endParaRPr lang="en-IN" sz="800" dirty="0">
                <a:solidFill>
                  <a:schemeClr val="tx1">
                    <a:lumMod val="50000"/>
                    <a:lumOff val="50000"/>
                  </a:schemeClr>
                </a:solidFill>
              </a:endParaRPr>
            </a:p>
          </p:txBody>
        </p:sp>
        <p:pic>
          <p:nvPicPr>
            <p:cNvPr id="34" name="Graphic 33" descr="Stopwatch with solid fill">
              <a:extLst>
                <a:ext uri="{FF2B5EF4-FFF2-40B4-BE49-F238E27FC236}">
                  <a16:creationId xmlns:a16="http://schemas.microsoft.com/office/drawing/2014/main" id="{48E2C2A0-2D6C-52B0-30A7-C7D388CC3085}"/>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156418" y="1384077"/>
              <a:ext cx="141989" cy="141989"/>
            </a:xfrm>
            <a:prstGeom prst="rect">
              <a:avLst/>
            </a:prstGeom>
          </p:spPr>
        </p:pic>
      </p:grpSp>
    </p:spTree>
    <p:extLst>
      <p:ext uri="{BB962C8B-B14F-4D97-AF65-F5344CB8AC3E}">
        <p14:creationId xmlns:p14="http://schemas.microsoft.com/office/powerpoint/2010/main" val="13153807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A8776-D8A1-E00C-3B4A-AD1441F4C439}"/>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937E3C57-6D75-6002-E912-1AD632F93DCE}"/>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7A9CE9C4-7875-0C2A-3EFA-22B8C6028348}"/>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46751836-E5A3-8FBB-8640-F3C127217D9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989A1D74-FE91-4CF5-E118-FC7C00096A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sp>
        <p:nvSpPr>
          <p:cNvPr id="12" name="Rectangle: Rounded Corners 11">
            <a:extLst>
              <a:ext uri="{FF2B5EF4-FFF2-40B4-BE49-F238E27FC236}">
                <a16:creationId xmlns:a16="http://schemas.microsoft.com/office/drawing/2014/main" id="{9631CA6D-FDBD-EE85-5744-A2EE37425CF7}"/>
              </a:ext>
            </a:extLst>
          </p:cNvPr>
          <p:cNvSpPr/>
          <p:nvPr/>
        </p:nvSpPr>
        <p:spPr>
          <a:xfrm>
            <a:off x="5452261" y="5171111"/>
            <a:ext cx="1067354" cy="333878"/>
          </a:xfrm>
          <a:prstGeom prst="roundRect">
            <a:avLst>
              <a:gd name="adj" fmla="val 3430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sz="1000" dirty="0"/>
              <a:t>Pay</a:t>
            </a:r>
            <a:endParaRPr lang="en-IN" sz="1000" dirty="0"/>
          </a:p>
        </p:txBody>
      </p:sp>
      <p:sp>
        <p:nvSpPr>
          <p:cNvPr id="28" name="TextBox 27">
            <a:extLst>
              <a:ext uri="{FF2B5EF4-FFF2-40B4-BE49-F238E27FC236}">
                <a16:creationId xmlns:a16="http://schemas.microsoft.com/office/drawing/2014/main" id="{D9AE0F87-6018-C2BE-53D5-71C5D03C76AC}"/>
              </a:ext>
            </a:extLst>
          </p:cNvPr>
          <p:cNvSpPr txBox="1"/>
          <p:nvPr/>
        </p:nvSpPr>
        <p:spPr>
          <a:xfrm>
            <a:off x="5343599" y="1686889"/>
            <a:ext cx="2074192" cy="253916"/>
          </a:xfrm>
          <a:prstGeom prst="rect">
            <a:avLst/>
          </a:prstGeom>
          <a:noFill/>
        </p:spPr>
        <p:txBody>
          <a:bodyPr wrap="square" rtlCol="0">
            <a:spAutoFit/>
          </a:bodyPr>
          <a:lstStyle/>
          <a:p>
            <a:r>
              <a:rPr lang="en-US" sz="1000" dirty="0">
                <a:solidFill>
                  <a:schemeClr val="bg1">
                    <a:lumMod val="85000"/>
                  </a:schemeClr>
                </a:solidFill>
              </a:rPr>
              <a:t>Pay = INR 100/-</a:t>
            </a:r>
            <a:endParaRPr lang="en-IN" sz="1000" dirty="0">
              <a:solidFill>
                <a:schemeClr val="bg1">
                  <a:lumMod val="85000"/>
                </a:schemeClr>
              </a:solidFill>
            </a:endParaRPr>
          </a:p>
        </p:txBody>
      </p:sp>
      <p:grpSp>
        <p:nvGrpSpPr>
          <p:cNvPr id="40" name="Group 39">
            <a:extLst>
              <a:ext uri="{FF2B5EF4-FFF2-40B4-BE49-F238E27FC236}">
                <a16:creationId xmlns:a16="http://schemas.microsoft.com/office/drawing/2014/main" id="{5CFB441F-6CB2-CBA0-BF21-ECB39557B1BA}"/>
              </a:ext>
            </a:extLst>
          </p:cNvPr>
          <p:cNvGrpSpPr/>
          <p:nvPr/>
        </p:nvGrpSpPr>
        <p:grpSpPr>
          <a:xfrm>
            <a:off x="4442624" y="2162523"/>
            <a:ext cx="2975427" cy="2716088"/>
            <a:chOff x="4442624" y="1061085"/>
            <a:chExt cx="2975427" cy="2716088"/>
          </a:xfrm>
        </p:grpSpPr>
        <p:cxnSp>
          <p:nvCxnSpPr>
            <p:cNvPr id="5" name="Straight Connector 4">
              <a:extLst>
                <a:ext uri="{FF2B5EF4-FFF2-40B4-BE49-F238E27FC236}">
                  <a16:creationId xmlns:a16="http://schemas.microsoft.com/office/drawing/2014/main" id="{0D3A3E0A-6402-BB41-BC39-16244C68B38C}"/>
                </a:ext>
              </a:extLst>
            </p:cNvPr>
            <p:cNvCxnSpPr/>
            <p:nvPr/>
          </p:nvCxnSpPr>
          <p:spPr>
            <a:xfrm>
              <a:off x="4545050" y="1061085"/>
              <a:ext cx="2872740" cy="0"/>
            </a:xfrm>
            <a:prstGeom prst="line">
              <a:avLst/>
            </a:prstGeom>
            <a:ln>
              <a:gradFill flip="none" rotWithShape="1">
                <a:gsLst>
                  <a:gs pos="0">
                    <a:schemeClr val="tx1">
                      <a:lumMod val="95000"/>
                      <a:lumOff val="5000"/>
                    </a:schemeClr>
                  </a:gs>
                  <a:gs pos="100000">
                    <a:schemeClr val="tx1">
                      <a:lumMod val="95000"/>
                      <a:lumOff val="5000"/>
                    </a:schemeClr>
                  </a:gs>
                  <a:gs pos="58000">
                    <a:schemeClr val="tx1">
                      <a:lumMod val="85000"/>
                      <a:lumOff val="1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19BE702F-0580-62F1-AA9B-A6E1F194421C}"/>
                </a:ext>
              </a:extLst>
            </p:cNvPr>
            <p:cNvGrpSpPr/>
            <p:nvPr/>
          </p:nvGrpSpPr>
          <p:grpSpPr>
            <a:xfrm>
              <a:off x="4505539" y="1732961"/>
              <a:ext cx="2912251" cy="423504"/>
              <a:chOff x="4505539" y="1639442"/>
              <a:chExt cx="2912251" cy="423504"/>
            </a:xfrm>
          </p:grpSpPr>
          <p:grpSp>
            <p:nvGrpSpPr>
              <p:cNvPr id="17" name="Group 16">
                <a:extLst>
                  <a:ext uri="{FF2B5EF4-FFF2-40B4-BE49-F238E27FC236}">
                    <a16:creationId xmlns:a16="http://schemas.microsoft.com/office/drawing/2014/main" id="{1F05100A-1DA0-C5D8-0614-ED40602B4BA0}"/>
                  </a:ext>
                </a:extLst>
              </p:cNvPr>
              <p:cNvGrpSpPr/>
              <p:nvPr/>
            </p:nvGrpSpPr>
            <p:grpSpPr>
              <a:xfrm>
                <a:off x="4505539" y="1639442"/>
                <a:ext cx="2912251" cy="423504"/>
                <a:chOff x="4505539" y="1639441"/>
                <a:chExt cx="2912251" cy="1789559"/>
              </a:xfrm>
            </p:grpSpPr>
            <p:sp>
              <p:nvSpPr>
                <p:cNvPr id="8" name="Rectangle: Rounded Corners 7">
                  <a:extLst>
                    <a:ext uri="{FF2B5EF4-FFF2-40B4-BE49-F238E27FC236}">
                      <a16:creationId xmlns:a16="http://schemas.microsoft.com/office/drawing/2014/main" id="{9B28EFAB-3556-21B7-0E38-A6DBE21069C4}"/>
                    </a:ext>
                  </a:extLst>
                </p:cNvPr>
                <p:cNvSpPr/>
                <p:nvPr/>
              </p:nvSpPr>
              <p:spPr>
                <a:xfrm>
                  <a:off x="4505539" y="1639441"/>
                  <a:ext cx="2912251" cy="1789559"/>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9" name="Rectangle: Rounded Corners 8">
                  <a:extLst>
                    <a:ext uri="{FF2B5EF4-FFF2-40B4-BE49-F238E27FC236}">
                      <a16:creationId xmlns:a16="http://schemas.microsoft.com/office/drawing/2014/main" id="{BC390823-1E4F-85E9-DD20-A207266EA717}"/>
                    </a:ext>
                  </a:extLst>
                </p:cNvPr>
                <p:cNvSpPr/>
                <p:nvPr/>
              </p:nvSpPr>
              <p:spPr>
                <a:xfrm>
                  <a:off x="4546025" y="1691398"/>
                  <a:ext cx="2807345" cy="1670927"/>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grpSp>
          <p:sp>
            <p:nvSpPr>
              <p:cNvPr id="11" name="TextBox 10">
                <a:extLst>
                  <a:ext uri="{FF2B5EF4-FFF2-40B4-BE49-F238E27FC236}">
                    <a16:creationId xmlns:a16="http://schemas.microsoft.com/office/drawing/2014/main" id="{DFAD50AC-4E31-7F4D-4876-0554EDA66197}"/>
                  </a:ext>
                </a:extLst>
              </p:cNvPr>
              <p:cNvSpPr txBox="1"/>
              <p:nvPr/>
            </p:nvSpPr>
            <p:spPr>
              <a:xfrm>
                <a:off x="4610100" y="1732885"/>
                <a:ext cx="2679405" cy="253916"/>
              </a:xfrm>
              <a:prstGeom prst="rect">
                <a:avLst/>
              </a:prstGeom>
              <a:noFill/>
            </p:spPr>
            <p:txBody>
              <a:bodyPr wrap="square" rtlCol="0">
                <a:spAutoFit/>
              </a:bodyPr>
              <a:lstStyle/>
              <a:p>
                <a:r>
                  <a:rPr lang="en-US" sz="1050" dirty="0">
                    <a:solidFill>
                      <a:schemeClr val="bg1">
                        <a:lumMod val="95000"/>
                      </a:schemeClr>
                    </a:solidFill>
                  </a:rPr>
                  <a:t>Google Pay</a:t>
                </a:r>
              </a:p>
            </p:txBody>
          </p:sp>
        </p:grpSp>
        <p:sp>
          <p:nvSpPr>
            <p:cNvPr id="2" name="TextBox 1">
              <a:extLst>
                <a:ext uri="{FF2B5EF4-FFF2-40B4-BE49-F238E27FC236}">
                  <a16:creationId xmlns:a16="http://schemas.microsoft.com/office/drawing/2014/main" id="{00708E4D-824B-9F2A-6C8A-F92F6667AAF6}"/>
                </a:ext>
              </a:extLst>
            </p:cNvPr>
            <p:cNvSpPr txBox="1"/>
            <p:nvPr/>
          </p:nvSpPr>
          <p:spPr>
            <a:xfrm>
              <a:off x="4442624" y="1345942"/>
              <a:ext cx="1801948" cy="253916"/>
            </a:xfrm>
            <a:prstGeom prst="rect">
              <a:avLst/>
            </a:prstGeom>
            <a:noFill/>
          </p:spPr>
          <p:txBody>
            <a:bodyPr wrap="square" rtlCol="0">
              <a:spAutoFit/>
            </a:bodyPr>
            <a:lstStyle/>
            <a:p>
              <a:r>
                <a:rPr lang="en-US" sz="1050" b="1" dirty="0">
                  <a:solidFill>
                    <a:schemeClr val="bg1">
                      <a:lumMod val="85000"/>
                    </a:schemeClr>
                  </a:solidFill>
                </a:rPr>
                <a:t>Select A Payment Method</a:t>
              </a:r>
              <a:endParaRPr lang="en-IN" sz="1050" b="1" dirty="0">
                <a:solidFill>
                  <a:schemeClr val="bg1">
                    <a:lumMod val="85000"/>
                  </a:schemeClr>
                </a:solidFill>
              </a:endParaRPr>
            </a:p>
          </p:txBody>
        </p:sp>
        <p:grpSp>
          <p:nvGrpSpPr>
            <p:cNvPr id="4" name="Group 3">
              <a:extLst>
                <a:ext uri="{FF2B5EF4-FFF2-40B4-BE49-F238E27FC236}">
                  <a16:creationId xmlns:a16="http://schemas.microsoft.com/office/drawing/2014/main" id="{DC059F09-D958-BE28-D9DB-476EA179E75C}"/>
                </a:ext>
              </a:extLst>
            </p:cNvPr>
            <p:cNvGrpSpPr/>
            <p:nvPr/>
          </p:nvGrpSpPr>
          <p:grpSpPr>
            <a:xfrm>
              <a:off x="4505539" y="2273197"/>
              <a:ext cx="2912251" cy="423504"/>
              <a:chOff x="4505539" y="1639442"/>
              <a:chExt cx="2912251" cy="423504"/>
            </a:xfrm>
          </p:grpSpPr>
          <p:grpSp>
            <p:nvGrpSpPr>
              <p:cNvPr id="6" name="Group 5">
                <a:extLst>
                  <a:ext uri="{FF2B5EF4-FFF2-40B4-BE49-F238E27FC236}">
                    <a16:creationId xmlns:a16="http://schemas.microsoft.com/office/drawing/2014/main" id="{A391636C-DE74-E82B-F2C2-BF90FD029B6C}"/>
                  </a:ext>
                </a:extLst>
              </p:cNvPr>
              <p:cNvGrpSpPr/>
              <p:nvPr/>
            </p:nvGrpSpPr>
            <p:grpSpPr>
              <a:xfrm>
                <a:off x="4505539" y="1639442"/>
                <a:ext cx="2912251" cy="423504"/>
                <a:chOff x="4505539" y="1639441"/>
                <a:chExt cx="2912251" cy="1789559"/>
              </a:xfrm>
            </p:grpSpPr>
            <p:sp>
              <p:nvSpPr>
                <p:cNvPr id="10" name="Rectangle: Rounded Corners 9">
                  <a:extLst>
                    <a:ext uri="{FF2B5EF4-FFF2-40B4-BE49-F238E27FC236}">
                      <a16:creationId xmlns:a16="http://schemas.microsoft.com/office/drawing/2014/main" id="{38F96C4C-D3C8-0095-6EAF-747D79B12897}"/>
                    </a:ext>
                  </a:extLst>
                </p:cNvPr>
                <p:cNvSpPr/>
                <p:nvPr/>
              </p:nvSpPr>
              <p:spPr>
                <a:xfrm>
                  <a:off x="4505539" y="1639441"/>
                  <a:ext cx="2912251" cy="1789559"/>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13" name="Rectangle: Rounded Corners 12">
                  <a:extLst>
                    <a:ext uri="{FF2B5EF4-FFF2-40B4-BE49-F238E27FC236}">
                      <a16:creationId xmlns:a16="http://schemas.microsoft.com/office/drawing/2014/main" id="{C951D93E-FD50-E7DA-F1EC-CBAB87DF9784}"/>
                    </a:ext>
                  </a:extLst>
                </p:cNvPr>
                <p:cNvSpPr/>
                <p:nvPr/>
              </p:nvSpPr>
              <p:spPr>
                <a:xfrm>
                  <a:off x="4546025" y="1691398"/>
                  <a:ext cx="2807345" cy="1670927"/>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grpSp>
          <p:sp>
            <p:nvSpPr>
              <p:cNvPr id="7" name="TextBox 6">
                <a:extLst>
                  <a:ext uri="{FF2B5EF4-FFF2-40B4-BE49-F238E27FC236}">
                    <a16:creationId xmlns:a16="http://schemas.microsoft.com/office/drawing/2014/main" id="{CCA99FD9-3072-6A10-706B-82ADDC5FE74F}"/>
                  </a:ext>
                </a:extLst>
              </p:cNvPr>
              <p:cNvSpPr txBox="1"/>
              <p:nvPr/>
            </p:nvSpPr>
            <p:spPr>
              <a:xfrm>
                <a:off x="4610100" y="1722494"/>
                <a:ext cx="2679405" cy="253916"/>
              </a:xfrm>
              <a:prstGeom prst="rect">
                <a:avLst/>
              </a:prstGeom>
              <a:noFill/>
            </p:spPr>
            <p:txBody>
              <a:bodyPr wrap="square" rtlCol="0">
                <a:spAutoFit/>
              </a:bodyPr>
              <a:lstStyle/>
              <a:p>
                <a:r>
                  <a:rPr lang="en-US" sz="1050" dirty="0">
                    <a:solidFill>
                      <a:schemeClr val="bg1">
                        <a:lumMod val="95000"/>
                      </a:schemeClr>
                    </a:solidFill>
                  </a:rPr>
                  <a:t>Phone Pe</a:t>
                </a:r>
              </a:p>
            </p:txBody>
          </p:sp>
        </p:grpSp>
        <p:grpSp>
          <p:nvGrpSpPr>
            <p:cNvPr id="14" name="Group 13">
              <a:extLst>
                <a:ext uri="{FF2B5EF4-FFF2-40B4-BE49-F238E27FC236}">
                  <a16:creationId xmlns:a16="http://schemas.microsoft.com/office/drawing/2014/main" id="{63B26FC3-E549-6D37-D5CF-EB5F69544368}"/>
                </a:ext>
              </a:extLst>
            </p:cNvPr>
            <p:cNvGrpSpPr/>
            <p:nvPr/>
          </p:nvGrpSpPr>
          <p:grpSpPr>
            <a:xfrm>
              <a:off x="4505800" y="2813433"/>
              <a:ext cx="2912251" cy="423504"/>
              <a:chOff x="4505539" y="1639442"/>
              <a:chExt cx="2912251" cy="423504"/>
            </a:xfrm>
          </p:grpSpPr>
          <p:grpSp>
            <p:nvGrpSpPr>
              <p:cNvPr id="15" name="Group 14">
                <a:extLst>
                  <a:ext uri="{FF2B5EF4-FFF2-40B4-BE49-F238E27FC236}">
                    <a16:creationId xmlns:a16="http://schemas.microsoft.com/office/drawing/2014/main" id="{EE5328B1-1D66-7E0E-4D0E-E79C3C954B3C}"/>
                  </a:ext>
                </a:extLst>
              </p:cNvPr>
              <p:cNvGrpSpPr/>
              <p:nvPr/>
            </p:nvGrpSpPr>
            <p:grpSpPr>
              <a:xfrm>
                <a:off x="4505539" y="1639442"/>
                <a:ext cx="2912251" cy="423504"/>
                <a:chOff x="4505539" y="1639441"/>
                <a:chExt cx="2912251" cy="1789559"/>
              </a:xfrm>
            </p:grpSpPr>
            <p:sp>
              <p:nvSpPr>
                <p:cNvPr id="21" name="Rectangle: Rounded Corners 20">
                  <a:extLst>
                    <a:ext uri="{FF2B5EF4-FFF2-40B4-BE49-F238E27FC236}">
                      <a16:creationId xmlns:a16="http://schemas.microsoft.com/office/drawing/2014/main" id="{442A70F8-532B-357C-C1E2-0DB8C7B77CEC}"/>
                    </a:ext>
                  </a:extLst>
                </p:cNvPr>
                <p:cNvSpPr/>
                <p:nvPr/>
              </p:nvSpPr>
              <p:spPr>
                <a:xfrm>
                  <a:off x="4505539" y="1639441"/>
                  <a:ext cx="2912251" cy="1789559"/>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22" name="Rectangle: Rounded Corners 21">
                  <a:extLst>
                    <a:ext uri="{FF2B5EF4-FFF2-40B4-BE49-F238E27FC236}">
                      <a16:creationId xmlns:a16="http://schemas.microsoft.com/office/drawing/2014/main" id="{B4B50A92-C1EB-A75C-64D7-49FC0BCEC438}"/>
                    </a:ext>
                  </a:extLst>
                </p:cNvPr>
                <p:cNvSpPr/>
                <p:nvPr/>
              </p:nvSpPr>
              <p:spPr>
                <a:xfrm>
                  <a:off x="4546025" y="1691398"/>
                  <a:ext cx="2807345" cy="1670927"/>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grpSp>
          <p:sp>
            <p:nvSpPr>
              <p:cNvPr id="16" name="TextBox 15">
                <a:extLst>
                  <a:ext uri="{FF2B5EF4-FFF2-40B4-BE49-F238E27FC236}">
                    <a16:creationId xmlns:a16="http://schemas.microsoft.com/office/drawing/2014/main" id="{A3A29FCF-3106-9A3C-A61A-B93520BDF96C}"/>
                  </a:ext>
                </a:extLst>
              </p:cNvPr>
              <p:cNvSpPr txBox="1"/>
              <p:nvPr/>
            </p:nvSpPr>
            <p:spPr>
              <a:xfrm>
                <a:off x="4610100" y="1722494"/>
                <a:ext cx="2679405" cy="253916"/>
              </a:xfrm>
              <a:prstGeom prst="rect">
                <a:avLst/>
              </a:prstGeom>
              <a:noFill/>
            </p:spPr>
            <p:txBody>
              <a:bodyPr wrap="square" rtlCol="0">
                <a:spAutoFit/>
              </a:bodyPr>
              <a:lstStyle/>
              <a:p>
                <a:r>
                  <a:rPr lang="en-US" sz="1050" dirty="0">
                    <a:solidFill>
                      <a:schemeClr val="bg1">
                        <a:lumMod val="95000"/>
                      </a:schemeClr>
                    </a:solidFill>
                  </a:rPr>
                  <a:t>Internet Banking</a:t>
                </a:r>
              </a:p>
            </p:txBody>
          </p:sp>
        </p:grpSp>
        <p:grpSp>
          <p:nvGrpSpPr>
            <p:cNvPr id="23" name="Group 22">
              <a:extLst>
                <a:ext uri="{FF2B5EF4-FFF2-40B4-BE49-F238E27FC236}">
                  <a16:creationId xmlns:a16="http://schemas.microsoft.com/office/drawing/2014/main" id="{0242C0F4-F1FE-A305-05CD-94AFB93C6DEA}"/>
                </a:ext>
              </a:extLst>
            </p:cNvPr>
            <p:cNvGrpSpPr/>
            <p:nvPr/>
          </p:nvGrpSpPr>
          <p:grpSpPr>
            <a:xfrm>
              <a:off x="4505539" y="3353669"/>
              <a:ext cx="2912251" cy="423504"/>
              <a:chOff x="4505539" y="1639442"/>
              <a:chExt cx="2912251" cy="423504"/>
            </a:xfrm>
          </p:grpSpPr>
          <p:grpSp>
            <p:nvGrpSpPr>
              <p:cNvPr id="24" name="Group 23">
                <a:extLst>
                  <a:ext uri="{FF2B5EF4-FFF2-40B4-BE49-F238E27FC236}">
                    <a16:creationId xmlns:a16="http://schemas.microsoft.com/office/drawing/2014/main" id="{73FC1D4B-A9CA-5D8C-1B8F-FE0B189C432D}"/>
                  </a:ext>
                </a:extLst>
              </p:cNvPr>
              <p:cNvGrpSpPr/>
              <p:nvPr/>
            </p:nvGrpSpPr>
            <p:grpSpPr>
              <a:xfrm>
                <a:off x="4505539" y="1639442"/>
                <a:ext cx="2912251" cy="423504"/>
                <a:chOff x="4505539" y="1639441"/>
                <a:chExt cx="2912251" cy="1789559"/>
              </a:xfrm>
            </p:grpSpPr>
            <p:sp>
              <p:nvSpPr>
                <p:cNvPr id="26" name="Rectangle: Rounded Corners 25">
                  <a:extLst>
                    <a:ext uri="{FF2B5EF4-FFF2-40B4-BE49-F238E27FC236}">
                      <a16:creationId xmlns:a16="http://schemas.microsoft.com/office/drawing/2014/main" id="{D27C268A-44DB-6F85-267F-3EE4F2CA539E}"/>
                    </a:ext>
                  </a:extLst>
                </p:cNvPr>
                <p:cNvSpPr/>
                <p:nvPr/>
              </p:nvSpPr>
              <p:spPr>
                <a:xfrm>
                  <a:off x="4505539" y="1639441"/>
                  <a:ext cx="2912251" cy="1789559"/>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27" name="Rectangle: Rounded Corners 26">
                  <a:extLst>
                    <a:ext uri="{FF2B5EF4-FFF2-40B4-BE49-F238E27FC236}">
                      <a16:creationId xmlns:a16="http://schemas.microsoft.com/office/drawing/2014/main" id="{EE0006AD-00EF-42A1-80D5-BF05B576BAEC}"/>
                    </a:ext>
                  </a:extLst>
                </p:cNvPr>
                <p:cNvSpPr/>
                <p:nvPr/>
              </p:nvSpPr>
              <p:spPr>
                <a:xfrm>
                  <a:off x="4546025" y="1691398"/>
                  <a:ext cx="2807345" cy="1670927"/>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grpSp>
          <p:sp>
            <p:nvSpPr>
              <p:cNvPr id="25" name="TextBox 24">
                <a:extLst>
                  <a:ext uri="{FF2B5EF4-FFF2-40B4-BE49-F238E27FC236}">
                    <a16:creationId xmlns:a16="http://schemas.microsoft.com/office/drawing/2014/main" id="{75325973-6B2A-A795-1298-9BCF3AC5DCF5}"/>
                  </a:ext>
                </a:extLst>
              </p:cNvPr>
              <p:cNvSpPr txBox="1"/>
              <p:nvPr/>
            </p:nvSpPr>
            <p:spPr>
              <a:xfrm>
                <a:off x="4610100" y="1722494"/>
                <a:ext cx="2679405" cy="253916"/>
              </a:xfrm>
              <a:prstGeom prst="rect">
                <a:avLst/>
              </a:prstGeom>
              <a:noFill/>
            </p:spPr>
            <p:txBody>
              <a:bodyPr wrap="square" rtlCol="0">
                <a:spAutoFit/>
              </a:bodyPr>
              <a:lstStyle/>
              <a:p>
                <a:r>
                  <a:rPr lang="en-US" sz="1050" dirty="0">
                    <a:solidFill>
                      <a:schemeClr val="bg1">
                        <a:lumMod val="95000"/>
                      </a:schemeClr>
                    </a:solidFill>
                  </a:rPr>
                  <a:t>Credit/Debit Card</a:t>
                </a:r>
              </a:p>
            </p:txBody>
          </p:sp>
        </p:grpSp>
        <p:grpSp>
          <p:nvGrpSpPr>
            <p:cNvPr id="39" name="Group 38">
              <a:extLst>
                <a:ext uri="{FF2B5EF4-FFF2-40B4-BE49-F238E27FC236}">
                  <a16:creationId xmlns:a16="http://schemas.microsoft.com/office/drawing/2014/main" id="{41FE8C72-04CA-63C2-56ED-EAAD67FDB8D1}"/>
                </a:ext>
              </a:extLst>
            </p:cNvPr>
            <p:cNvGrpSpPr/>
            <p:nvPr/>
          </p:nvGrpSpPr>
          <p:grpSpPr>
            <a:xfrm>
              <a:off x="7047541" y="1906614"/>
              <a:ext cx="144873" cy="1730888"/>
              <a:chOff x="7047541" y="1906614"/>
              <a:chExt cx="144873" cy="1730888"/>
            </a:xfrm>
          </p:grpSpPr>
          <p:sp>
            <p:nvSpPr>
              <p:cNvPr id="29" name="Rectangle: Rounded Corners 28">
                <a:extLst>
                  <a:ext uri="{FF2B5EF4-FFF2-40B4-BE49-F238E27FC236}">
                    <a16:creationId xmlns:a16="http://schemas.microsoft.com/office/drawing/2014/main" id="{6AA526F4-1EE6-9C2E-FF95-332CB237AFEF}"/>
                  </a:ext>
                </a:extLst>
              </p:cNvPr>
              <p:cNvSpPr/>
              <p:nvPr/>
            </p:nvSpPr>
            <p:spPr>
              <a:xfrm>
                <a:off x="7047541" y="1906614"/>
                <a:ext cx="124095" cy="130678"/>
              </a:xfrm>
              <a:prstGeom prst="roundRect">
                <a:avLst>
                  <a:gd name="adj" fmla="val 50000"/>
                </a:avLst>
              </a:prstGeom>
              <a:solidFill>
                <a:schemeClr val="tx1">
                  <a:lumMod val="75000"/>
                  <a:lumOff val="2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Rounded Corners 33">
                <a:extLst>
                  <a:ext uri="{FF2B5EF4-FFF2-40B4-BE49-F238E27FC236}">
                    <a16:creationId xmlns:a16="http://schemas.microsoft.com/office/drawing/2014/main" id="{84D61A37-294B-2DC6-D3AF-9C694A18A850}"/>
                  </a:ext>
                </a:extLst>
              </p:cNvPr>
              <p:cNvSpPr/>
              <p:nvPr/>
            </p:nvSpPr>
            <p:spPr>
              <a:xfrm>
                <a:off x="7054467" y="2422699"/>
                <a:ext cx="124095" cy="130678"/>
              </a:xfrm>
              <a:prstGeom prst="roundRect">
                <a:avLst>
                  <a:gd name="adj" fmla="val 50000"/>
                </a:avLst>
              </a:prstGeom>
              <a:solidFill>
                <a:schemeClr val="bg2">
                  <a:lumMod val="1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9A8B2F51-06A9-D029-F8BA-E0E221E3DDAF}"/>
                  </a:ext>
                </a:extLst>
              </p:cNvPr>
              <p:cNvSpPr/>
              <p:nvPr/>
            </p:nvSpPr>
            <p:spPr>
              <a:xfrm>
                <a:off x="7061393" y="3001130"/>
                <a:ext cx="124095" cy="130678"/>
              </a:xfrm>
              <a:prstGeom prst="roundRect">
                <a:avLst>
                  <a:gd name="adj" fmla="val 50000"/>
                </a:avLst>
              </a:prstGeom>
              <a:solidFill>
                <a:schemeClr val="bg2">
                  <a:lumMod val="1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C7EA0307-009F-4B20-B042-749EC73C9B4A}"/>
                  </a:ext>
                </a:extLst>
              </p:cNvPr>
              <p:cNvSpPr/>
              <p:nvPr/>
            </p:nvSpPr>
            <p:spPr>
              <a:xfrm>
                <a:off x="7068319" y="3506824"/>
                <a:ext cx="124095" cy="130678"/>
              </a:xfrm>
              <a:prstGeom prst="roundRect">
                <a:avLst>
                  <a:gd name="adj" fmla="val 50000"/>
                </a:avLst>
              </a:prstGeom>
              <a:solidFill>
                <a:schemeClr val="bg2">
                  <a:lumMod val="1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
        <p:nvSpPr>
          <p:cNvPr id="42" name="TextBox 41">
            <a:extLst>
              <a:ext uri="{FF2B5EF4-FFF2-40B4-BE49-F238E27FC236}">
                <a16:creationId xmlns:a16="http://schemas.microsoft.com/office/drawing/2014/main" id="{6337833C-8197-EE75-8B29-E8B627E0622B}"/>
              </a:ext>
            </a:extLst>
          </p:cNvPr>
          <p:cNvSpPr txBox="1"/>
          <p:nvPr/>
        </p:nvSpPr>
        <p:spPr>
          <a:xfrm>
            <a:off x="330518" y="3711603"/>
            <a:ext cx="2784682" cy="923330"/>
          </a:xfrm>
          <a:prstGeom prst="rect">
            <a:avLst/>
          </a:prstGeom>
          <a:noFill/>
        </p:spPr>
        <p:txBody>
          <a:bodyPr wrap="square" rtlCol="0">
            <a:spAutoFit/>
          </a:bodyPr>
          <a:lstStyle/>
          <a:p>
            <a:pPr algn="r"/>
            <a:r>
              <a:rPr lang="en-US" sz="900" dirty="0">
                <a:solidFill>
                  <a:schemeClr val="bg1">
                    <a:lumMod val="65000"/>
                  </a:schemeClr>
                </a:solidFill>
              </a:rPr>
              <a:t>There will be 2 payment methods integrated in backend. One for India users and another for outside India users. If user is in India, the method will be Desi mode (G Pay, Phone Pe, Internet Banking). If user in outside India, then method will be Firangi mode (PayPal, Stripe, Credit Cards).</a:t>
            </a:r>
            <a:endParaRPr lang="en-IN" sz="900" dirty="0">
              <a:solidFill>
                <a:schemeClr val="bg1">
                  <a:lumMod val="65000"/>
                </a:schemeClr>
              </a:solidFill>
            </a:endParaRPr>
          </a:p>
        </p:txBody>
      </p:sp>
      <p:cxnSp>
        <p:nvCxnSpPr>
          <p:cNvPr id="43" name="Connector: Elbow 42">
            <a:extLst>
              <a:ext uri="{FF2B5EF4-FFF2-40B4-BE49-F238E27FC236}">
                <a16:creationId xmlns:a16="http://schemas.microsoft.com/office/drawing/2014/main" id="{13696CBB-A950-FCEC-A509-2B055C72D5B0}"/>
              </a:ext>
            </a:extLst>
          </p:cNvPr>
          <p:cNvCxnSpPr>
            <a:cxnSpLocks/>
            <a:stCxn id="42" idx="3"/>
          </p:cNvCxnSpPr>
          <p:nvPr/>
        </p:nvCxnSpPr>
        <p:spPr>
          <a:xfrm flipV="1">
            <a:off x="3115200" y="3604841"/>
            <a:ext cx="1041876" cy="568427"/>
          </a:xfrm>
          <a:prstGeom prst="bentConnector3">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12C9902C-E6BB-7BB4-9A11-DFC5D4995FEB}"/>
              </a:ext>
            </a:extLst>
          </p:cNvPr>
          <p:cNvSpPr txBox="1"/>
          <p:nvPr/>
        </p:nvSpPr>
        <p:spPr>
          <a:xfrm>
            <a:off x="4430183" y="1419706"/>
            <a:ext cx="2679405" cy="253916"/>
          </a:xfrm>
          <a:prstGeom prst="rect">
            <a:avLst/>
          </a:prstGeom>
          <a:noFill/>
        </p:spPr>
        <p:txBody>
          <a:bodyPr wrap="square" rtlCol="0">
            <a:spAutoFit/>
          </a:bodyPr>
          <a:lstStyle/>
          <a:p>
            <a:r>
              <a:rPr lang="en-US" sz="1050" dirty="0">
                <a:solidFill>
                  <a:schemeClr val="bg1">
                    <a:lumMod val="95000"/>
                  </a:schemeClr>
                </a:solidFill>
              </a:rPr>
              <a:t>Add no. of queries to add -</a:t>
            </a:r>
          </a:p>
        </p:txBody>
      </p:sp>
      <p:sp>
        <p:nvSpPr>
          <p:cNvPr id="44" name="Rectangle: Rounded Corners 43">
            <a:extLst>
              <a:ext uri="{FF2B5EF4-FFF2-40B4-BE49-F238E27FC236}">
                <a16:creationId xmlns:a16="http://schemas.microsoft.com/office/drawing/2014/main" id="{260A92C5-D368-CB91-5E2D-B2D9FB845864}"/>
              </a:ext>
            </a:extLst>
          </p:cNvPr>
          <p:cNvSpPr/>
          <p:nvPr/>
        </p:nvSpPr>
        <p:spPr>
          <a:xfrm>
            <a:off x="4499825" y="1689502"/>
            <a:ext cx="485533" cy="248689"/>
          </a:xfrm>
          <a:prstGeom prst="roundRect">
            <a:avLst>
              <a:gd name="adj" fmla="val 18083"/>
            </a:avLst>
          </a:prstGeom>
          <a:solidFill>
            <a:schemeClr val="bg1">
              <a:lumMod val="65000"/>
            </a:schemeClr>
          </a:solidFill>
          <a:ln>
            <a:solidFill>
              <a:schemeClr val="tx1"/>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solidFill>
                  <a:schemeClr val="tx1">
                    <a:lumMod val="85000"/>
                    <a:lumOff val="15000"/>
                  </a:schemeClr>
                </a:solidFill>
              </a:rPr>
              <a:t>2</a:t>
            </a:r>
            <a:endParaRPr lang="en-IN" sz="800" dirty="0">
              <a:solidFill>
                <a:schemeClr val="tx1">
                  <a:lumMod val="85000"/>
                  <a:lumOff val="15000"/>
                </a:schemeClr>
              </a:solidFill>
            </a:endParaRPr>
          </a:p>
        </p:txBody>
      </p:sp>
      <p:sp>
        <p:nvSpPr>
          <p:cNvPr id="45" name="TextBox 44">
            <a:extLst>
              <a:ext uri="{FF2B5EF4-FFF2-40B4-BE49-F238E27FC236}">
                <a16:creationId xmlns:a16="http://schemas.microsoft.com/office/drawing/2014/main" id="{6C196D3B-F7D6-DE01-AA92-710AB6F88907}"/>
              </a:ext>
            </a:extLst>
          </p:cNvPr>
          <p:cNvSpPr txBox="1"/>
          <p:nvPr/>
        </p:nvSpPr>
        <p:spPr>
          <a:xfrm>
            <a:off x="499273" y="1488956"/>
            <a:ext cx="2843405" cy="369332"/>
          </a:xfrm>
          <a:prstGeom prst="rect">
            <a:avLst/>
          </a:prstGeom>
          <a:noFill/>
        </p:spPr>
        <p:txBody>
          <a:bodyPr wrap="square" rtlCol="0">
            <a:spAutoFit/>
          </a:bodyPr>
          <a:lstStyle/>
          <a:p>
            <a:pPr algn="r"/>
            <a:r>
              <a:rPr lang="en-US" sz="900" dirty="0">
                <a:solidFill>
                  <a:schemeClr val="bg1">
                    <a:lumMod val="65000"/>
                  </a:schemeClr>
                </a:solidFill>
              </a:rPr>
              <a:t>User will add no. of queries, and the price will change automatically. It will fetch from backend.</a:t>
            </a:r>
            <a:endParaRPr lang="en-IN" sz="900" dirty="0">
              <a:solidFill>
                <a:schemeClr val="bg1">
                  <a:lumMod val="65000"/>
                </a:schemeClr>
              </a:solidFill>
            </a:endParaRPr>
          </a:p>
        </p:txBody>
      </p:sp>
      <p:cxnSp>
        <p:nvCxnSpPr>
          <p:cNvPr id="46" name="Connector: Elbow 45">
            <a:extLst>
              <a:ext uri="{FF2B5EF4-FFF2-40B4-BE49-F238E27FC236}">
                <a16:creationId xmlns:a16="http://schemas.microsoft.com/office/drawing/2014/main" id="{3D871A44-C1B4-7677-C440-3A9095EE5BF4}"/>
              </a:ext>
            </a:extLst>
          </p:cNvPr>
          <p:cNvCxnSpPr>
            <a:cxnSpLocks/>
            <a:stCxn id="45" idx="3"/>
          </p:cNvCxnSpPr>
          <p:nvPr/>
        </p:nvCxnSpPr>
        <p:spPr>
          <a:xfrm>
            <a:off x="3342678" y="1673622"/>
            <a:ext cx="905472" cy="184666"/>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grpSp>
        <p:nvGrpSpPr>
          <p:cNvPr id="49" name="Group 48">
            <a:extLst>
              <a:ext uri="{FF2B5EF4-FFF2-40B4-BE49-F238E27FC236}">
                <a16:creationId xmlns:a16="http://schemas.microsoft.com/office/drawing/2014/main" id="{5B089A4F-D206-7A36-972A-BADBB3A6E59D}"/>
              </a:ext>
            </a:extLst>
          </p:cNvPr>
          <p:cNvGrpSpPr/>
          <p:nvPr/>
        </p:nvGrpSpPr>
        <p:grpSpPr>
          <a:xfrm>
            <a:off x="4505539" y="929145"/>
            <a:ext cx="1897827" cy="376111"/>
            <a:chOff x="4505539" y="852945"/>
            <a:chExt cx="1897827" cy="376111"/>
          </a:xfrm>
        </p:grpSpPr>
        <p:pic>
          <p:nvPicPr>
            <p:cNvPr id="47" name="Picture 46">
              <a:extLst>
                <a:ext uri="{FF2B5EF4-FFF2-40B4-BE49-F238E27FC236}">
                  <a16:creationId xmlns:a16="http://schemas.microsoft.com/office/drawing/2014/main" id="{BE824A14-F3D2-6FFA-494B-B1D40C79C3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05539" y="852945"/>
              <a:ext cx="376111" cy="376111"/>
            </a:xfrm>
            <a:prstGeom prst="flowChartConnector">
              <a:avLst/>
            </a:prstGeom>
            <a:ln>
              <a:solidFill>
                <a:schemeClr val="bg1">
                  <a:lumMod val="65000"/>
                </a:schemeClr>
              </a:solidFill>
            </a:ln>
          </p:spPr>
        </p:pic>
        <p:sp>
          <p:nvSpPr>
            <p:cNvPr id="48" name="TextBox 47">
              <a:extLst>
                <a:ext uri="{FF2B5EF4-FFF2-40B4-BE49-F238E27FC236}">
                  <a16:creationId xmlns:a16="http://schemas.microsoft.com/office/drawing/2014/main" id="{CC50153B-1455-7719-D7A9-CAE428123C35}"/>
                </a:ext>
              </a:extLst>
            </p:cNvPr>
            <p:cNvSpPr txBox="1"/>
            <p:nvPr/>
          </p:nvSpPr>
          <p:spPr>
            <a:xfrm>
              <a:off x="4923474" y="881094"/>
              <a:ext cx="1479892" cy="307777"/>
            </a:xfrm>
            <a:prstGeom prst="rect">
              <a:avLst/>
            </a:prstGeom>
            <a:noFill/>
          </p:spPr>
          <p:txBody>
            <a:bodyPr wrap="none" rtlCol="0">
              <a:spAutoFit/>
            </a:bodyPr>
            <a:lstStyle/>
            <a:p>
              <a:r>
                <a:rPr lang="en-US" sz="700" b="1" dirty="0">
                  <a:solidFill>
                    <a:srgbClr val="0070C0"/>
                  </a:solidFill>
                </a:rPr>
                <a:t>RISK EXPERT</a:t>
              </a:r>
            </a:p>
            <a:p>
              <a:r>
                <a:rPr lang="en-US" sz="700" b="1" dirty="0">
                  <a:solidFill>
                    <a:schemeClr val="bg1">
                      <a:lumMod val="85000"/>
                    </a:schemeClr>
                  </a:solidFill>
                </a:rPr>
                <a:t>Ayush Verma, </a:t>
              </a:r>
              <a:r>
                <a:rPr lang="en-US" sz="700" dirty="0">
                  <a:solidFill>
                    <a:schemeClr val="bg1">
                      <a:lumMod val="85000"/>
                    </a:schemeClr>
                  </a:solidFill>
                </a:rPr>
                <a:t>Director, Yes Bank</a:t>
              </a:r>
              <a:endParaRPr lang="en-IN" sz="700" dirty="0">
                <a:solidFill>
                  <a:schemeClr val="bg1">
                    <a:lumMod val="85000"/>
                  </a:schemeClr>
                </a:solidFill>
              </a:endParaRPr>
            </a:p>
          </p:txBody>
        </p:sp>
      </p:grpSp>
      <p:sp>
        <p:nvSpPr>
          <p:cNvPr id="52" name="TextBox 51">
            <a:extLst>
              <a:ext uri="{FF2B5EF4-FFF2-40B4-BE49-F238E27FC236}">
                <a16:creationId xmlns:a16="http://schemas.microsoft.com/office/drawing/2014/main" id="{C21B2086-F17D-2ADA-7FA5-23A6ABCCB1C5}"/>
              </a:ext>
            </a:extLst>
          </p:cNvPr>
          <p:cNvSpPr txBox="1"/>
          <p:nvPr/>
        </p:nvSpPr>
        <p:spPr>
          <a:xfrm>
            <a:off x="8606122" y="1143092"/>
            <a:ext cx="2843405" cy="369332"/>
          </a:xfrm>
          <a:prstGeom prst="rect">
            <a:avLst/>
          </a:prstGeom>
          <a:noFill/>
        </p:spPr>
        <p:txBody>
          <a:bodyPr wrap="square" rtlCol="0">
            <a:spAutoFit/>
          </a:bodyPr>
          <a:lstStyle/>
          <a:p>
            <a:r>
              <a:rPr lang="en-US" sz="900" dirty="0">
                <a:solidFill>
                  <a:schemeClr val="bg1">
                    <a:lumMod val="65000"/>
                  </a:schemeClr>
                </a:solidFill>
              </a:rPr>
              <a:t>User cannot buy after chat window is closed. User can buy maximum of x queries at a time.</a:t>
            </a:r>
            <a:endParaRPr lang="en-IN" sz="900" dirty="0">
              <a:solidFill>
                <a:schemeClr val="bg1">
                  <a:lumMod val="65000"/>
                </a:schemeClr>
              </a:solidFill>
            </a:endParaRPr>
          </a:p>
        </p:txBody>
      </p:sp>
      <p:cxnSp>
        <p:nvCxnSpPr>
          <p:cNvPr id="53" name="Connector: Elbow 52">
            <a:extLst>
              <a:ext uri="{FF2B5EF4-FFF2-40B4-BE49-F238E27FC236}">
                <a16:creationId xmlns:a16="http://schemas.microsoft.com/office/drawing/2014/main" id="{5AF7FFA6-9B19-64CB-928A-82A9751FDB41}"/>
              </a:ext>
            </a:extLst>
          </p:cNvPr>
          <p:cNvCxnSpPr>
            <a:cxnSpLocks/>
            <a:stCxn id="52" idx="1"/>
          </p:cNvCxnSpPr>
          <p:nvPr/>
        </p:nvCxnSpPr>
        <p:spPr>
          <a:xfrm rot="10800000" flipV="1">
            <a:off x="7734300" y="1327758"/>
            <a:ext cx="871822" cy="345864"/>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7752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B1382-AC21-64E0-B9C6-7EFEFB55AA31}"/>
            </a:ext>
          </a:extLst>
        </p:cNvPr>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6622B23F-3A37-4294-6E7A-AB9B5C5BEFA9}"/>
              </a:ext>
            </a:extLst>
          </p:cNvPr>
          <p:cNvSpPr/>
          <p:nvPr/>
        </p:nvSpPr>
        <p:spPr>
          <a:xfrm>
            <a:off x="4433231" y="2725020"/>
            <a:ext cx="3112844" cy="3904379"/>
          </a:xfrm>
          <a:prstGeom prst="roundRect">
            <a:avLst>
              <a:gd name="adj" fmla="val 1521"/>
            </a:avLst>
          </a:prstGeom>
          <a:solidFill>
            <a:schemeClr val="bg2">
              <a:lumMod val="25000"/>
            </a:schemeClr>
          </a:solidFill>
          <a:ln w="9525"/>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sp>
        <p:nvSpPr>
          <p:cNvPr id="45" name="Rectangle: Rounded Corners 44">
            <a:extLst>
              <a:ext uri="{FF2B5EF4-FFF2-40B4-BE49-F238E27FC236}">
                <a16:creationId xmlns:a16="http://schemas.microsoft.com/office/drawing/2014/main" id="{5F6E6FE0-D74F-8442-275E-C2B2076FCD9F}"/>
              </a:ext>
            </a:extLst>
          </p:cNvPr>
          <p:cNvSpPr/>
          <p:nvPr/>
        </p:nvSpPr>
        <p:spPr>
          <a:xfrm>
            <a:off x="7260210" y="6265825"/>
            <a:ext cx="250727" cy="238884"/>
          </a:xfrm>
          <a:prstGeom prst="roundRect">
            <a:avLst>
              <a:gd name="adj" fmla="val 50000"/>
            </a:avLst>
          </a:prstGeom>
          <a:solidFill>
            <a:srgbClr val="00B0F0"/>
          </a:solidFill>
          <a:ln>
            <a:solidFill>
              <a:schemeClr val="tx1"/>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grpSp>
        <p:nvGrpSpPr>
          <p:cNvPr id="30" name="Group 29">
            <a:extLst>
              <a:ext uri="{FF2B5EF4-FFF2-40B4-BE49-F238E27FC236}">
                <a16:creationId xmlns:a16="http://schemas.microsoft.com/office/drawing/2014/main" id="{AFB065FF-B984-60D6-3C67-DE7746A71C9A}"/>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A1F26093-F90A-E569-25F0-3FC0D6321523}"/>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9193296B-FD73-BD8F-D818-2E7CA4DA13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EAFD3D1B-8B6E-4F85-6712-E19BB43D462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grpSp>
        <p:nvGrpSpPr>
          <p:cNvPr id="7" name="Group 6">
            <a:extLst>
              <a:ext uri="{FF2B5EF4-FFF2-40B4-BE49-F238E27FC236}">
                <a16:creationId xmlns:a16="http://schemas.microsoft.com/office/drawing/2014/main" id="{D24E294C-621A-E55E-F754-29C77B1E28A3}"/>
              </a:ext>
            </a:extLst>
          </p:cNvPr>
          <p:cNvGrpSpPr/>
          <p:nvPr/>
        </p:nvGrpSpPr>
        <p:grpSpPr>
          <a:xfrm>
            <a:off x="4516548" y="900133"/>
            <a:ext cx="2019595" cy="253916"/>
            <a:chOff x="4516548" y="900133"/>
            <a:chExt cx="2019595" cy="253916"/>
          </a:xfrm>
        </p:grpSpPr>
        <p:sp>
          <p:nvSpPr>
            <p:cNvPr id="5" name="TextBox 4">
              <a:extLst>
                <a:ext uri="{FF2B5EF4-FFF2-40B4-BE49-F238E27FC236}">
                  <a16:creationId xmlns:a16="http://schemas.microsoft.com/office/drawing/2014/main" id="{170AA594-848E-8FB3-1F99-1C51F5C1161C}"/>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My Records</a:t>
              </a:r>
              <a:endParaRPr lang="en-IN" sz="1050" b="1" dirty="0">
                <a:solidFill>
                  <a:srgbClr val="EE7723"/>
                </a:solidFill>
              </a:endParaRPr>
            </a:p>
          </p:txBody>
        </p:sp>
        <p:pic>
          <p:nvPicPr>
            <p:cNvPr id="6" name="Graphic 5" descr="Address Book outline">
              <a:extLst>
                <a:ext uri="{FF2B5EF4-FFF2-40B4-BE49-F238E27FC236}">
                  <a16:creationId xmlns:a16="http://schemas.microsoft.com/office/drawing/2014/main" id="{E926FA2B-15CC-3BA3-17D1-6DBC4273A35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16548" y="931803"/>
              <a:ext cx="190575" cy="190575"/>
            </a:xfrm>
            <a:prstGeom prst="rect">
              <a:avLst/>
            </a:prstGeom>
          </p:spPr>
        </p:pic>
      </p:grpSp>
      <p:grpSp>
        <p:nvGrpSpPr>
          <p:cNvPr id="36" name="Group 35">
            <a:extLst>
              <a:ext uri="{FF2B5EF4-FFF2-40B4-BE49-F238E27FC236}">
                <a16:creationId xmlns:a16="http://schemas.microsoft.com/office/drawing/2014/main" id="{5E2BCAE6-687D-CFE9-060B-F95B36957E7D}"/>
              </a:ext>
            </a:extLst>
          </p:cNvPr>
          <p:cNvGrpSpPr/>
          <p:nvPr/>
        </p:nvGrpSpPr>
        <p:grpSpPr>
          <a:xfrm>
            <a:off x="4433231" y="2381689"/>
            <a:ext cx="3116937" cy="289004"/>
            <a:chOff x="4433231" y="2381689"/>
            <a:chExt cx="3116937" cy="289004"/>
          </a:xfrm>
        </p:grpSpPr>
        <p:sp>
          <p:nvSpPr>
            <p:cNvPr id="4" name="Rectangle: Rounded Corners 3">
              <a:extLst>
                <a:ext uri="{FF2B5EF4-FFF2-40B4-BE49-F238E27FC236}">
                  <a16:creationId xmlns:a16="http://schemas.microsoft.com/office/drawing/2014/main" id="{76577A28-52C8-3910-D9E2-90B0CA753AC4}"/>
                </a:ext>
              </a:extLst>
            </p:cNvPr>
            <p:cNvSpPr/>
            <p:nvPr/>
          </p:nvSpPr>
          <p:spPr>
            <a:xfrm>
              <a:off x="4433231"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Context</a:t>
              </a:r>
              <a:endParaRPr lang="en-IN" sz="800" dirty="0"/>
            </a:p>
          </p:txBody>
        </p:sp>
        <p:sp>
          <p:nvSpPr>
            <p:cNvPr id="24" name="Rectangle: Rounded Corners 23">
              <a:extLst>
                <a:ext uri="{FF2B5EF4-FFF2-40B4-BE49-F238E27FC236}">
                  <a16:creationId xmlns:a16="http://schemas.microsoft.com/office/drawing/2014/main" id="{DE5FA01D-0953-EDE4-6BB9-99A6115FE7CE}"/>
                </a:ext>
              </a:extLst>
            </p:cNvPr>
            <p:cNvSpPr/>
            <p:nvPr/>
          </p:nvSpPr>
          <p:spPr>
            <a:xfrm>
              <a:off x="5060595"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Data</a:t>
              </a:r>
              <a:endParaRPr lang="en-IN" sz="800" dirty="0"/>
            </a:p>
          </p:txBody>
        </p:sp>
        <p:sp>
          <p:nvSpPr>
            <p:cNvPr id="26" name="Rectangle: Rounded Corners 25">
              <a:extLst>
                <a:ext uri="{FF2B5EF4-FFF2-40B4-BE49-F238E27FC236}">
                  <a16:creationId xmlns:a16="http://schemas.microsoft.com/office/drawing/2014/main" id="{34BBFB5C-40EE-FB7D-129D-7261CCE095F5}"/>
                </a:ext>
              </a:extLst>
            </p:cNvPr>
            <p:cNvSpPr/>
            <p:nvPr/>
          </p:nvSpPr>
          <p:spPr>
            <a:xfrm>
              <a:off x="5687959"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Basis</a:t>
              </a:r>
              <a:endParaRPr lang="en-IN" sz="800" dirty="0"/>
            </a:p>
          </p:txBody>
        </p:sp>
        <p:sp>
          <p:nvSpPr>
            <p:cNvPr id="28" name="Rectangle: Rounded Corners 27">
              <a:extLst>
                <a:ext uri="{FF2B5EF4-FFF2-40B4-BE49-F238E27FC236}">
                  <a16:creationId xmlns:a16="http://schemas.microsoft.com/office/drawing/2014/main" id="{95E9D27A-6F05-D44B-A0D0-DCD2B55AE772}"/>
                </a:ext>
              </a:extLst>
            </p:cNvPr>
            <p:cNvSpPr/>
            <p:nvPr/>
          </p:nvSpPr>
          <p:spPr>
            <a:xfrm>
              <a:off x="6315323" y="2381689"/>
              <a:ext cx="607481" cy="289004"/>
            </a:xfrm>
            <a:prstGeom prst="roundRect">
              <a:avLst>
                <a:gd name="adj" fmla="val 12145"/>
              </a:avLst>
            </a:prstGeom>
            <a:gradFill>
              <a:gsLst>
                <a:gs pos="0">
                  <a:schemeClr val="dk1">
                    <a:satMod val="103000"/>
                    <a:lumMod val="102000"/>
                    <a:tint val="94000"/>
                  </a:schemeClr>
                </a:gs>
                <a:gs pos="54000">
                  <a:schemeClr val="dk1">
                    <a:satMod val="110000"/>
                    <a:lumMod val="100000"/>
                    <a:shade val="100000"/>
                  </a:schemeClr>
                </a:gs>
                <a:gs pos="100000">
                  <a:schemeClr val="bg2">
                    <a:lumMod val="25000"/>
                  </a:schemeClr>
                </a:gs>
              </a:gsLst>
            </a:gradFill>
            <a:ln/>
            <a:effectLst/>
          </p:spPr>
          <p:style>
            <a:lnRef idx="0">
              <a:schemeClr val="dk1"/>
            </a:lnRef>
            <a:fillRef idx="3">
              <a:schemeClr val="dk1"/>
            </a:fillRef>
            <a:effectRef idx="3">
              <a:schemeClr val="dk1"/>
            </a:effectRef>
            <a:fontRef idx="minor">
              <a:schemeClr val="lt1"/>
            </a:fontRef>
          </p:style>
          <p:txBody>
            <a:bodyPr rtlCol="0" anchor="b"/>
            <a:lstStyle/>
            <a:p>
              <a:pPr algn="ctr"/>
              <a:r>
                <a:rPr lang="en-US" sz="800" dirty="0"/>
                <a:t>Insights</a:t>
              </a:r>
              <a:endParaRPr lang="en-IN" sz="800" dirty="0"/>
            </a:p>
          </p:txBody>
        </p:sp>
        <p:sp>
          <p:nvSpPr>
            <p:cNvPr id="35" name="Rectangle: Rounded Corners 34">
              <a:extLst>
                <a:ext uri="{FF2B5EF4-FFF2-40B4-BE49-F238E27FC236}">
                  <a16:creationId xmlns:a16="http://schemas.microsoft.com/office/drawing/2014/main" id="{2FADF70D-1205-1D32-D29D-1F0E03E43C54}"/>
                </a:ext>
              </a:extLst>
            </p:cNvPr>
            <p:cNvSpPr/>
            <p:nvPr/>
          </p:nvSpPr>
          <p:spPr>
            <a:xfrm>
              <a:off x="6942687" y="2381689"/>
              <a:ext cx="607481" cy="289004"/>
            </a:xfrm>
            <a:prstGeom prst="roundRect">
              <a:avLst>
                <a:gd name="adj" fmla="val 12145"/>
              </a:avLst>
            </a:prstGeom>
            <a:ln/>
          </p:spPr>
          <p:style>
            <a:lnRef idx="0">
              <a:schemeClr val="dk1"/>
            </a:lnRef>
            <a:fillRef idx="3">
              <a:schemeClr val="dk1"/>
            </a:fillRef>
            <a:effectRef idx="3">
              <a:schemeClr val="dk1"/>
            </a:effectRef>
            <a:fontRef idx="minor">
              <a:schemeClr val="lt1"/>
            </a:fontRef>
          </p:style>
          <p:txBody>
            <a:bodyPr rtlCol="0" anchor="b"/>
            <a:lstStyle/>
            <a:p>
              <a:pPr algn="ctr"/>
              <a:r>
                <a:rPr lang="en-US" sz="800" dirty="0"/>
                <a:t>Report</a:t>
              </a:r>
              <a:endParaRPr lang="en-IN" sz="800" dirty="0"/>
            </a:p>
          </p:txBody>
        </p:sp>
      </p:grpSp>
      <p:sp>
        <p:nvSpPr>
          <p:cNvPr id="2" name="Rectangle: Rounded Corners 1">
            <a:extLst>
              <a:ext uri="{FF2B5EF4-FFF2-40B4-BE49-F238E27FC236}">
                <a16:creationId xmlns:a16="http://schemas.microsoft.com/office/drawing/2014/main" id="{B51C8082-7999-0DEE-B7BB-76E4222BA1AF}"/>
              </a:ext>
            </a:extLst>
          </p:cNvPr>
          <p:cNvSpPr/>
          <p:nvPr/>
        </p:nvSpPr>
        <p:spPr>
          <a:xfrm>
            <a:off x="4478448" y="6256020"/>
            <a:ext cx="2738424" cy="248689"/>
          </a:xfrm>
          <a:prstGeom prst="roundRect">
            <a:avLst>
              <a:gd name="adj" fmla="val 50000"/>
            </a:avLst>
          </a:prstGeom>
          <a:solidFill>
            <a:schemeClr val="bg1"/>
          </a:solidFill>
          <a:ln>
            <a:solidFill>
              <a:schemeClr val="tx1"/>
            </a:soli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b"/>
          <a:lstStyle/>
          <a:p>
            <a:pPr algn="ctr"/>
            <a:endParaRPr lang="en-IN" sz="800" dirty="0"/>
          </a:p>
        </p:txBody>
      </p:sp>
      <p:grpSp>
        <p:nvGrpSpPr>
          <p:cNvPr id="3" name="Group 2">
            <a:extLst>
              <a:ext uri="{FF2B5EF4-FFF2-40B4-BE49-F238E27FC236}">
                <a16:creationId xmlns:a16="http://schemas.microsoft.com/office/drawing/2014/main" id="{FBFBD794-2D29-4499-5F98-08D8E96A9595}"/>
              </a:ext>
            </a:extLst>
          </p:cNvPr>
          <p:cNvGrpSpPr/>
          <p:nvPr/>
        </p:nvGrpSpPr>
        <p:grpSpPr>
          <a:xfrm>
            <a:off x="4478448" y="1141770"/>
            <a:ext cx="3067627" cy="1141572"/>
            <a:chOff x="4478448" y="1141770"/>
            <a:chExt cx="3067627" cy="1141572"/>
          </a:xfrm>
        </p:grpSpPr>
        <p:grpSp>
          <p:nvGrpSpPr>
            <p:cNvPr id="10" name="Group 9">
              <a:extLst>
                <a:ext uri="{FF2B5EF4-FFF2-40B4-BE49-F238E27FC236}">
                  <a16:creationId xmlns:a16="http://schemas.microsoft.com/office/drawing/2014/main" id="{C398D688-9CC7-4643-6F23-2715EAFA9C3C}"/>
                </a:ext>
              </a:extLst>
            </p:cNvPr>
            <p:cNvGrpSpPr/>
            <p:nvPr/>
          </p:nvGrpSpPr>
          <p:grpSpPr>
            <a:xfrm>
              <a:off x="4478448" y="1141770"/>
              <a:ext cx="2867775" cy="739283"/>
              <a:chOff x="4523766" y="1444861"/>
              <a:chExt cx="2867775" cy="739283"/>
            </a:xfrm>
          </p:grpSpPr>
          <p:pic>
            <p:nvPicPr>
              <p:cNvPr id="17" name="Graphic 16" descr="Shield Tick outline">
                <a:extLst>
                  <a:ext uri="{FF2B5EF4-FFF2-40B4-BE49-F238E27FC236}">
                    <a16:creationId xmlns:a16="http://schemas.microsoft.com/office/drawing/2014/main" id="{8B322256-778A-E23D-20E9-D6B20E8FD52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23766" y="1474731"/>
                <a:ext cx="289004" cy="289004"/>
              </a:xfrm>
              <a:prstGeom prst="rect">
                <a:avLst/>
              </a:prstGeom>
            </p:spPr>
          </p:pic>
          <p:sp>
            <p:nvSpPr>
              <p:cNvPr id="18" name="TextBox 17">
                <a:extLst>
                  <a:ext uri="{FF2B5EF4-FFF2-40B4-BE49-F238E27FC236}">
                    <a16:creationId xmlns:a16="http://schemas.microsoft.com/office/drawing/2014/main" id="{9A8EBD10-310A-5FB0-24CB-8D19BEC008DF}"/>
                  </a:ext>
                </a:extLst>
              </p:cNvPr>
              <p:cNvSpPr txBox="1"/>
              <p:nvPr/>
            </p:nvSpPr>
            <p:spPr>
              <a:xfrm>
                <a:off x="4810511" y="1444861"/>
                <a:ext cx="1801948" cy="246221"/>
              </a:xfrm>
              <a:prstGeom prst="rect">
                <a:avLst/>
              </a:prstGeom>
              <a:noFill/>
            </p:spPr>
            <p:txBody>
              <a:bodyPr wrap="square" rtlCol="0">
                <a:spAutoFit/>
              </a:bodyPr>
              <a:lstStyle/>
              <a:p>
                <a:r>
                  <a:rPr lang="en-US" sz="1000" b="1" dirty="0">
                    <a:solidFill>
                      <a:schemeClr val="bg1">
                        <a:lumMod val="75000"/>
                      </a:schemeClr>
                    </a:solidFill>
                  </a:rPr>
                  <a:t>Check Job Safety</a:t>
                </a:r>
                <a:endParaRPr lang="en-IN" sz="1000" b="1" dirty="0">
                  <a:solidFill>
                    <a:schemeClr val="bg1">
                      <a:lumMod val="75000"/>
                    </a:schemeClr>
                  </a:solidFill>
                </a:endParaRPr>
              </a:p>
            </p:txBody>
          </p:sp>
          <p:sp>
            <p:nvSpPr>
              <p:cNvPr id="19" name="TextBox 18">
                <a:extLst>
                  <a:ext uri="{FF2B5EF4-FFF2-40B4-BE49-F238E27FC236}">
                    <a16:creationId xmlns:a16="http://schemas.microsoft.com/office/drawing/2014/main" id="{C4D87BC7-BB96-1722-D165-511748EEE614}"/>
                  </a:ext>
                </a:extLst>
              </p:cNvPr>
              <p:cNvSpPr txBox="1"/>
              <p:nvPr/>
            </p:nvSpPr>
            <p:spPr>
              <a:xfrm>
                <a:off x="4810511" y="1799423"/>
                <a:ext cx="2581030" cy="384721"/>
              </a:xfrm>
              <a:prstGeom prst="rect">
                <a:avLst/>
              </a:prstGeom>
              <a:noFill/>
            </p:spPr>
            <p:txBody>
              <a:bodyPr wrap="square" rtlCol="0">
                <a:spAutoFit/>
              </a:bodyPr>
              <a:lstStyle/>
              <a:p>
                <a:pPr>
                  <a:spcAft>
                    <a:spcPts val="600"/>
                  </a:spcAft>
                </a:pPr>
                <a:r>
                  <a:rPr lang="en-US" sz="700" dirty="0">
                    <a:solidFill>
                      <a:schemeClr val="bg1">
                        <a:lumMod val="95000"/>
                      </a:schemeClr>
                    </a:solidFill>
                  </a:rPr>
                  <a:t>“I am worried that AI or automation may affect my role soon.”</a:t>
                </a:r>
                <a:endParaRPr lang="en-US" sz="700" dirty="0">
                  <a:solidFill>
                    <a:schemeClr val="bg1">
                      <a:lumMod val="50000"/>
                    </a:schemeClr>
                  </a:solidFill>
                </a:endParaRPr>
              </a:p>
              <a:p>
                <a:pPr>
                  <a:spcAft>
                    <a:spcPts val="600"/>
                  </a:spcAft>
                </a:pPr>
                <a:r>
                  <a:rPr lang="en-US" sz="700" dirty="0">
                    <a:solidFill>
                      <a:schemeClr val="bg1">
                        <a:lumMod val="50000"/>
                      </a:schemeClr>
                    </a:solidFill>
                  </a:rPr>
                  <a:t>Role: </a:t>
                </a:r>
                <a:r>
                  <a:rPr lang="en-US" sz="700" dirty="0">
                    <a:solidFill>
                      <a:schemeClr val="bg1"/>
                    </a:solidFill>
                  </a:rPr>
                  <a:t>Supervisor</a:t>
                </a:r>
                <a:r>
                  <a:rPr lang="en-US" sz="700" dirty="0">
                    <a:solidFill>
                      <a:schemeClr val="bg1">
                        <a:lumMod val="50000"/>
                      </a:schemeClr>
                    </a:solidFill>
                  </a:rPr>
                  <a:t> | Verdict: </a:t>
                </a:r>
                <a:r>
                  <a:rPr lang="en-US" sz="700" dirty="0">
                    <a:solidFill>
                      <a:schemeClr val="bg1"/>
                    </a:solidFill>
                  </a:rPr>
                  <a:t>Secured</a:t>
                </a:r>
              </a:p>
            </p:txBody>
          </p:sp>
          <p:sp>
            <p:nvSpPr>
              <p:cNvPr id="20" name="TextBox 19">
                <a:extLst>
                  <a:ext uri="{FF2B5EF4-FFF2-40B4-BE49-F238E27FC236}">
                    <a16:creationId xmlns:a16="http://schemas.microsoft.com/office/drawing/2014/main" id="{13859DF6-137D-AB07-C623-3B03B9330968}"/>
                  </a:ext>
                </a:extLst>
              </p:cNvPr>
              <p:cNvSpPr txBox="1"/>
              <p:nvPr/>
            </p:nvSpPr>
            <p:spPr>
              <a:xfrm>
                <a:off x="4801230" y="1628619"/>
                <a:ext cx="1931008" cy="184666"/>
              </a:xfrm>
              <a:prstGeom prst="rect">
                <a:avLst/>
              </a:prstGeom>
              <a:noFill/>
            </p:spPr>
            <p:txBody>
              <a:bodyPr wrap="square" rtlCol="0">
                <a:spAutoFit/>
              </a:bodyPr>
              <a:lstStyle/>
              <a:p>
                <a:r>
                  <a:rPr lang="en-US" sz="600" dirty="0">
                    <a:solidFill>
                      <a:schemeClr val="bg1">
                        <a:lumMod val="75000"/>
                      </a:schemeClr>
                    </a:solidFill>
                  </a:rPr>
                  <a:t>Date 15 Jan 2026 | Duration 00:08:02</a:t>
                </a:r>
              </a:p>
            </p:txBody>
          </p:sp>
        </p:grpSp>
        <p:grpSp>
          <p:nvGrpSpPr>
            <p:cNvPr id="13" name="Group 12">
              <a:extLst>
                <a:ext uri="{FF2B5EF4-FFF2-40B4-BE49-F238E27FC236}">
                  <a16:creationId xmlns:a16="http://schemas.microsoft.com/office/drawing/2014/main" id="{05F2D561-EDA6-6080-D970-DCB1CACB95A2}"/>
                </a:ext>
              </a:extLst>
            </p:cNvPr>
            <p:cNvGrpSpPr/>
            <p:nvPr/>
          </p:nvGrpSpPr>
          <p:grpSpPr>
            <a:xfrm>
              <a:off x="4530078" y="1907231"/>
              <a:ext cx="3015997" cy="376111"/>
              <a:chOff x="4530078" y="1907231"/>
              <a:chExt cx="3015997" cy="376111"/>
            </a:xfrm>
          </p:grpSpPr>
          <p:pic>
            <p:nvPicPr>
              <p:cNvPr id="14" name="Picture 13">
                <a:extLst>
                  <a:ext uri="{FF2B5EF4-FFF2-40B4-BE49-F238E27FC236}">
                    <a16:creationId xmlns:a16="http://schemas.microsoft.com/office/drawing/2014/main" id="{73D845E8-7472-4F1A-66E8-7743C2A0C2F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30078" y="1907231"/>
                <a:ext cx="376111" cy="376111"/>
              </a:xfrm>
              <a:prstGeom prst="flowChartConnector">
                <a:avLst/>
              </a:prstGeom>
              <a:ln>
                <a:solidFill>
                  <a:schemeClr val="bg1">
                    <a:lumMod val="65000"/>
                  </a:schemeClr>
                </a:solidFill>
              </a:ln>
            </p:spPr>
          </p:pic>
          <p:sp>
            <p:nvSpPr>
              <p:cNvPr id="15" name="TextBox 14">
                <a:extLst>
                  <a:ext uri="{FF2B5EF4-FFF2-40B4-BE49-F238E27FC236}">
                    <a16:creationId xmlns:a16="http://schemas.microsoft.com/office/drawing/2014/main" id="{3F9001B7-62C1-CF3A-799A-82CD0BC5A362}"/>
                  </a:ext>
                </a:extLst>
              </p:cNvPr>
              <p:cNvSpPr txBox="1"/>
              <p:nvPr/>
            </p:nvSpPr>
            <p:spPr>
              <a:xfrm>
                <a:off x="4948013" y="1935380"/>
                <a:ext cx="1479892" cy="307777"/>
              </a:xfrm>
              <a:prstGeom prst="rect">
                <a:avLst/>
              </a:prstGeom>
              <a:noFill/>
            </p:spPr>
            <p:txBody>
              <a:bodyPr wrap="none" rtlCol="0">
                <a:spAutoFit/>
              </a:bodyPr>
              <a:lstStyle/>
              <a:p>
                <a:r>
                  <a:rPr lang="en-US" sz="700" b="1" dirty="0">
                    <a:solidFill>
                      <a:srgbClr val="0070C0"/>
                    </a:solidFill>
                  </a:rPr>
                  <a:t>RISK EXPERT</a:t>
                </a:r>
              </a:p>
              <a:p>
                <a:r>
                  <a:rPr lang="en-US" sz="700" b="1" dirty="0">
                    <a:solidFill>
                      <a:schemeClr val="bg1">
                        <a:lumMod val="85000"/>
                      </a:schemeClr>
                    </a:solidFill>
                  </a:rPr>
                  <a:t>Ayush Verma, </a:t>
                </a:r>
                <a:r>
                  <a:rPr lang="en-US" sz="700" dirty="0">
                    <a:solidFill>
                      <a:schemeClr val="bg1">
                        <a:lumMod val="85000"/>
                      </a:schemeClr>
                    </a:solidFill>
                  </a:rPr>
                  <a:t>Director, Yes Bank</a:t>
                </a:r>
                <a:endParaRPr lang="en-IN" sz="700" dirty="0">
                  <a:solidFill>
                    <a:schemeClr val="bg1">
                      <a:lumMod val="85000"/>
                    </a:schemeClr>
                  </a:solidFill>
                </a:endParaRPr>
              </a:p>
            </p:txBody>
          </p:sp>
          <p:sp>
            <p:nvSpPr>
              <p:cNvPr id="16" name="Rectangle: Rounded Corners 15">
                <a:extLst>
                  <a:ext uri="{FF2B5EF4-FFF2-40B4-BE49-F238E27FC236}">
                    <a16:creationId xmlns:a16="http://schemas.microsoft.com/office/drawing/2014/main" id="{D7CDD42D-BABD-7E8D-2EB5-309E2C1517AD}"/>
                  </a:ext>
                </a:extLst>
              </p:cNvPr>
              <p:cNvSpPr/>
              <p:nvPr/>
            </p:nvSpPr>
            <p:spPr>
              <a:xfrm>
                <a:off x="7099877" y="2005235"/>
                <a:ext cx="446198" cy="180101"/>
              </a:xfrm>
              <a:prstGeom prst="roundRect">
                <a:avLst>
                  <a:gd name="adj" fmla="val 12145"/>
                </a:avLst>
              </a:prstGeom>
              <a:ln/>
            </p:spPr>
            <p:style>
              <a:lnRef idx="0">
                <a:schemeClr val="dk1"/>
              </a:lnRef>
              <a:fillRef idx="3">
                <a:schemeClr val="dk1"/>
              </a:fillRef>
              <a:effectRef idx="3">
                <a:schemeClr val="dk1"/>
              </a:effectRef>
              <a:fontRef idx="minor">
                <a:schemeClr val="lt1"/>
              </a:fontRef>
            </p:style>
            <p:txBody>
              <a:bodyPr rtlCol="0" anchor="ctr"/>
              <a:lstStyle/>
              <a:p>
                <a:pPr algn="ctr"/>
                <a:r>
                  <a:rPr lang="en-US" sz="800" dirty="0">
                    <a:solidFill>
                      <a:schemeClr val="bg1"/>
                    </a:solidFill>
                  </a:rPr>
                  <a:t>Chat</a:t>
                </a:r>
                <a:endParaRPr lang="en-IN" sz="800" dirty="0">
                  <a:solidFill>
                    <a:schemeClr val="bg1"/>
                  </a:solidFill>
                </a:endParaRPr>
              </a:p>
            </p:txBody>
          </p:sp>
        </p:grpSp>
      </p:grpSp>
      <p:sp>
        <p:nvSpPr>
          <p:cNvPr id="9" name="Speech Bubble: Rectangle with Corners Rounded 8">
            <a:extLst>
              <a:ext uri="{FF2B5EF4-FFF2-40B4-BE49-F238E27FC236}">
                <a16:creationId xmlns:a16="http://schemas.microsoft.com/office/drawing/2014/main" id="{300A7B7E-C10E-4424-F037-7E5EE57D125C}"/>
              </a:ext>
            </a:extLst>
          </p:cNvPr>
          <p:cNvSpPr/>
          <p:nvPr/>
        </p:nvSpPr>
        <p:spPr>
          <a:xfrm>
            <a:off x="4921778" y="5412053"/>
            <a:ext cx="2097537" cy="362104"/>
          </a:xfrm>
          <a:prstGeom prst="wedgeRoundRectCallout">
            <a:avLst>
              <a:gd name="adj1" fmla="val -71395"/>
              <a:gd name="adj2" fmla="val 20501"/>
              <a:gd name="adj3" fmla="val 16667"/>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Speech Bubble: Rectangle with Corners Rounded 20">
            <a:extLst>
              <a:ext uri="{FF2B5EF4-FFF2-40B4-BE49-F238E27FC236}">
                <a16:creationId xmlns:a16="http://schemas.microsoft.com/office/drawing/2014/main" id="{6A2ABC07-79F3-9B8D-5DC7-14BBEBB16647}"/>
              </a:ext>
            </a:extLst>
          </p:cNvPr>
          <p:cNvSpPr/>
          <p:nvPr/>
        </p:nvSpPr>
        <p:spPr>
          <a:xfrm>
            <a:off x="5225439" y="4655045"/>
            <a:ext cx="2097537" cy="362104"/>
          </a:xfrm>
          <a:prstGeom prst="wedgeRoundRectCallout">
            <a:avLst>
              <a:gd name="adj1" fmla="val 57934"/>
              <a:gd name="adj2" fmla="val 18396"/>
              <a:gd name="adj3" fmla="val 166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Speech Bubble: Rectangle with Corners Rounded 21">
            <a:extLst>
              <a:ext uri="{FF2B5EF4-FFF2-40B4-BE49-F238E27FC236}">
                <a16:creationId xmlns:a16="http://schemas.microsoft.com/office/drawing/2014/main" id="{5DE9DD76-0B73-BD75-2856-E61C2F68D60A}"/>
              </a:ext>
            </a:extLst>
          </p:cNvPr>
          <p:cNvSpPr/>
          <p:nvPr/>
        </p:nvSpPr>
        <p:spPr>
          <a:xfrm>
            <a:off x="5225438" y="4237224"/>
            <a:ext cx="2097537" cy="362104"/>
          </a:xfrm>
          <a:prstGeom prst="wedgeRoundRectCallout">
            <a:avLst>
              <a:gd name="adj1" fmla="val 57934"/>
              <a:gd name="adj2" fmla="val 18396"/>
              <a:gd name="adj3" fmla="val 166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9" name="Group 28">
            <a:extLst>
              <a:ext uri="{FF2B5EF4-FFF2-40B4-BE49-F238E27FC236}">
                <a16:creationId xmlns:a16="http://schemas.microsoft.com/office/drawing/2014/main" id="{27C70992-E530-99E6-BE6C-139C250CC063}"/>
              </a:ext>
            </a:extLst>
          </p:cNvPr>
          <p:cNvGrpSpPr/>
          <p:nvPr/>
        </p:nvGrpSpPr>
        <p:grpSpPr>
          <a:xfrm>
            <a:off x="6041452" y="3819403"/>
            <a:ext cx="1248208" cy="362104"/>
            <a:chOff x="6096000" y="3603450"/>
            <a:chExt cx="1248208" cy="362104"/>
          </a:xfrm>
        </p:grpSpPr>
        <p:sp>
          <p:nvSpPr>
            <p:cNvPr id="23" name="Speech Bubble: Rectangle with Corners Rounded 22">
              <a:extLst>
                <a:ext uri="{FF2B5EF4-FFF2-40B4-BE49-F238E27FC236}">
                  <a16:creationId xmlns:a16="http://schemas.microsoft.com/office/drawing/2014/main" id="{D50A5748-DD17-B7B3-46E4-8FAD0CEFC9BD}"/>
                </a:ext>
              </a:extLst>
            </p:cNvPr>
            <p:cNvSpPr/>
            <p:nvPr/>
          </p:nvSpPr>
          <p:spPr>
            <a:xfrm>
              <a:off x="6096000" y="3603450"/>
              <a:ext cx="1248208" cy="362104"/>
            </a:xfrm>
            <a:prstGeom prst="wedgeRoundRectCallout">
              <a:avLst>
                <a:gd name="adj1" fmla="val 57934"/>
                <a:gd name="adj2" fmla="val 18396"/>
                <a:gd name="adj3" fmla="val 166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7" name="Picture 26">
              <a:extLst>
                <a:ext uri="{FF2B5EF4-FFF2-40B4-BE49-F238E27FC236}">
                  <a16:creationId xmlns:a16="http://schemas.microsoft.com/office/drawing/2014/main" id="{7C7E6F92-1F15-4DB5-9E64-A2613B9EB806}"/>
                </a:ext>
              </a:extLst>
            </p:cNvPr>
            <p:cNvPicPr>
              <a:picLocks noChangeAspect="1"/>
            </p:cNvPicPr>
            <p:nvPr/>
          </p:nvPicPr>
          <p:blipFill>
            <a:blip r:embed="rId12"/>
            <a:stretch>
              <a:fillRect/>
            </a:stretch>
          </p:blipFill>
          <p:spPr>
            <a:xfrm>
              <a:off x="6233117" y="3654411"/>
              <a:ext cx="1013310" cy="275243"/>
            </a:xfrm>
            <a:prstGeom prst="rect">
              <a:avLst/>
            </a:prstGeom>
          </p:spPr>
        </p:pic>
      </p:grpSp>
      <p:pic>
        <p:nvPicPr>
          <p:cNvPr id="40" name="Graphic 39" descr="Radio microphone outline">
            <a:extLst>
              <a:ext uri="{FF2B5EF4-FFF2-40B4-BE49-F238E27FC236}">
                <a16:creationId xmlns:a16="http://schemas.microsoft.com/office/drawing/2014/main" id="{96FC1474-0717-E4AF-F7D7-2FA5EC911F2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319890" y="6306508"/>
            <a:ext cx="147709" cy="147709"/>
          </a:xfrm>
          <a:prstGeom prst="rect">
            <a:avLst/>
          </a:prstGeom>
        </p:spPr>
      </p:pic>
      <p:pic>
        <p:nvPicPr>
          <p:cNvPr id="42" name="Graphic 41" descr="Camera outline">
            <a:extLst>
              <a:ext uri="{FF2B5EF4-FFF2-40B4-BE49-F238E27FC236}">
                <a16:creationId xmlns:a16="http://schemas.microsoft.com/office/drawing/2014/main" id="{F2547B6F-7B45-9C79-2312-B8525F767DD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08582" y="6306508"/>
            <a:ext cx="147709" cy="147709"/>
          </a:xfrm>
          <a:prstGeom prst="rect">
            <a:avLst/>
          </a:prstGeom>
        </p:spPr>
      </p:pic>
      <p:pic>
        <p:nvPicPr>
          <p:cNvPr id="44" name="Graphic 43" descr="Paperclip outline">
            <a:extLst>
              <a:ext uri="{FF2B5EF4-FFF2-40B4-BE49-F238E27FC236}">
                <a16:creationId xmlns:a16="http://schemas.microsoft.com/office/drawing/2014/main" id="{F6BDB836-2589-E88D-634A-FEFF8DCBFAAC}"/>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777584" y="6306507"/>
            <a:ext cx="147709" cy="147709"/>
          </a:xfrm>
          <a:prstGeom prst="rect">
            <a:avLst/>
          </a:prstGeom>
        </p:spPr>
      </p:pic>
      <p:sp>
        <p:nvSpPr>
          <p:cNvPr id="11" name="TextBox 10">
            <a:extLst>
              <a:ext uri="{FF2B5EF4-FFF2-40B4-BE49-F238E27FC236}">
                <a16:creationId xmlns:a16="http://schemas.microsoft.com/office/drawing/2014/main" id="{9DFAA815-5979-A3A9-0E22-BC4B6D4138D5}"/>
              </a:ext>
            </a:extLst>
          </p:cNvPr>
          <p:cNvSpPr txBox="1"/>
          <p:nvPr/>
        </p:nvSpPr>
        <p:spPr>
          <a:xfrm>
            <a:off x="6418971" y="6046110"/>
            <a:ext cx="1091966" cy="184666"/>
          </a:xfrm>
          <a:prstGeom prst="rect">
            <a:avLst/>
          </a:prstGeom>
          <a:noFill/>
        </p:spPr>
        <p:txBody>
          <a:bodyPr wrap="none" rtlCol="0">
            <a:spAutoFit/>
          </a:bodyPr>
          <a:lstStyle/>
          <a:p>
            <a:r>
              <a:rPr lang="en-US" sz="600" dirty="0">
                <a:solidFill>
                  <a:schemeClr val="bg1"/>
                </a:solidFill>
              </a:rPr>
              <a:t>You can ask 2 more queries</a:t>
            </a:r>
            <a:endParaRPr lang="en-IN" sz="600" dirty="0">
              <a:solidFill>
                <a:schemeClr val="bg1"/>
              </a:solidFill>
            </a:endParaRPr>
          </a:p>
        </p:txBody>
      </p:sp>
      <p:sp>
        <p:nvSpPr>
          <p:cNvPr id="12" name="TextBox 11">
            <a:extLst>
              <a:ext uri="{FF2B5EF4-FFF2-40B4-BE49-F238E27FC236}">
                <a16:creationId xmlns:a16="http://schemas.microsoft.com/office/drawing/2014/main" id="{5F789253-58B9-D679-6A05-76FF777607F9}"/>
              </a:ext>
            </a:extLst>
          </p:cNvPr>
          <p:cNvSpPr txBox="1"/>
          <p:nvPr/>
        </p:nvSpPr>
        <p:spPr>
          <a:xfrm>
            <a:off x="8682322" y="5727991"/>
            <a:ext cx="2843405" cy="369332"/>
          </a:xfrm>
          <a:prstGeom prst="rect">
            <a:avLst/>
          </a:prstGeom>
          <a:noFill/>
        </p:spPr>
        <p:txBody>
          <a:bodyPr wrap="square" rtlCol="0">
            <a:spAutoFit/>
          </a:bodyPr>
          <a:lstStyle/>
          <a:p>
            <a:r>
              <a:rPr lang="en-US" sz="900" dirty="0">
                <a:solidFill>
                  <a:schemeClr val="bg1">
                    <a:lumMod val="65000"/>
                  </a:schemeClr>
                </a:solidFill>
              </a:rPr>
              <a:t>This is a label to show user that how many attempts are left for the user.</a:t>
            </a:r>
            <a:endParaRPr lang="en-IN" sz="900" dirty="0">
              <a:solidFill>
                <a:schemeClr val="bg1">
                  <a:lumMod val="65000"/>
                </a:schemeClr>
              </a:solidFill>
            </a:endParaRPr>
          </a:p>
        </p:txBody>
      </p:sp>
      <p:cxnSp>
        <p:nvCxnSpPr>
          <p:cNvPr id="25" name="Connector: Elbow 24">
            <a:extLst>
              <a:ext uri="{FF2B5EF4-FFF2-40B4-BE49-F238E27FC236}">
                <a16:creationId xmlns:a16="http://schemas.microsoft.com/office/drawing/2014/main" id="{928573C2-BB0F-4250-B88A-9FEAF5B50B9A}"/>
              </a:ext>
            </a:extLst>
          </p:cNvPr>
          <p:cNvCxnSpPr>
            <a:cxnSpLocks/>
          </p:cNvCxnSpPr>
          <p:nvPr/>
        </p:nvCxnSpPr>
        <p:spPr>
          <a:xfrm rot="10800000" flipV="1">
            <a:off x="7810500" y="5912657"/>
            <a:ext cx="871822" cy="276614"/>
          </a:xfrm>
          <a:prstGeom prst="bentConnector3">
            <a:avLst>
              <a:gd name="adj1" fmla="val 50000"/>
            </a:avLst>
          </a:prstGeom>
          <a:ln w="3175">
            <a:solidFill>
              <a:schemeClr val="bg1">
                <a:lumMod val="5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FF60DEED-8FC3-713D-BFA9-184E5EE47959}"/>
              </a:ext>
            </a:extLst>
          </p:cNvPr>
          <p:cNvGrpSpPr/>
          <p:nvPr/>
        </p:nvGrpSpPr>
        <p:grpSpPr>
          <a:xfrm>
            <a:off x="6329285" y="938605"/>
            <a:ext cx="1261372" cy="215444"/>
            <a:chOff x="6156418" y="1349079"/>
            <a:chExt cx="1261372" cy="215444"/>
          </a:xfrm>
        </p:grpSpPr>
        <p:sp>
          <p:nvSpPr>
            <p:cNvPr id="39" name="TextBox 38">
              <a:extLst>
                <a:ext uri="{FF2B5EF4-FFF2-40B4-BE49-F238E27FC236}">
                  <a16:creationId xmlns:a16="http://schemas.microsoft.com/office/drawing/2014/main" id="{99762EDA-027C-AE93-7EC9-6FAE951B5AB1}"/>
                </a:ext>
              </a:extLst>
            </p:cNvPr>
            <p:cNvSpPr txBox="1"/>
            <p:nvPr/>
          </p:nvSpPr>
          <p:spPr>
            <a:xfrm>
              <a:off x="6272925" y="1349079"/>
              <a:ext cx="1144865" cy="215444"/>
            </a:xfrm>
            <a:prstGeom prst="rect">
              <a:avLst/>
            </a:prstGeom>
            <a:noFill/>
          </p:spPr>
          <p:txBody>
            <a:bodyPr wrap="none" rtlCol="0">
              <a:spAutoFit/>
            </a:bodyPr>
            <a:lstStyle/>
            <a:p>
              <a:pPr algn="r"/>
              <a:r>
                <a:rPr lang="en-US" sz="800" dirty="0">
                  <a:solidFill>
                    <a:schemeClr val="tx1">
                      <a:lumMod val="50000"/>
                      <a:lumOff val="50000"/>
                    </a:schemeClr>
                  </a:solidFill>
                </a:rPr>
                <a:t>Chat open for 29 days</a:t>
              </a:r>
              <a:endParaRPr lang="en-IN" sz="800" dirty="0">
                <a:solidFill>
                  <a:schemeClr val="tx1">
                    <a:lumMod val="50000"/>
                    <a:lumOff val="50000"/>
                  </a:schemeClr>
                </a:solidFill>
              </a:endParaRPr>
            </a:p>
          </p:txBody>
        </p:sp>
        <p:pic>
          <p:nvPicPr>
            <p:cNvPr id="41" name="Graphic 40" descr="Stopwatch with solid fill">
              <a:extLst>
                <a:ext uri="{FF2B5EF4-FFF2-40B4-BE49-F238E27FC236}">
                  <a16:creationId xmlns:a16="http://schemas.microsoft.com/office/drawing/2014/main" id="{79904078-8C32-CD21-97CF-883AFD87D751}"/>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156418" y="1384077"/>
              <a:ext cx="141989" cy="141989"/>
            </a:xfrm>
            <a:prstGeom prst="rect">
              <a:avLst/>
            </a:prstGeom>
          </p:spPr>
        </p:pic>
      </p:grpSp>
    </p:spTree>
    <p:extLst>
      <p:ext uri="{BB962C8B-B14F-4D97-AF65-F5344CB8AC3E}">
        <p14:creationId xmlns:p14="http://schemas.microsoft.com/office/powerpoint/2010/main" val="38381852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F660C-7B9C-47DC-F2CF-95AEFBBE210B}"/>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88383773-1E85-A3B7-4BA4-09D6E53F1B17}"/>
              </a:ext>
            </a:extLst>
          </p:cNvPr>
          <p:cNvGrpSpPr/>
          <p:nvPr/>
        </p:nvGrpSpPr>
        <p:grpSpPr>
          <a:xfrm>
            <a:off x="4505539" y="493077"/>
            <a:ext cx="3040536" cy="274639"/>
            <a:chOff x="8831866" y="493077"/>
            <a:chExt cx="3040536" cy="274639"/>
          </a:xfrm>
        </p:grpSpPr>
        <p:pic>
          <p:nvPicPr>
            <p:cNvPr id="31" name="Picture 30">
              <a:extLst>
                <a:ext uri="{FF2B5EF4-FFF2-40B4-BE49-F238E27FC236}">
                  <a16:creationId xmlns:a16="http://schemas.microsoft.com/office/drawing/2014/main" id="{2DF9FFDE-5AA9-3AAF-F553-6172F051AEDB}"/>
                </a:ext>
              </a:extLst>
            </p:cNvPr>
            <p:cNvPicPr>
              <a:picLocks noChangeAspect="1"/>
            </p:cNvPicPr>
            <p:nvPr/>
          </p:nvPicPr>
          <p:blipFill>
            <a:blip r:embed="rId2">
              <a:extLst>
                <a:ext uri="{28A0092B-C50C-407E-A947-70E740481C1C}">
                  <a14:useLocalDpi xmlns:a14="http://schemas.microsoft.com/office/drawing/2010/main" val="0"/>
                </a:ext>
              </a:extLst>
            </a:blip>
            <a:srcRect r="19095"/>
            <a:stretch>
              <a:fillRect/>
            </a:stretch>
          </p:blipFill>
          <p:spPr>
            <a:xfrm>
              <a:off x="9825449" y="493077"/>
              <a:ext cx="1041552" cy="274639"/>
            </a:xfrm>
            <a:prstGeom prst="rect">
              <a:avLst/>
            </a:prstGeom>
          </p:spPr>
        </p:pic>
        <p:pic>
          <p:nvPicPr>
            <p:cNvPr id="32" name="Graphic 31" descr="Hamburger Menu Icon with solid fill">
              <a:extLst>
                <a:ext uri="{FF2B5EF4-FFF2-40B4-BE49-F238E27FC236}">
                  <a16:creationId xmlns:a16="http://schemas.microsoft.com/office/drawing/2014/main" id="{82758448-364D-7955-042B-E20E80FA1BF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1866" y="516709"/>
              <a:ext cx="212595" cy="212595"/>
            </a:xfrm>
            <a:prstGeom prst="rect">
              <a:avLst/>
            </a:prstGeom>
          </p:spPr>
        </p:pic>
        <p:pic>
          <p:nvPicPr>
            <p:cNvPr id="33" name="Graphic 32" descr="Ringer outline">
              <a:extLst>
                <a:ext uri="{FF2B5EF4-FFF2-40B4-BE49-F238E27FC236}">
                  <a16:creationId xmlns:a16="http://schemas.microsoft.com/office/drawing/2014/main" id="{084C3919-047D-0C2F-B06F-D8A0AE66877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15832" y="494721"/>
              <a:ext cx="256570" cy="256570"/>
            </a:xfrm>
            <a:prstGeom prst="rect">
              <a:avLst/>
            </a:prstGeom>
          </p:spPr>
        </p:pic>
      </p:grpSp>
      <p:grpSp>
        <p:nvGrpSpPr>
          <p:cNvPr id="3" name="Group 2">
            <a:extLst>
              <a:ext uri="{FF2B5EF4-FFF2-40B4-BE49-F238E27FC236}">
                <a16:creationId xmlns:a16="http://schemas.microsoft.com/office/drawing/2014/main" id="{16DE9F2C-2CB2-77E9-224F-74D21BA907FE}"/>
              </a:ext>
            </a:extLst>
          </p:cNvPr>
          <p:cNvGrpSpPr/>
          <p:nvPr/>
        </p:nvGrpSpPr>
        <p:grpSpPr>
          <a:xfrm>
            <a:off x="8261726" y="1957958"/>
            <a:ext cx="1605701" cy="2690659"/>
            <a:chOff x="4490299" y="928841"/>
            <a:chExt cx="1605701" cy="2690659"/>
          </a:xfrm>
        </p:grpSpPr>
        <p:sp>
          <p:nvSpPr>
            <p:cNvPr id="10" name="Rectangle: Rounded Corners 9">
              <a:extLst>
                <a:ext uri="{FF2B5EF4-FFF2-40B4-BE49-F238E27FC236}">
                  <a16:creationId xmlns:a16="http://schemas.microsoft.com/office/drawing/2014/main" id="{FBD84B21-0160-D8F8-E5E0-5079A85B7A1C}"/>
                </a:ext>
              </a:extLst>
            </p:cNvPr>
            <p:cNvSpPr/>
            <p:nvPr/>
          </p:nvSpPr>
          <p:spPr>
            <a:xfrm>
              <a:off x="4490299" y="928841"/>
              <a:ext cx="1605701" cy="2690659"/>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13" name="Rectangle: Rounded Corners 12">
              <a:extLst>
                <a:ext uri="{FF2B5EF4-FFF2-40B4-BE49-F238E27FC236}">
                  <a16:creationId xmlns:a16="http://schemas.microsoft.com/office/drawing/2014/main" id="{D30F5DE5-01D3-9B52-4003-E31F0A0B1ADA}"/>
                </a:ext>
              </a:extLst>
            </p:cNvPr>
            <p:cNvSpPr/>
            <p:nvPr/>
          </p:nvSpPr>
          <p:spPr>
            <a:xfrm>
              <a:off x="4513361" y="947337"/>
              <a:ext cx="1554064" cy="2471272"/>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grpSp>
          <p:nvGrpSpPr>
            <p:cNvPr id="14" name="Group 13">
              <a:extLst>
                <a:ext uri="{FF2B5EF4-FFF2-40B4-BE49-F238E27FC236}">
                  <a16:creationId xmlns:a16="http://schemas.microsoft.com/office/drawing/2014/main" id="{BF872F46-32BC-39DF-E6B2-0B845E3C6B30}"/>
                </a:ext>
              </a:extLst>
            </p:cNvPr>
            <p:cNvGrpSpPr/>
            <p:nvPr/>
          </p:nvGrpSpPr>
          <p:grpSpPr>
            <a:xfrm>
              <a:off x="4544582" y="1066800"/>
              <a:ext cx="1449385" cy="2231380"/>
              <a:chOff x="4544582" y="1066800"/>
              <a:chExt cx="1449385" cy="2231380"/>
            </a:xfrm>
          </p:grpSpPr>
          <p:sp>
            <p:nvSpPr>
              <p:cNvPr id="15" name="TextBox 14">
                <a:extLst>
                  <a:ext uri="{FF2B5EF4-FFF2-40B4-BE49-F238E27FC236}">
                    <a16:creationId xmlns:a16="http://schemas.microsoft.com/office/drawing/2014/main" id="{FD045D5A-C59F-E85D-C998-D554B850C8DD}"/>
                  </a:ext>
                </a:extLst>
              </p:cNvPr>
              <p:cNvSpPr txBox="1"/>
              <p:nvPr/>
            </p:nvSpPr>
            <p:spPr>
              <a:xfrm>
                <a:off x="4748113" y="1066800"/>
                <a:ext cx="1245854" cy="2231380"/>
              </a:xfrm>
              <a:prstGeom prst="rect">
                <a:avLst/>
              </a:prstGeom>
              <a:noFill/>
            </p:spPr>
            <p:txBody>
              <a:bodyPr wrap="none" rtlCol="0">
                <a:spAutoFit/>
              </a:bodyPr>
              <a:lstStyle/>
              <a:p>
                <a:pPr>
                  <a:spcAft>
                    <a:spcPts val="600"/>
                  </a:spcAft>
                </a:pPr>
                <a:r>
                  <a:rPr lang="en-US" sz="1100" dirty="0">
                    <a:solidFill>
                      <a:schemeClr val="bg1">
                        <a:lumMod val="65000"/>
                      </a:schemeClr>
                    </a:solidFill>
                  </a:rPr>
                  <a:t>Select A Decision</a:t>
                </a:r>
              </a:p>
              <a:p>
                <a:pPr>
                  <a:spcAft>
                    <a:spcPts val="600"/>
                  </a:spcAft>
                </a:pPr>
                <a:endParaRPr lang="en-US" sz="1100" dirty="0">
                  <a:solidFill>
                    <a:schemeClr val="bg1">
                      <a:lumMod val="65000"/>
                    </a:schemeClr>
                  </a:solidFill>
                </a:endParaRPr>
              </a:p>
              <a:p>
                <a:pPr>
                  <a:spcAft>
                    <a:spcPts val="600"/>
                  </a:spcAft>
                </a:pPr>
                <a:r>
                  <a:rPr lang="en-US" sz="1100" dirty="0">
                    <a:solidFill>
                      <a:schemeClr val="bg1">
                        <a:lumMod val="65000"/>
                      </a:schemeClr>
                    </a:solidFill>
                  </a:rPr>
                  <a:t>My Records</a:t>
                </a:r>
              </a:p>
              <a:p>
                <a:pPr>
                  <a:spcAft>
                    <a:spcPts val="600"/>
                  </a:spcAft>
                </a:pPr>
                <a:r>
                  <a:rPr lang="en-IN" sz="1100" dirty="0">
                    <a:solidFill>
                      <a:schemeClr val="bg1">
                        <a:lumMod val="65000"/>
                      </a:schemeClr>
                    </a:solidFill>
                  </a:rPr>
                  <a:t>Request New</a:t>
                </a:r>
              </a:p>
              <a:p>
                <a:pPr>
                  <a:spcAft>
                    <a:spcPts val="600"/>
                  </a:spcAft>
                </a:pPr>
                <a:endParaRPr lang="en-IN" sz="1100" dirty="0">
                  <a:solidFill>
                    <a:schemeClr val="bg1">
                      <a:lumMod val="65000"/>
                    </a:schemeClr>
                  </a:solidFill>
                </a:endParaRPr>
              </a:p>
              <a:p>
                <a:pPr>
                  <a:spcAft>
                    <a:spcPts val="600"/>
                  </a:spcAft>
                </a:pPr>
                <a:r>
                  <a:rPr lang="en-IN" sz="1100" dirty="0">
                    <a:solidFill>
                      <a:schemeClr val="bg1">
                        <a:lumMod val="65000"/>
                      </a:schemeClr>
                    </a:solidFill>
                  </a:rPr>
                  <a:t>My Profile</a:t>
                </a:r>
              </a:p>
              <a:p>
                <a:pPr>
                  <a:spcAft>
                    <a:spcPts val="600"/>
                  </a:spcAft>
                </a:pPr>
                <a:r>
                  <a:rPr lang="en-IN" sz="1100" dirty="0">
                    <a:solidFill>
                      <a:schemeClr val="bg1">
                        <a:lumMod val="65000"/>
                      </a:schemeClr>
                    </a:solidFill>
                  </a:rPr>
                  <a:t>Payment Details</a:t>
                </a:r>
              </a:p>
              <a:p>
                <a:pPr>
                  <a:spcAft>
                    <a:spcPts val="600"/>
                  </a:spcAft>
                </a:pPr>
                <a:endParaRPr lang="en-IN" sz="1100" dirty="0">
                  <a:solidFill>
                    <a:schemeClr val="bg1">
                      <a:lumMod val="65000"/>
                    </a:schemeClr>
                  </a:solidFill>
                </a:endParaRPr>
              </a:p>
              <a:p>
                <a:pPr>
                  <a:spcAft>
                    <a:spcPts val="600"/>
                  </a:spcAft>
                </a:pPr>
                <a:r>
                  <a:rPr lang="en-IN" sz="1100" dirty="0">
                    <a:solidFill>
                      <a:schemeClr val="bg1">
                        <a:lumMod val="65000"/>
                      </a:schemeClr>
                    </a:solidFill>
                  </a:rPr>
                  <a:t>Logout</a:t>
                </a:r>
              </a:p>
            </p:txBody>
          </p:sp>
          <p:pic>
            <p:nvPicPr>
              <p:cNvPr id="16" name="Graphic 15" descr="Folder Search with solid fill">
                <a:extLst>
                  <a:ext uri="{FF2B5EF4-FFF2-40B4-BE49-F238E27FC236}">
                    <a16:creationId xmlns:a16="http://schemas.microsoft.com/office/drawing/2014/main" id="{B73E3D6A-D13F-5D29-7927-FDD98512A8F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58058" y="1837709"/>
                <a:ext cx="190575" cy="190575"/>
              </a:xfrm>
              <a:prstGeom prst="rect">
                <a:avLst/>
              </a:prstGeom>
            </p:spPr>
          </p:pic>
          <p:pic>
            <p:nvPicPr>
              <p:cNvPr id="17" name="Graphic 16" descr="Document outline">
                <a:extLst>
                  <a:ext uri="{FF2B5EF4-FFF2-40B4-BE49-F238E27FC236}">
                    <a16:creationId xmlns:a16="http://schemas.microsoft.com/office/drawing/2014/main" id="{193A0CBF-F4A3-9124-7698-D1CBA1F6022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61627" y="2576870"/>
                <a:ext cx="190575" cy="158917"/>
              </a:xfrm>
              <a:prstGeom prst="rect">
                <a:avLst/>
              </a:prstGeom>
            </p:spPr>
          </p:pic>
          <p:pic>
            <p:nvPicPr>
              <p:cNvPr id="18" name="Graphic 17" descr="Filing Box Archive with solid fill">
                <a:extLst>
                  <a:ext uri="{FF2B5EF4-FFF2-40B4-BE49-F238E27FC236}">
                    <a16:creationId xmlns:a16="http://schemas.microsoft.com/office/drawing/2014/main" id="{C026549A-02AA-7AFF-67F3-4F59F5BD22F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547339" y="1097875"/>
                <a:ext cx="190575" cy="190575"/>
              </a:xfrm>
              <a:prstGeom prst="rect">
                <a:avLst/>
              </a:prstGeom>
            </p:spPr>
          </p:pic>
          <p:pic>
            <p:nvPicPr>
              <p:cNvPr id="19" name="Graphic 18" descr="Male profile outline">
                <a:extLst>
                  <a:ext uri="{FF2B5EF4-FFF2-40B4-BE49-F238E27FC236}">
                    <a16:creationId xmlns:a16="http://schemas.microsoft.com/office/drawing/2014/main" id="{9312E31E-2BC2-2C72-A058-B87C08119FA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561627" y="2313422"/>
                <a:ext cx="190575" cy="190575"/>
              </a:xfrm>
              <a:prstGeom prst="rect">
                <a:avLst/>
              </a:prstGeom>
            </p:spPr>
          </p:pic>
          <p:pic>
            <p:nvPicPr>
              <p:cNvPr id="20" name="Graphic 19" descr="Address Book outline">
                <a:extLst>
                  <a:ext uri="{FF2B5EF4-FFF2-40B4-BE49-F238E27FC236}">
                    <a16:creationId xmlns:a16="http://schemas.microsoft.com/office/drawing/2014/main" id="{2ABBA7EE-05CD-290A-17AC-0361CCBC7C9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544582" y="1602275"/>
                <a:ext cx="190575" cy="190575"/>
              </a:xfrm>
              <a:prstGeom prst="rect">
                <a:avLst/>
              </a:prstGeom>
            </p:spPr>
          </p:pic>
          <p:pic>
            <p:nvPicPr>
              <p:cNvPr id="21" name="Graphic 20" descr="Door Closed outline">
                <a:extLst>
                  <a:ext uri="{FF2B5EF4-FFF2-40B4-BE49-F238E27FC236}">
                    <a16:creationId xmlns:a16="http://schemas.microsoft.com/office/drawing/2014/main" id="{6FAC6A70-916C-70B7-13AA-502E97DF8B0C}"/>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561627" y="3060254"/>
                <a:ext cx="158917" cy="158917"/>
              </a:xfrm>
              <a:prstGeom prst="rect">
                <a:avLst/>
              </a:prstGeom>
            </p:spPr>
          </p:pic>
        </p:grpSp>
      </p:grpSp>
      <p:grpSp>
        <p:nvGrpSpPr>
          <p:cNvPr id="23" name="Group 22">
            <a:extLst>
              <a:ext uri="{FF2B5EF4-FFF2-40B4-BE49-F238E27FC236}">
                <a16:creationId xmlns:a16="http://schemas.microsoft.com/office/drawing/2014/main" id="{F3E5F99C-9518-14F8-37D1-87214EBA962C}"/>
              </a:ext>
            </a:extLst>
          </p:cNvPr>
          <p:cNvGrpSpPr/>
          <p:nvPr/>
        </p:nvGrpSpPr>
        <p:grpSpPr>
          <a:xfrm>
            <a:off x="4516548" y="900133"/>
            <a:ext cx="2019595" cy="253916"/>
            <a:chOff x="4516548" y="900133"/>
            <a:chExt cx="2019595" cy="253916"/>
          </a:xfrm>
        </p:grpSpPr>
        <p:sp>
          <p:nvSpPr>
            <p:cNvPr id="5" name="TextBox 4">
              <a:extLst>
                <a:ext uri="{FF2B5EF4-FFF2-40B4-BE49-F238E27FC236}">
                  <a16:creationId xmlns:a16="http://schemas.microsoft.com/office/drawing/2014/main" id="{B4D04D8A-4009-DBC8-3549-AC74730F8A60}"/>
                </a:ext>
              </a:extLst>
            </p:cNvPr>
            <p:cNvSpPr txBox="1"/>
            <p:nvPr/>
          </p:nvSpPr>
          <p:spPr>
            <a:xfrm>
              <a:off x="4734195" y="900133"/>
              <a:ext cx="1801948" cy="253916"/>
            </a:xfrm>
            <a:prstGeom prst="rect">
              <a:avLst/>
            </a:prstGeom>
            <a:noFill/>
          </p:spPr>
          <p:txBody>
            <a:bodyPr wrap="square" rtlCol="0">
              <a:spAutoFit/>
            </a:bodyPr>
            <a:lstStyle/>
            <a:p>
              <a:r>
                <a:rPr lang="en-US" sz="1050" b="1" dirty="0">
                  <a:solidFill>
                    <a:srgbClr val="EE7723"/>
                  </a:solidFill>
                </a:rPr>
                <a:t>My Profile</a:t>
              </a:r>
              <a:endParaRPr lang="en-IN" sz="1050" b="1" dirty="0">
                <a:solidFill>
                  <a:srgbClr val="EE7723"/>
                </a:solidFill>
              </a:endParaRPr>
            </a:p>
          </p:txBody>
        </p:sp>
        <p:pic>
          <p:nvPicPr>
            <p:cNvPr id="22" name="Graphic 21" descr="Male profile outline">
              <a:extLst>
                <a:ext uri="{FF2B5EF4-FFF2-40B4-BE49-F238E27FC236}">
                  <a16:creationId xmlns:a16="http://schemas.microsoft.com/office/drawing/2014/main" id="{02E23050-4791-B6DA-10A3-FE7DF7CAABD6}"/>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516548" y="931803"/>
              <a:ext cx="190575" cy="190575"/>
            </a:xfrm>
            <a:prstGeom prst="rect">
              <a:avLst/>
            </a:prstGeom>
          </p:spPr>
        </p:pic>
      </p:grpSp>
      <p:sp>
        <p:nvSpPr>
          <p:cNvPr id="38" name="TextBox 37">
            <a:extLst>
              <a:ext uri="{FF2B5EF4-FFF2-40B4-BE49-F238E27FC236}">
                <a16:creationId xmlns:a16="http://schemas.microsoft.com/office/drawing/2014/main" id="{CA681DC2-7576-F5AA-6BB4-D390A29961B3}"/>
              </a:ext>
            </a:extLst>
          </p:cNvPr>
          <p:cNvSpPr txBox="1"/>
          <p:nvPr/>
        </p:nvSpPr>
        <p:spPr>
          <a:xfrm>
            <a:off x="4505539" y="1154049"/>
            <a:ext cx="2438488" cy="230832"/>
          </a:xfrm>
          <a:prstGeom prst="rect">
            <a:avLst/>
          </a:prstGeom>
          <a:noFill/>
        </p:spPr>
        <p:txBody>
          <a:bodyPr wrap="none" rtlCol="0">
            <a:spAutoFit/>
          </a:bodyPr>
          <a:lstStyle/>
          <a:p>
            <a:r>
              <a:rPr lang="en-US" sz="900" dirty="0">
                <a:solidFill>
                  <a:schemeClr val="bg1">
                    <a:lumMod val="75000"/>
                  </a:schemeClr>
                </a:solidFill>
              </a:rPr>
              <a:t>Used to personalize your decision validations</a:t>
            </a:r>
            <a:endParaRPr lang="en-IN" sz="900" dirty="0">
              <a:solidFill>
                <a:schemeClr val="bg1">
                  <a:lumMod val="75000"/>
                </a:schemeClr>
              </a:solidFill>
            </a:endParaRPr>
          </a:p>
        </p:txBody>
      </p:sp>
      <p:grpSp>
        <p:nvGrpSpPr>
          <p:cNvPr id="66" name="Group 65">
            <a:extLst>
              <a:ext uri="{FF2B5EF4-FFF2-40B4-BE49-F238E27FC236}">
                <a16:creationId xmlns:a16="http://schemas.microsoft.com/office/drawing/2014/main" id="{DDB4E04E-25F0-7651-0C50-E91E2740311C}"/>
              </a:ext>
            </a:extLst>
          </p:cNvPr>
          <p:cNvGrpSpPr/>
          <p:nvPr/>
        </p:nvGrpSpPr>
        <p:grpSpPr>
          <a:xfrm>
            <a:off x="4490299" y="1710532"/>
            <a:ext cx="3055776" cy="738749"/>
            <a:chOff x="4490299" y="1415257"/>
            <a:chExt cx="3055776" cy="738749"/>
          </a:xfrm>
        </p:grpSpPr>
        <p:sp>
          <p:nvSpPr>
            <p:cNvPr id="40" name="Rectangle: Rounded Corners 39">
              <a:extLst>
                <a:ext uri="{FF2B5EF4-FFF2-40B4-BE49-F238E27FC236}">
                  <a16:creationId xmlns:a16="http://schemas.microsoft.com/office/drawing/2014/main" id="{892C61DD-22A7-900E-1967-8B6D65499B42}"/>
                </a:ext>
              </a:extLst>
            </p:cNvPr>
            <p:cNvSpPr/>
            <p:nvPr/>
          </p:nvSpPr>
          <p:spPr>
            <a:xfrm>
              <a:off x="4490299" y="1415257"/>
              <a:ext cx="3055776" cy="645323"/>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41" name="Rectangle: Rounded Corners 40">
              <a:extLst>
                <a:ext uri="{FF2B5EF4-FFF2-40B4-BE49-F238E27FC236}">
                  <a16:creationId xmlns:a16="http://schemas.microsoft.com/office/drawing/2014/main" id="{EE63C93D-7075-E413-C26A-9A272680A4B0}"/>
                </a:ext>
              </a:extLst>
            </p:cNvPr>
            <p:cNvSpPr/>
            <p:nvPr/>
          </p:nvSpPr>
          <p:spPr>
            <a:xfrm>
              <a:off x="4541184" y="1453668"/>
              <a:ext cx="2955925" cy="594348"/>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43" name="TextBox 42">
              <a:extLst>
                <a:ext uri="{FF2B5EF4-FFF2-40B4-BE49-F238E27FC236}">
                  <a16:creationId xmlns:a16="http://schemas.microsoft.com/office/drawing/2014/main" id="{3A2A4144-DB24-F6F6-556E-F6F4AC0D1087}"/>
                </a:ext>
              </a:extLst>
            </p:cNvPr>
            <p:cNvSpPr txBox="1"/>
            <p:nvPr/>
          </p:nvSpPr>
          <p:spPr>
            <a:xfrm>
              <a:off x="4541184" y="1458356"/>
              <a:ext cx="1801948" cy="246221"/>
            </a:xfrm>
            <a:prstGeom prst="rect">
              <a:avLst/>
            </a:prstGeom>
            <a:noFill/>
          </p:spPr>
          <p:txBody>
            <a:bodyPr wrap="square" rtlCol="0">
              <a:spAutoFit/>
            </a:bodyPr>
            <a:lstStyle/>
            <a:p>
              <a:r>
                <a:rPr lang="en-US" sz="1000" b="1" dirty="0">
                  <a:solidFill>
                    <a:schemeClr val="bg1">
                      <a:lumMod val="75000"/>
                    </a:schemeClr>
                  </a:solidFill>
                </a:rPr>
                <a:t>Who you are?</a:t>
              </a:r>
              <a:endParaRPr lang="en-IN" sz="1000" b="1" dirty="0">
                <a:solidFill>
                  <a:schemeClr val="bg1">
                    <a:lumMod val="75000"/>
                  </a:schemeClr>
                </a:solidFill>
              </a:endParaRPr>
            </a:p>
          </p:txBody>
        </p:sp>
        <p:sp>
          <p:nvSpPr>
            <p:cNvPr id="45" name="TextBox 44">
              <a:extLst>
                <a:ext uri="{FF2B5EF4-FFF2-40B4-BE49-F238E27FC236}">
                  <a16:creationId xmlns:a16="http://schemas.microsoft.com/office/drawing/2014/main" id="{854AA061-05A0-88B6-4412-D346A6DC57E8}"/>
                </a:ext>
              </a:extLst>
            </p:cNvPr>
            <p:cNvSpPr txBox="1"/>
            <p:nvPr/>
          </p:nvSpPr>
          <p:spPr>
            <a:xfrm>
              <a:off x="4541184" y="1692341"/>
              <a:ext cx="2564466" cy="461665"/>
            </a:xfrm>
            <a:prstGeom prst="rect">
              <a:avLst/>
            </a:prstGeom>
            <a:noFill/>
          </p:spPr>
          <p:txBody>
            <a:bodyPr wrap="square" rtlCol="0">
              <a:spAutoFit/>
            </a:bodyPr>
            <a:lstStyle/>
            <a:p>
              <a:r>
                <a:rPr lang="en-US" sz="800" dirty="0">
                  <a:solidFill>
                    <a:schemeClr val="bg1"/>
                  </a:solidFill>
                </a:rPr>
                <a:t>Pranjal Sarkar</a:t>
              </a:r>
            </a:p>
            <a:p>
              <a:r>
                <a:rPr lang="en-US" sz="800" dirty="0">
                  <a:solidFill>
                    <a:schemeClr val="bg1"/>
                  </a:solidFill>
                </a:rPr>
                <a:t>Product Manager  | Cybersecurity</a:t>
              </a:r>
              <a:r>
                <a:rPr lang="en-US" sz="800" dirty="0">
                  <a:solidFill>
                    <a:schemeClr val="bg1">
                      <a:lumMod val="75000"/>
                    </a:schemeClr>
                  </a:solidFill>
                </a:rPr>
                <a:t> Space.</a:t>
              </a:r>
              <a:br>
                <a:rPr lang="en-US" sz="800" dirty="0">
                  <a:solidFill>
                    <a:schemeClr val="bg1">
                      <a:lumMod val="75000"/>
                    </a:schemeClr>
                  </a:solidFill>
                </a:rPr>
              </a:br>
              <a:r>
                <a:rPr lang="en-US" sz="800" dirty="0">
                  <a:solidFill>
                    <a:schemeClr val="bg1"/>
                  </a:solidFill>
                </a:rPr>
                <a:t>20</a:t>
              </a:r>
              <a:r>
                <a:rPr lang="en-US" sz="800" dirty="0">
                  <a:solidFill>
                    <a:schemeClr val="bg1">
                      <a:lumMod val="75000"/>
                    </a:schemeClr>
                  </a:solidFill>
                </a:rPr>
                <a:t>+ years of experience. Based in </a:t>
              </a:r>
              <a:r>
                <a:rPr lang="en-US" sz="800" dirty="0">
                  <a:solidFill>
                    <a:schemeClr val="bg1"/>
                  </a:solidFill>
                </a:rPr>
                <a:t>Ahmedabad</a:t>
              </a:r>
            </a:p>
          </p:txBody>
        </p:sp>
        <p:grpSp>
          <p:nvGrpSpPr>
            <p:cNvPr id="62" name="Group 61">
              <a:extLst>
                <a:ext uri="{FF2B5EF4-FFF2-40B4-BE49-F238E27FC236}">
                  <a16:creationId xmlns:a16="http://schemas.microsoft.com/office/drawing/2014/main" id="{E23FE85C-BDBA-42FB-432E-D1CCF5B5F913}"/>
                </a:ext>
              </a:extLst>
            </p:cNvPr>
            <p:cNvGrpSpPr/>
            <p:nvPr/>
          </p:nvGrpSpPr>
          <p:grpSpPr>
            <a:xfrm>
              <a:off x="7215686" y="1511810"/>
              <a:ext cx="135233" cy="131253"/>
              <a:chOff x="7215686" y="1511810"/>
              <a:chExt cx="135233" cy="131253"/>
            </a:xfrm>
          </p:grpSpPr>
          <p:sp>
            <p:nvSpPr>
              <p:cNvPr id="51" name="Flowchart: Connector 50">
                <a:extLst>
                  <a:ext uri="{FF2B5EF4-FFF2-40B4-BE49-F238E27FC236}">
                    <a16:creationId xmlns:a16="http://schemas.microsoft.com/office/drawing/2014/main" id="{82BEC00E-A7F7-B922-7384-73070EA72A77}"/>
                  </a:ext>
                </a:extLst>
              </p:cNvPr>
              <p:cNvSpPr/>
              <p:nvPr/>
            </p:nvSpPr>
            <p:spPr>
              <a:xfrm>
                <a:off x="7215686" y="1511810"/>
                <a:ext cx="135233" cy="131253"/>
              </a:xfrm>
              <a:prstGeom prst="flowChartConnector">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2" name="Graphic 51" descr="Pencil with solid fill">
                <a:extLst>
                  <a:ext uri="{FF2B5EF4-FFF2-40B4-BE49-F238E27FC236}">
                    <a16:creationId xmlns:a16="http://schemas.microsoft.com/office/drawing/2014/main" id="{FB6931F0-30C9-18F8-911A-1C1876E68B9D}"/>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234566" y="1528700"/>
                <a:ext cx="97472" cy="97472"/>
              </a:xfrm>
              <a:prstGeom prst="rect">
                <a:avLst/>
              </a:prstGeom>
            </p:spPr>
          </p:pic>
        </p:grpSp>
      </p:grpSp>
      <p:grpSp>
        <p:nvGrpSpPr>
          <p:cNvPr id="76" name="Group 75">
            <a:extLst>
              <a:ext uri="{FF2B5EF4-FFF2-40B4-BE49-F238E27FC236}">
                <a16:creationId xmlns:a16="http://schemas.microsoft.com/office/drawing/2014/main" id="{E8034F5A-4115-C90F-233C-6E13D91F7B46}"/>
              </a:ext>
            </a:extLst>
          </p:cNvPr>
          <p:cNvGrpSpPr/>
          <p:nvPr/>
        </p:nvGrpSpPr>
        <p:grpSpPr>
          <a:xfrm>
            <a:off x="4490299" y="2644590"/>
            <a:ext cx="3055776" cy="738749"/>
            <a:chOff x="4490299" y="2279156"/>
            <a:chExt cx="3055776" cy="738749"/>
          </a:xfrm>
        </p:grpSpPr>
        <p:sp>
          <p:nvSpPr>
            <p:cNvPr id="77" name="Rectangle: Rounded Corners 76">
              <a:extLst>
                <a:ext uri="{FF2B5EF4-FFF2-40B4-BE49-F238E27FC236}">
                  <a16:creationId xmlns:a16="http://schemas.microsoft.com/office/drawing/2014/main" id="{D7B0D9F3-260B-5828-69A3-ED0F5241F368}"/>
                </a:ext>
              </a:extLst>
            </p:cNvPr>
            <p:cNvSpPr/>
            <p:nvPr/>
          </p:nvSpPr>
          <p:spPr>
            <a:xfrm>
              <a:off x="4490299" y="2279156"/>
              <a:ext cx="3055776" cy="645323"/>
            </a:xfrm>
            <a:prstGeom prst="roundRect">
              <a:avLst>
                <a:gd name="adj" fmla="val 2519"/>
              </a:avLst>
            </a:prstGeom>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78" name="Rectangle: Rounded Corners 77">
              <a:extLst>
                <a:ext uri="{FF2B5EF4-FFF2-40B4-BE49-F238E27FC236}">
                  <a16:creationId xmlns:a16="http://schemas.microsoft.com/office/drawing/2014/main" id="{9A7A097F-C90A-4D55-EB5E-DB0C0A8A26A0}"/>
                </a:ext>
              </a:extLst>
            </p:cNvPr>
            <p:cNvSpPr/>
            <p:nvPr/>
          </p:nvSpPr>
          <p:spPr>
            <a:xfrm>
              <a:off x="4541184" y="2317567"/>
              <a:ext cx="2955925" cy="594348"/>
            </a:xfrm>
            <a:prstGeom prst="roundRect">
              <a:avLst>
                <a:gd name="adj" fmla="val 2519"/>
              </a:avLst>
            </a:prstGeom>
            <a:gradFill>
              <a:gsLst>
                <a:gs pos="0">
                  <a:schemeClr val="tx1">
                    <a:lumMod val="85000"/>
                    <a:lumOff val="15000"/>
                  </a:schemeClr>
                </a:gs>
                <a:gs pos="100000">
                  <a:schemeClr val="tx1"/>
                </a:gs>
              </a:gsLst>
              <a:lin ang="5400000" scaled="0"/>
            </a:gradFill>
            <a:ln/>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t"/>
            <a:lstStyle/>
            <a:p>
              <a:endParaRPr lang="en-IN" sz="1100" dirty="0"/>
            </a:p>
          </p:txBody>
        </p:sp>
        <p:sp>
          <p:nvSpPr>
            <p:cNvPr id="79" name="TextBox 78">
              <a:extLst>
                <a:ext uri="{FF2B5EF4-FFF2-40B4-BE49-F238E27FC236}">
                  <a16:creationId xmlns:a16="http://schemas.microsoft.com/office/drawing/2014/main" id="{07D89F1F-E6A3-CFEB-FA1C-48A190C2952A}"/>
                </a:ext>
              </a:extLst>
            </p:cNvPr>
            <p:cNvSpPr txBox="1"/>
            <p:nvPr/>
          </p:nvSpPr>
          <p:spPr>
            <a:xfrm>
              <a:off x="4541184" y="2322255"/>
              <a:ext cx="1801948" cy="246221"/>
            </a:xfrm>
            <a:prstGeom prst="rect">
              <a:avLst/>
            </a:prstGeom>
            <a:noFill/>
          </p:spPr>
          <p:txBody>
            <a:bodyPr wrap="square" rtlCol="0">
              <a:spAutoFit/>
            </a:bodyPr>
            <a:lstStyle/>
            <a:p>
              <a:r>
                <a:rPr lang="en-US" sz="1000" b="1" dirty="0">
                  <a:solidFill>
                    <a:schemeClr val="bg1">
                      <a:lumMod val="75000"/>
                    </a:schemeClr>
                  </a:solidFill>
                </a:rPr>
                <a:t>Account &amp; Security</a:t>
              </a:r>
              <a:endParaRPr lang="en-IN" sz="1000" b="1" dirty="0">
                <a:solidFill>
                  <a:schemeClr val="bg1">
                    <a:lumMod val="75000"/>
                  </a:schemeClr>
                </a:solidFill>
              </a:endParaRPr>
            </a:p>
          </p:txBody>
        </p:sp>
        <p:sp>
          <p:nvSpPr>
            <p:cNvPr id="80" name="TextBox 79">
              <a:extLst>
                <a:ext uri="{FF2B5EF4-FFF2-40B4-BE49-F238E27FC236}">
                  <a16:creationId xmlns:a16="http://schemas.microsoft.com/office/drawing/2014/main" id="{1ECD38F6-914D-6960-67AE-C5BCFE1142A4}"/>
                </a:ext>
              </a:extLst>
            </p:cNvPr>
            <p:cNvSpPr txBox="1"/>
            <p:nvPr/>
          </p:nvSpPr>
          <p:spPr>
            <a:xfrm>
              <a:off x="4541183" y="2556240"/>
              <a:ext cx="2674501" cy="461665"/>
            </a:xfrm>
            <a:prstGeom prst="rect">
              <a:avLst/>
            </a:prstGeom>
            <a:noFill/>
          </p:spPr>
          <p:txBody>
            <a:bodyPr wrap="square" rtlCol="0">
              <a:spAutoFit/>
            </a:bodyPr>
            <a:lstStyle/>
            <a:p>
              <a:r>
                <a:rPr lang="en-US" sz="800" dirty="0">
                  <a:solidFill>
                    <a:schemeClr val="bg1">
                      <a:lumMod val="75000"/>
                    </a:schemeClr>
                  </a:solidFill>
                </a:rPr>
                <a:t>Registered E-mail: mail.pranjalsarkar@gmail.com</a:t>
              </a:r>
            </a:p>
            <a:p>
              <a:r>
                <a:rPr lang="en-US" sz="800" dirty="0">
                  <a:solidFill>
                    <a:schemeClr val="bg1">
                      <a:lumMod val="75000"/>
                    </a:schemeClr>
                  </a:solidFill>
                </a:rPr>
                <a:t>Phone: +91 98194 29183</a:t>
              </a:r>
            </a:p>
            <a:p>
              <a:r>
                <a:rPr lang="en-US" sz="800" dirty="0">
                  <a:solidFill>
                    <a:schemeClr val="bg1">
                      <a:lumMod val="75000"/>
                    </a:schemeClr>
                  </a:solidFill>
                </a:rPr>
                <a:t>M-PIN: ####</a:t>
              </a:r>
            </a:p>
          </p:txBody>
        </p:sp>
        <p:grpSp>
          <p:nvGrpSpPr>
            <p:cNvPr id="81" name="Group 80">
              <a:extLst>
                <a:ext uri="{FF2B5EF4-FFF2-40B4-BE49-F238E27FC236}">
                  <a16:creationId xmlns:a16="http://schemas.microsoft.com/office/drawing/2014/main" id="{41F60510-BAB0-15B5-4B3C-FD0E6C3668E0}"/>
                </a:ext>
              </a:extLst>
            </p:cNvPr>
            <p:cNvGrpSpPr/>
            <p:nvPr/>
          </p:nvGrpSpPr>
          <p:grpSpPr>
            <a:xfrm>
              <a:off x="7215685" y="2403893"/>
              <a:ext cx="135233" cy="131253"/>
              <a:chOff x="7215686" y="1511810"/>
              <a:chExt cx="135233" cy="131253"/>
            </a:xfrm>
          </p:grpSpPr>
          <p:sp>
            <p:nvSpPr>
              <p:cNvPr id="82" name="Flowchart: Connector 81">
                <a:extLst>
                  <a:ext uri="{FF2B5EF4-FFF2-40B4-BE49-F238E27FC236}">
                    <a16:creationId xmlns:a16="http://schemas.microsoft.com/office/drawing/2014/main" id="{096C1200-C509-F597-9C15-C16666C62C8D}"/>
                  </a:ext>
                </a:extLst>
              </p:cNvPr>
              <p:cNvSpPr/>
              <p:nvPr/>
            </p:nvSpPr>
            <p:spPr>
              <a:xfrm>
                <a:off x="7215686" y="1511810"/>
                <a:ext cx="135233" cy="131253"/>
              </a:xfrm>
              <a:prstGeom prst="flowChartConnector">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3" name="Graphic 82" descr="Pencil with solid fill">
                <a:extLst>
                  <a:ext uri="{FF2B5EF4-FFF2-40B4-BE49-F238E27FC236}">
                    <a16:creationId xmlns:a16="http://schemas.microsoft.com/office/drawing/2014/main" id="{D93EDEFD-217B-86CA-F1B7-B5D84E9F69FF}"/>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234566" y="1528700"/>
                <a:ext cx="97472" cy="97472"/>
              </a:xfrm>
              <a:prstGeom prst="rect">
                <a:avLst/>
              </a:prstGeom>
            </p:spPr>
          </p:pic>
        </p:grpSp>
      </p:grpSp>
    </p:spTree>
    <p:extLst>
      <p:ext uri="{BB962C8B-B14F-4D97-AF65-F5344CB8AC3E}">
        <p14:creationId xmlns:p14="http://schemas.microsoft.com/office/powerpoint/2010/main" val="1954236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10672</TotalTime>
  <Words>4232</Words>
  <Application>Microsoft Office PowerPoint</Application>
  <PresentationFormat>Widescreen</PresentationFormat>
  <Paragraphs>823</Paragraphs>
  <Slides>54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Aptos</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PRANJAL SARKAR</dc:creator>
  <cp:lastModifiedBy>PRANJAL SARKAR</cp:lastModifiedBy>
  <cp:revision>7</cp:revision>
  <dcterms:created xsi:type="dcterms:W3CDTF">2025-12-14T09:35:21Z</dcterms:created>
  <dcterms:modified xsi:type="dcterms:W3CDTF">2026-02-15T16:26:24Z</dcterms:modified>
</cp:coreProperties>
</file>